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217884793b45f4" /><Relationship Type="http://schemas.openxmlformats.org/officeDocument/2006/relationships/extended-properties" Target="/docProps/app.xml" Id="Rc16cbfc809df40e4" /><Relationship Type="http://schemas.openxmlformats.org/officeDocument/2006/relationships/officeDocument" Target="/ppt/presentation.xml" Id="R5b26ce218cfa4bf7" /></Relationships>
</file>

<file path=ppt/presentation.xml><?xml version="1.0" encoding="utf-8"?>
<p:presentation xmlns:p="http://schemas.openxmlformats.org/presentationml/2006/main">
  <p:sldMasterIdLst>
    <p:sldMasterId xmlns:r="http://schemas.openxmlformats.org/officeDocument/2006/relationships" id="2147483648" r:id="R06592c5a1f33452f"/>
  </p:sldMasterIdLst>
  <p:notesMasterIdLst>
    <p:notesMasterId xmlns:r="http://schemas.openxmlformats.org/officeDocument/2006/relationships" r:id="R845ea7643c1840ef"/>
  </p:notesMasterIdLst>
  <p:sldIdLst>
    <p:sldId xmlns:r="http://schemas.openxmlformats.org/officeDocument/2006/relationships" id="256" r:id="Re3a325389c91429e"/>
    <p:sldId xmlns:r="http://schemas.openxmlformats.org/officeDocument/2006/relationships" id="257" r:id="R607113bc754e4e3c"/>
    <p:sldId xmlns:r="http://schemas.openxmlformats.org/officeDocument/2006/relationships" id="258" r:id="R56dc6413e51a4f40"/>
    <p:sldId xmlns:r="http://schemas.openxmlformats.org/officeDocument/2006/relationships" id="259" r:id="Rb783a2a973724039"/>
    <p:sldId xmlns:r="http://schemas.openxmlformats.org/officeDocument/2006/relationships" id="260" r:id="Rddc799ecbbb04456"/>
    <p:sldId xmlns:r="http://schemas.openxmlformats.org/officeDocument/2006/relationships" id="261" r:id="R91bf6eb024ba44b5"/>
    <p:sldId xmlns:r="http://schemas.openxmlformats.org/officeDocument/2006/relationships" id="262" r:id="R6b7bb651bf0d4836"/>
    <p:sldId xmlns:r="http://schemas.openxmlformats.org/officeDocument/2006/relationships" id="263" r:id="Rf3efcc6fc4b54973"/>
    <p:sldId xmlns:r="http://schemas.openxmlformats.org/officeDocument/2006/relationships" id="264" r:id="R4682f9daa4c44115"/>
    <p:sldId xmlns:r="http://schemas.openxmlformats.org/officeDocument/2006/relationships" id="265" r:id="R47960c900e954f5f"/>
    <p:sldId xmlns:r="http://schemas.openxmlformats.org/officeDocument/2006/relationships" id="266" r:id="R40334a625320469b"/>
    <p:sldId xmlns:r="http://schemas.openxmlformats.org/officeDocument/2006/relationships" id="267" r:id="R96469e816ab0435f"/>
    <p:sldId xmlns:r="http://schemas.openxmlformats.org/officeDocument/2006/relationships" id="268" r:id="Rbd25ae62b9d24d61"/>
    <p:sldId xmlns:r="http://schemas.openxmlformats.org/officeDocument/2006/relationships" id="269" r:id="R36e50e6eddf04a3a"/>
    <p:sldId xmlns:r="http://schemas.openxmlformats.org/officeDocument/2006/relationships" id="270" r:id="R1696ce5aab224548"/>
    <p:sldId xmlns:r="http://schemas.openxmlformats.org/officeDocument/2006/relationships" id="271" r:id="Rd192afe950b64bc3"/>
    <p:sldId xmlns:r="http://schemas.openxmlformats.org/officeDocument/2006/relationships" id="272" r:id="R58f3f785d63a4f89"/>
    <p:sldId xmlns:r="http://schemas.openxmlformats.org/officeDocument/2006/relationships" id="273" r:id="R916d7af882d84c60"/>
    <p:sldId xmlns:r="http://schemas.openxmlformats.org/officeDocument/2006/relationships" id="274" r:id="R4d493b4008064325"/>
    <p:sldId xmlns:r="http://schemas.openxmlformats.org/officeDocument/2006/relationships" id="275" r:id="R421fe464c0b04cb8"/>
    <p:sldId xmlns:r="http://schemas.openxmlformats.org/officeDocument/2006/relationships" id="276" r:id="Rc320aa97677a4737"/>
    <p:sldId xmlns:r="http://schemas.openxmlformats.org/officeDocument/2006/relationships" id="277" r:id="Redba338180604b5d"/>
    <p:sldId xmlns:r="http://schemas.openxmlformats.org/officeDocument/2006/relationships" id="278" r:id="R725650c219044ecf"/>
    <p:sldId xmlns:r="http://schemas.openxmlformats.org/officeDocument/2006/relationships" id="279" r:id="Rcc11326400ab4bc1"/>
    <p:sldId xmlns:r="http://schemas.openxmlformats.org/officeDocument/2006/relationships" id="280" r:id="Rcb25152f14a24ec9"/>
    <p:sldId xmlns:r="http://schemas.openxmlformats.org/officeDocument/2006/relationships" id="281" r:id="R381257fc63f742cc"/>
    <p:sldId xmlns:r="http://schemas.openxmlformats.org/officeDocument/2006/relationships" id="282" r:id="Re1d66803c7f9498e"/>
    <p:sldId xmlns:r="http://schemas.openxmlformats.org/officeDocument/2006/relationships" id="283" r:id="R06093911a4e44037"/>
    <p:sldId xmlns:r="http://schemas.openxmlformats.org/officeDocument/2006/relationships" id="284" r:id="Re69841c252f9474c"/>
    <p:sldId xmlns:r="http://schemas.openxmlformats.org/officeDocument/2006/relationships" id="285" r:id="R1b919fbbc074491a"/>
    <p:sldId xmlns:r="http://schemas.openxmlformats.org/officeDocument/2006/relationships" id="286" r:id="R7cfe4151f84e423a"/>
    <p:sldId xmlns:r="http://schemas.openxmlformats.org/officeDocument/2006/relationships" id="287" r:id="R21b7e1195823481d"/>
    <p:sldId xmlns:r="http://schemas.openxmlformats.org/officeDocument/2006/relationships" id="288" r:id="R5f799ca256bb48a8"/>
    <p:sldId xmlns:r="http://schemas.openxmlformats.org/officeDocument/2006/relationships" id="289" r:id="Re222a7b8ff0a4e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34172a7a63454166" /><Relationship Type="http://schemas.openxmlformats.org/officeDocument/2006/relationships/slideMaster" Target="/ppt/slideMasters/slideMaster1.xml" Id="R06592c5a1f33452f" /><Relationship Type="http://schemas.openxmlformats.org/officeDocument/2006/relationships/notesMaster" Target="/ppt/notesMasters/notesMaster1.xml" Id="R845ea7643c1840ef" /><Relationship Type="http://schemas.openxmlformats.org/officeDocument/2006/relationships/presProps" Target="/ppt/presProps.xml" Id="R25ac3104f3124b02" /><Relationship Type="http://schemas.openxmlformats.org/officeDocument/2006/relationships/viewProps" Target="/ppt/viewProps.xml" Id="Refbe9c5f4abd49d7" /><Relationship Type="http://schemas.openxmlformats.org/officeDocument/2006/relationships/tableStyles" Target="/ppt/tableStyles.xml" Id="R5c7e86f80cac497c" /><Relationship Type="http://schemas.openxmlformats.org/officeDocument/2006/relationships/slide" Target="/ppt/slides/slide1.xml" Id="Re3a325389c91429e" /><Relationship Type="http://schemas.openxmlformats.org/officeDocument/2006/relationships/slide" Target="/ppt/slides/slide2.xml" Id="R607113bc754e4e3c" /><Relationship Type="http://schemas.openxmlformats.org/officeDocument/2006/relationships/slide" Target="/ppt/slides/slide3.xml" Id="R56dc6413e51a4f40" /><Relationship Type="http://schemas.openxmlformats.org/officeDocument/2006/relationships/slide" Target="/ppt/slides/slide4.xml" Id="Rb783a2a973724039" /><Relationship Type="http://schemas.openxmlformats.org/officeDocument/2006/relationships/slide" Target="/ppt/slides/slide5.xml" Id="Rddc799ecbbb04456" /><Relationship Type="http://schemas.openxmlformats.org/officeDocument/2006/relationships/slide" Target="/ppt/slides/slide6.xml" Id="R91bf6eb024ba44b5" /><Relationship Type="http://schemas.openxmlformats.org/officeDocument/2006/relationships/slide" Target="/ppt/slides/slide7.xml" Id="R6b7bb651bf0d4836" /><Relationship Type="http://schemas.openxmlformats.org/officeDocument/2006/relationships/slide" Target="/ppt/slides/slide8.xml" Id="Rf3efcc6fc4b54973" /><Relationship Type="http://schemas.openxmlformats.org/officeDocument/2006/relationships/slide" Target="/ppt/slides/slide9.xml" Id="R4682f9daa4c44115" /><Relationship Type="http://schemas.openxmlformats.org/officeDocument/2006/relationships/slide" Target="/ppt/slides/slide10.xml" Id="R47960c900e954f5f" /><Relationship Type="http://schemas.openxmlformats.org/officeDocument/2006/relationships/slide" Target="/ppt/slides/slide11.xml" Id="R40334a625320469b" /><Relationship Type="http://schemas.openxmlformats.org/officeDocument/2006/relationships/slide" Target="/ppt/slides/slide12.xml" Id="R96469e816ab0435f" /><Relationship Type="http://schemas.openxmlformats.org/officeDocument/2006/relationships/slide" Target="/ppt/slides/slide13.xml" Id="Rbd25ae62b9d24d61" /><Relationship Type="http://schemas.openxmlformats.org/officeDocument/2006/relationships/slide" Target="/ppt/slides/slide14.xml" Id="R36e50e6eddf04a3a" /><Relationship Type="http://schemas.openxmlformats.org/officeDocument/2006/relationships/slide" Target="/ppt/slides/slide15.xml" Id="R1696ce5aab224548" /><Relationship Type="http://schemas.openxmlformats.org/officeDocument/2006/relationships/slide" Target="/ppt/slides/slide16.xml" Id="Rd192afe950b64bc3" /><Relationship Type="http://schemas.openxmlformats.org/officeDocument/2006/relationships/slide" Target="/ppt/slides/slide17.xml" Id="R58f3f785d63a4f89" /><Relationship Type="http://schemas.openxmlformats.org/officeDocument/2006/relationships/slide" Target="/ppt/slides/slide18.xml" Id="R916d7af882d84c60" /><Relationship Type="http://schemas.openxmlformats.org/officeDocument/2006/relationships/slide" Target="/ppt/slides/slide19.xml" Id="R4d493b4008064325" /><Relationship Type="http://schemas.openxmlformats.org/officeDocument/2006/relationships/slide" Target="/ppt/slides/slide20.xml" Id="R421fe464c0b04cb8" /><Relationship Type="http://schemas.openxmlformats.org/officeDocument/2006/relationships/slide" Target="/ppt/slides/slide21.xml" Id="Rc320aa97677a4737" /><Relationship Type="http://schemas.openxmlformats.org/officeDocument/2006/relationships/slide" Target="/ppt/slides/slide22.xml" Id="Redba338180604b5d" /><Relationship Type="http://schemas.openxmlformats.org/officeDocument/2006/relationships/slide" Target="/ppt/slides/slide23.xml" Id="R725650c219044ecf" /><Relationship Type="http://schemas.openxmlformats.org/officeDocument/2006/relationships/slide" Target="/ppt/slides/slide24.xml" Id="Rcc11326400ab4bc1" /><Relationship Type="http://schemas.openxmlformats.org/officeDocument/2006/relationships/slide" Target="/ppt/slides/slide25.xml" Id="Rcb25152f14a24ec9" /><Relationship Type="http://schemas.openxmlformats.org/officeDocument/2006/relationships/slide" Target="/ppt/slides/slide26.xml" Id="R381257fc63f742cc" /><Relationship Type="http://schemas.openxmlformats.org/officeDocument/2006/relationships/slide" Target="/ppt/slides/slide27.xml" Id="Re1d66803c7f9498e" /><Relationship Type="http://schemas.openxmlformats.org/officeDocument/2006/relationships/slide" Target="/ppt/slides/slide28.xml" Id="R06093911a4e44037" /><Relationship Type="http://schemas.openxmlformats.org/officeDocument/2006/relationships/slide" Target="/ppt/slides/slide29.xml" Id="Re69841c252f9474c" /><Relationship Type="http://schemas.openxmlformats.org/officeDocument/2006/relationships/slide" Target="/ppt/slides/slide30.xml" Id="R1b919fbbc074491a" /><Relationship Type="http://schemas.openxmlformats.org/officeDocument/2006/relationships/slide" Target="/ppt/slides/slide31.xml" Id="R7cfe4151f84e423a" /><Relationship Type="http://schemas.openxmlformats.org/officeDocument/2006/relationships/slide" Target="/ppt/slides/slide32.xml" Id="R21b7e1195823481d" /><Relationship Type="http://schemas.openxmlformats.org/officeDocument/2006/relationships/slide" Target="/ppt/slides/slide33.xml" Id="R5f799ca256bb48a8" /><Relationship Type="http://schemas.openxmlformats.org/officeDocument/2006/relationships/slide" Target="/ppt/slides/slide34.xml" Id="Re222a7b8ff0a4e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773c02752842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Yello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ae8221d4494c98" /><Relationship Type="http://schemas.openxmlformats.org/officeDocument/2006/relationships/notesMaster" Target="/ppt/notesMasters/notesMaster1.xml" Id="R7052a3c8088746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4598b7715348b8" /><Relationship Type="http://schemas.openxmlformats.org/officeDocument/2006/relationships/notesMaster" Target="/ppt/notesMasters/notesMaster1.xml" Id="Ra4914bb4013647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9c6d65a34c4f55" /><Relationship Type="http://schemas.openxmlformats.org/officeDocument/2006/relationships/notesMaster" Target="/ppt/notesMasters/notesMaster1.xml" Id="Rc25c7aac98d443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b2b72579924bfb" /><Relationship Type="http://schemas.openxmlformats.org/officeDocument/2006/relationships/notesMaster" Target="/ppt/notesMasters/notesMaster1.xml" Id="R744e195dee6b43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bd52bf9af146b6" /><Relationship Type="http://schemas.openxmlformats.org/officeDocument/2006/relationships/notesMaster" Target="/ppt/notesMasters/notesMaster1.xml" Id="Rbbe0f0e62f6048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9dfc13c7794ca2" /><Relationship Type="http://schemas.openxmlformats.org/officeDocument/2006/relationships/notesMaster" Target="/ppt/notesMasters/notesMaster1.xml" Id="R5778536c17d34c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96bf68f2a043f2" /><Relationship Type="http://schemas.openxmlformats.org/officeDocument/2006/relationships/notesMaster" Target="/ppt/notesMasters/notesMaster1.xml" Id="Rff9b51cf0e534a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a8783c4f544838" /><Relationship Type="http://schemas.openxmlformats.org/officeDocument/2006/relationships/notesMaster" Target="/ppt/notesMasters/notesMaster1.xml" Id="Rd3c5b8e5747e48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1bc56dbd544958" /><Relationship Type="http://schemas.openxmlformats.org/officeDocument/2006/relationships/notesMaster" Target="/ppt/notesMasters/notesMaster1.xml" Id="R08df61898c7d4a2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26adc74c0e400f" /><Relationship Type="http://schemas.openxmlformats.org/officeDocument/2006/relationships/notesMaster" Target="/ppt/notesMasters/notesMaster1.xml" Id="Rf434ba1916c244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b42a1364994003" /><Relationship Type="http://schemas.openxmlformats.org/officeDocument/2006/relationships/notesMaster" Target="/ppt/notesMasters/notesMaster1.xml" Id="Rf20caa587afd4cd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19c3fea4503496d" /><Relationship Type="http://schemas.openxmlformats.org/officeDocument/2006/relationships/notesMaster" Target="/ppt/notesMasters/notesMaster1.xml" Id="R747dff3ee704406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ed481949443476a" /><Relationship Type="http://schemas.openxmlformats.org/officeDocument/2006/relationships/notesMaster" Target="/ppt/notesMasters/notesMaster1.xml" Id="R571c7eaf918943d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98f5bdf6ea44950" /><Relationship Type="http://schemas.openxmlformats.org/officeDocument/2006/relationships/notesMaster" Target="/ppt/notesMasters/notesMaster1.xml" Id="Rcd027d012131487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311fd7900bc4c6c" /><Relationship Type="http://schemas.openxmlformats.org/officeDocument/2006/relationships/notesMaster" Target="/ppt/notesMasters/notesMaster1.xml" Id="R110992e29a7c4ec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d5294e1394a49bc" /><Relationship Type="http://schemas.openxmlformats.org/officeDocument/2006/relationships/notesMaster" Target="/ppt/notesMasters/notesMaster1.xml" Id="R2e7d1811714b449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3c29aae906847cd" /><Relationship Type="http://schemas.openxmlformats.org/officeDocument/2006/relationships/notesMaster" Target="/ppt/notesMasters/notesMaster1.xml" Id="R0328029e20b4404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4b98697264247ac" /><Relationship Type="http://schemas.openxmlformats.org/officeDocument/2006/relationships/notesMaster" Target="/ppt/notesMasters/notesMaster1.xml" Id="R69c311fa20a742a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1515fb589164869" /><Relationship Type="http://schemas.openxmlformats.org/officeDocument/2006/relationships/notesMaster" Target="/ppt/notesMasters/notesMaster1.xml" Id="R4b6d0aef356444f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ece4017bdab40ad" /><Relationship Type="http://schemas.openxmlformats.org/officeDocument/2006/relationships/notesMaster" Target="/ppt/notesMasters/notesMaster1.xml" Id="R290d86a010314aa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9ca54e78f784697" /><Relationship Type="http://schemas.openxmlformats.org/officeDocument/2006/relationships/notesMaster" Target="/ppt/notesMasters/notesMaster1.xml" Id="Rfb62f99b935840b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709de550168431d" /><Relationship Type="http://schemas.openxmlformats.org/officeDocument/2006/relationships/notesMaster" Target="/ppt/notesMasters/notesMaster1.xml" Id="Rc3e0a8fe6693421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dd2157a3e6b4ac8" /><Relationship Type="http://schemas.openxmlformats.org/officeDocument/2006/relationships/notesMaster" Target="/ppt/notesMasters/notesMaster1.xml" Id="R8c9f747e303c451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d11e5efd5d748ca" /><Relationship Type="http://schemas.openxmlformats.org/officeDocument/2006/relationships/notesMaster" Target="/ppt/notesMasters/notesMaster1.xml" Id="R2351f3ae6b5443c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d7a0f338f774e22" /><Relationship Type="http://schemas.openxmlformats.org/officeDocument/2006/relationships/notesMaster" Target="/ppt/notesMasters/notesMaster1.xml" Id="R403ca89f466e415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84b97419ac44d9d" /><Relationship Type="http://schemas.openxmlformats.org/officeDocument/2006/relationships/notesMaster" Target="/ppt/notesMasters/notesMaster1.xml" Id="R6a56e9e7b46f49b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0f91cc66e5f430a" /><Relationship Type="http://schemas.openxmlformats.org/officeDocument/2006/relationships/notesMaster" Target="/ppt/notesMasters/notesMaster1.xml" Id="R0e0a199eb0af4a7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1ac549cdb664702" /><Relationship Type="http://schemas.openxmlformats.org/officeDocument/2006/relationships/notesMaster" Target="/ppt/notesMasters/notesMaster1.xml" Id="Ra0b492733b53470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3e6892d90824cb7" /><Relationship Type="http://schemas.openxmlformats.org/officeDocument/2006/relationships/notesMaster" Target="/ppt/notesMasters/notesMaster1.xml" Id="R495397e17acd4f3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3246101a9584023" /><Relationship Type="http://schemas.openxmlformats.org/officeDocument/2006/relationships/notesMaster" Target="/ppt/notesMasters/notesMaster1.xml" Id="R18c9e7a32de348d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370e9a941304652" /><Relationship Type="http://schemas.openxmlformats.org/officeDocument/2006/relationships/notesMaster" Target="/ppt/notesMasters/notesMaster1.xml" Id="R3422309d11144d1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44ced7c4bb14d6b" /><Relationship Type="http://schemas.openxmlformats.org/officeDocument/2006/relationships/notesMaster" Target="/ppt/notesMasters/notesMaster1.xml" Id="R02677404a05a460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1a0b5057bce4c37" /><Relationship Type="http://schemas.openxmlformats.org/officeDocument/2006/relationships/notesMaster" Target="/ppt/notesMasters/notesMaster1.xml" Id="R3c9b50bcd7a44c7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5003043673c4a8a" /><Relationship Type="http://schemas.openxmlformats.org/officeDocument/2006/relationships/notesMaster" Target="/ppt/notesMasters/notesMaster1.xml" Id="Ra3f346919ab743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plan: 8 minutes for bulk context, 28 minutes for the single-cell workflow, 8 minutes for integration, 6 minutes for spatial transcriptomics, and 10 minutes for questions.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 illustration generated for this workshop deck with OpenAI ImageGen.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Pahse portrait</a:t>
            </a:r>
          </a:p>
          <a:p xmlns:a="http://schemas.openxmlformats.org/drawingml/2006/main">
            <a:endParaRPr/>
          </a:p>
          <a:p xmlns:a="http://schemas.openxmlformats.org/drawingml/2006/main">
            <a:r>
              <a:rPr sz="1200" b="1" i="0">
                <a:solidFill>
                  <a:schemeClr val="tx1"/>
                </a:solidFill>
                <a:latin typeface="+mn-lt"/>
                <a:ea typeface="+mn-lt"/>
                <a:cs typeface="+mn-lt"/>
              </a:rPr>
              <a:t>scRNA-seq is part of the Next-generation sequencing</a:t>
            </a:r>
            <a:r>
              <a:rPr sz="1200" b="0" i="0">
                <a:solidFill>
                  <a:schemeClr val="tx1"/>
                </a:solidFill>
                <a:latin typeface="+mn-lt"/>
                <a:ea typeface="+mn-lt"/>
                <a:cs typeface="+mn-lt"/>
              </a:rPr>
              <a:t> (NGS) technology. From which we can sequence/read   entire targeted regions of RNA.</a:t>
            </a:r>
          </a:p>
          <a:p xmlns:a="http://schemas.openxmlformats.org/drawingml/2006/main">
            <a:r>
              <a:rPr sz="1200" b="0" i="0">
                <a:solidFill>
                  <a:schemeClr val="tx1"/>
                </a:solidFill>
                <a:latin typeface="+mn-lt"/>
                <a:ea typeface="+mn-lt"/>
                <a:cs typeface="+mn-lt"/>
              </a:rPr>
              <a:t> in a massively parallel way, that means we can obtain reads of thousands of genes from thousands of cells.  </a:t>
            </a:r>
            <a:endParaRP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 This is the main section of the lecture. The remaining slides follow the order used in notebooks 01 and 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 minute. Use this map to orient the audience. Source: https://github.com/MartinLoza/CIAD_workshop_sc/blob/main/notebooks/02_qc_and_clustering.ipynb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 minutes. Emphasize that the layers contain the same cells and genes with different numerical representations. Source: https://github.com/MartinLoza/CIAD_workshop_sc/blob/main/notebooks/01_seurat_object.ipynb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 minutes. Explain empty droplets or damaged cells at one end and possible doublets at the other. Source: https://github.com/MartinLoza/CIAD_workshop_sc/blob/main/notebooks/02_qc_and_clustering.ipynb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 minutes. The notebook uses nFeature_RNA, nCount_RNA, and percent.mt. Avoid presenting thresholds as universal defaults. Source: https://github.com/MartinLoza/CIAD_workshop_sc/blob/main/notebooks/02_qc_and_clustering.ipynb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 minutes. Counts are illustrative. Source: https://github.com/MartinLoza/CIAD_workshop_sc/blob/main/notebooks/02_qc_and_clustering.ipynb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 minutes. This is the exact LogNormalize sequence used in the notebook. Source: https://github.com/MartinLoza/CIAD_workshop_sc/blob/main/notebooks/02_qc_and_clustering.ipynb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 minutes. The bar lengths are schematic. Emphasize the effect, not the exact values. Source: https://github.com/MartinLoza/CIAD_workshop_sc/blob/main/notebooks/02_qc_and_clustering.ipynb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 minutes. The scatter is schematic. The notebook uses selection.method = "vst" and nfeatures = 2000. Source: https://github.com/MartinLoza/CIAD_workshop_sc/blob/main/notebooks/02_qc_and_clustering.ipynb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 minutes. Explain that PCA responds to variance. Scaling prevents genes with large numerical ranges from dominating. Source: https://github.com/MartinLoza/CIAD_workshop_sc/blob/main/notebooks/02_qc_and_clustering.ipynb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 minutes. Use the two projections to explain that a PC1–PC2 scatter does not contain every useful pattern. FindNeighbors and UMAP use several selected PCs. The colors are teaching labels, not labels known before clustering. Source: https://github.com/MartinLoza/CIAD_workshop_sc/blob/main/notebooks/02_qc_and_clustering.ipynb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 minutes. Clustering happens in PCA space through a nearest-neighbor graph. Source: https://github.com/MartinLoza/CIAD_workshop_sc/blob/main/notebooks/02_qc_and_clustering.ipynb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 minutes. Follow the same 18 cells from the PCA neighbor graph into the UMAP. Explain that UMAP uses several PCs, not only PC1 and PC2. Stress that UMAP displays the neighborhoods but does not define the clusters, and distances between clusters have limited meaning. Source: https://github.com/MartinLoza/CIAD_workshop_sc/blob/main/notebooks/02_qc_and_clustering.ipynb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 minutes. The heatmap is schematic. FindAllMarkers compares each cluster with the remaining cells. Source: https://github.com/MartinLoza/CIAD_workshop_sc/blob/main/notebooks/02_qc_and_clustering.ipynb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 minutes. The examples are canonical PBMC markers used in the notebook. Cluster numbering can change with analysis choices. Source: https://github.com/MartinLoza/CIAD_workshop_sc/blob/main/notebooks/02_qc_and_clustering.ipynb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 minutes. CCA uses Seurat IntegrateLayers; Harmony and Canek operate on PCA embeddings in this workshop. Source: https://github.com/MartinLoza/CIAD_workshop_sc/blob/main/notebooks/03_integration.ipynb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 spatial transcriptomics illustration generated for this workshop deck with OpenAI ImageGen.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2 minutes. The workshop asks participants to inspect counts in space before filtering, then uses SCTransform. Source: https://github.com/MartinLoza/CIAD_workshop_sc/blob/main/notebooks/04_spatial.ipynb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reserve 10 minutes for questions, then use the four notebook labels as the transition into the practical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The hands-on notebook uses VlnPlot to compare marker expression across clusters. Source: https://github.com/MartinLoza/CIAD_workshop_sc/blob/main/notebooks/02_qc_and_clustering.ipynb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44ae213f4943b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ade1e3aa2c49a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c72189b7859400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bdb6398f4d849b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ba6caad3ef0453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b7e3e84ff8c41c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9ec4f4ba07b4c2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a940c97668f44f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481efa096ba407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67c1e0692ea4ac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62f946624154b70"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F00CEEE-480F-4914-AA68-3E2F4718F810}"/>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BD866B7A-C581-431F-9C3B-1D6C920DDB1C}"/>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B54FD65D-46E6-4522-9252-55A6BFBC15D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150DE72-BAB3-431E-8F5E-1A99948C259D}" type="datetimeFigureOut">
              <a:t>9/19/2026</a:t>
            </a:fld>
            <a:endParaRPr/>
          </a:p>
        </p:txBody>
      </p:sp>
      <p:sp>
        <p:nvSpPr>
          <p:cNvPr id="5" name="Footer Placeholder 4">
            <a:extLst xmlns:a="http://schemas.openxmlformats.org/drawingml/2006/main">
              <a:ext uri="{FF2B5EF4-FFF2-40B4-BE49-F238E27FC236}">
                <a16:creationId xmlns:a16="http://schemas.microsoft.com/office/drawing/2014/main" id="{64F3BB60-EA79-48E5-B926-13F8127D7F2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6FCBE1E-DCAE-407A-A659-4AAAA59AEE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A8FC685-32EA-4AF7-85BA-FE94D28BA80A}"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FF5AF17-255F-482B-8D6C-EDF2008192A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76AECAD-151C-451B-AB40-ADFF1D02E4D6}"/>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1BCCAA5-BE7C-48CE-93E2-06F990DE933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150DE72-BAB3-431E-8F5E-1A99948C259D}" type="datetimeFigureOut">
              <a:t>9/19/2026</a:t>
            </a:fld>
            <a:endParaRPr/>
          </a:p>
        </p:txBody>
      </p:sp>
      <p:sp>
        <p:nvSpPr>
          <p:cNvPr id="5" name="Footer Placeholder 4">
            <a:extLst xmlns:a="http://schemas.openxmlformats.org/drawingml/2006/main">
              <a:ext uri="{FF2B5EF4-FFF2-40B4-BE49-F238E27FC236}">
                <a16:creationId xmlns:a16="http://schemas.microsoft.com/office/drawing/2014/main" id="{A219AAB8-B6D7-4D85-93A0-6D1CE644F7D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D4C15A7-663C-4ADC-9807-3659B127E1D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A8FC685-32EA-4AF7-85BA-FE94D28BA80A}"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8A378FF-5961-487B-8E52-07882D25303E}"/>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674F4470-361D-470D-BE84-C1A90D767C8C}"/>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F3E5F025-1DE6-4E25-8A37-40BC52392B2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150DE72-BAB3-431E-8F5E-1A99948C259D}" type="datetimeFigureOut">
              <a:t>9/19/2026</a:t>
            </a:fld>
            <a:endParaRPr/>
          </a:p>
        </p:txBody>
      </p:sp>
      <p:sp>
        <p:nvSpPr>
          <p:cNvPr id="5" name="Footer Placeholder 4">
            <a:extLst xmlns:a="http://schemas.openxmlformats.org/drawingml/2006/main">
              <a:ext uri="{FF2B5EF4-FFF2-40B4-BE49-F238E27FC236}">
                <a16:creationId xmlns:a16="http://schemas.microsoft.com/office/drawing/2014/main" id="{A7DAA4AE-0B1C-44D8-9FF7-85537CF4396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C0309B0-B6A6-46FD-AFF0-C37A2D06E78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A8FC685-32EA-4AF7-85BA-FE94D28BA80A}"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5CF0D95-C2AE-43E8-BD7F-1B782CF9BA8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2DA2110-A700-451F-BF45-B1F601CB9BE2}"/>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7CED4D88-CDDB-4892-9621-EAF6615622EF}"/>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7598DBD7-A254-4549-9589-4761CC2C8A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150DE72-BAB3-431E-8F5E-1A99948C259D}" type="datetimeFigureOut">
              <a:t>9/19/2026</a:t>
            </a:fld>
            <a:endParaRPr/>
          </a:p>
        </p:txBody>
      </p:sp>
      <p:sp>
        <p:nvSpPr>
          <p:cNvPr id="6" name="Footer Placeholder 5">
            <a:extLst xmlns:a="http://schemas.openxmlformats.org/drawingml/2006/main">
              <a:ext uri="{FF2B5EF4-FFF2-40B4-BE49-F238E27FC236}">
                <a16:creationId xmlns:a16="http://schemas.microsoft.com/office/drawing/2014/main" id="{CAC7BC3A-007E-4A85-9367-807E7E76FC0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0ED4483-C18A-4F27-8303-372C22A0FD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A8FC685-32EA-4AF7-85BA-FE94D28BA80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8B5F38-C7B8-4EF7-9DB7-C0C311D0A05B}"/>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BA51003-A542-4E3B-9A49-86DF8001428B}"/>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18702FE-57B8-4F7C-AF97-B6781EC9A794}"/>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AB49D3DC-4883-4753-8427-03F9FAE3F87E}"/>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0A3CAF9-72F0-4A5A-BEE6-EBDEEEB1EA6D}"/>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0DA194FA-D1D0-406A-8ADE-30E946C84BA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150DE72-BAB3-431E-8F5E-1A99948C259D}" type="datetimeFigureOut">
              <a:t>9/19/2026</a:t>
            </a:fld>
            <a:endParaRPr/>
          </a:p>
        </p:txBody>
      </p:sp>
      <p:sp>
        <p:nvSpPr>
          <p:cNvPr id="8" name="Footer Placeholder 7">
            <a:extLst xmlns:a="http://schemas.openxmlformats.org/drawingml/2006/main">
              <a:ext uri="{FF2B5EF4-FFF2-40B4-BE49-F238E27FC236}">
                <a16:creationId xmlns:a16="http://schemas.microsoft.com/office/drawing/2014/main" id="{B7F42082-428C-4A9C-851F-C0C2262ED6B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3BAB89F-CC1E-4C89-B270-FCE0826898A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A8FC685-32EA-4AF7-85BA-FE94D28BA80A}"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724961D-A3FD-4735-A277-242ADC2583E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B7FE7A6A-23EE-4EC8-8B5A-416ACA0BDA4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150DE72-BAB3-431E-8F5E-1A99948C259D}" type="datetimeFigureOut">
              <a:t>9/19/2026</a:t>
            </a:fld>
            <a:endParaRPr/>
          </a:p>
        </p:txBody>
      </p:sp>
      <p:sp>
        <p:nvSpPr>
          <p:cNvPr id="4" name="Footer Placeholder 3">
            <a:extLst xmlns:a="http://schemas.openxmlformats.org/drawingml/2006/main">
              <a:ext uri="{FF2B5EF4-FFF2-40B4-BE49-F238E27FC236}">
                <a16:creationId xmlns:a16="http://schemas.microsoft.com/office/drawing/2014/main" id="{8FAE2304-5DEB-47FE-862B-73A596DD7C7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057D268-E07A-428C-BF34-6A54BE6EEE2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A8FC685-32EA-4AF7-85BA-FE94D28BA80A}"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2A7F905-378A-463F-8D6D-CA55D0A3C2D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150DE72-BAB3-431E-8F5E-1A99948C259D}" type="datetimeFigureOut">
              <a:t>9/19/2026</a:t>
            </a:fld>
            <a:endParaRPr/>
          </a:p>
        </p:txBody>
      </p:sp>
      <p:sp>
        <p:nvSpPr>
          <p:cNvPr id="3" name="Footer Placeholder 2">
            <a:extLst xmlns:a="http://schemas.openxmlformats.org/drawingml/2006/main">
              <a:ext uri="{FF2B5EF4-FFF2-40B4-BE49-F238E27FC236}">
                <a16:creationId xmlns:a16="http://schemas.microsoft.com/office/drawing/2014/main" id="{AE84C343-6270-4DA2-95F8-78D6DA9CA52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DFE5C4EC-6D00-4473-9564-DBA16146B7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A8FC685-32EA-4AF7-85BA-FE94D28BA80A}"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9955434-4BAA-421C-BFCC-95C0230466C6}"/>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589A42B-3668-4F67-9B6C-8B1CEE3ABFC9}"/>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BD409D02-8C38-4227-82EA-309FE4CCA88A}"/>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A377B5F-23BA-4C6F-9402-D80AA79EFC8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150DE72-BAB3-431E-8F5E-1A99948C259D}" type="datetimeFigureOut">
              <a:t>9/19/2026</a:t>
            </a:fld>
            <a:endParaRPr/>
          </a:p>
        </p:txBody>
      </p:sp>
      <p:sp>
        <p:nvSpPr>
          <p:cNvPr id="6" name="Footer Placeholder 5">
            <a:extLst xmlns:a="http://schemas.openxmlformats.org/drawingml/2006/main">
              <a:ext uri="{FF2B5EF4-FFF2-40B4-BE49-F238E27FC236}">
                <a16:creationId xmlns:a16="http://schemas.microsoft.com/office/drawing/2014/main" id="{80DD4CBE-AE72-46F7-927D-2556750C015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4111FFF-5840-4FCD-9CF6-0B597EE9C9F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A8FC685-32EA-4AF7-85BA-FE94D28BA80A}"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5692A83-D485-4A1B-A8B1-16B3605A7799}"/>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EB2CD797-EA7C-4432-B081-87B26CC52624}"/>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p>
        </p:txBody>
      </p:sp>
      <p:sp>
        <p:nvSpPr>
          <p:cNvPr id="4" name="Text Placeholder 3">
            <a:extLst xmlns:a="http://schemas.openxmlformats.org/drawingml/2006/main">
              <a:ext uri="{FF2B5EF4-FFF2-40B4-BE49-F238E27FC236}">
                <a16:creationId xmlns:a16="http://schemas.microsoft.com/office/drawing/2014/main" id="{3F6E41EF-10D6-4B5D-AED5-D8847547F8C6}"/>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9613CB3-77C2-4B8C-B410-620A42A9BF2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150DE72-BAB3-431E-8F5E-1A99948C259D}" type="datetimeFigureOut">
              <a:t>9/19/2026</a:t>
            </a:fld>
            <a:endParaRPr/>
          </a:p>
        </p:txBody>
      </p:sp>
      <p:sp>
        <p:nvSpPr>
          <p:cNvPr id="6" name="Footer Placeholder 5">
            <a:extLst xmlns:a="http://schemas.openxmlformats.org/drawingml/2006/main">
              <a:ext uri="{FF2B5EF4-FFF2-40B4-BE49-F238E27FC236}">
                <a16:creationId xmlns:a16="http://schemas.microsoft.com/office/drawing/2014/main" id="{16A88C2C-F95F-461C-8903-EDD3FEA75E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9F88985-DDBE-47C6-94F2-1A6FF35FEE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A8FC685-32EA-4AF7-85BA-FE94D28BA80A}"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6570802-D85D-4272-9C56-69CAF6288E9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C1C66053-E06F-4A19-913A-7F464F09B01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13E6FBC-070C-405C-A47D-8D4B7A34F3A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150DE72-BAB3-431E-8F5E-1A99948C259D}" type="datetimeFigureOut">
              <a:t>9/19/2026</a:t>
            </a:fld>
            <a:endParaRPr/>
          </a:p>
        </p:txBody>
      </p:sp>
      <p:sp>
        <p:nvSpPr>
          <p:cNvPr id="5" name="Footer Placeholder 4">
            <a:extLst xmlns:a="http://schemas.openxmlformats.org/drawingml/2006/main">
              <a:ext uri="{FF2B5EF4-FFF2-40B4-BE49-F238E27FC236}">
                <a16:creationId xmlns:a16="http://schemas.microsoft.com/office/drawing/2014/main" id="{8E9A20E9-ACF3-4176-AED8-FE93644B98D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DEB48B5-8B78-435E-A579-A75890FB14E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A8FC685-32EA-4AF7-85BA-FE94D28BA80A}"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D47E6DBB-9E1F-4AAF-856A-FB0C9E67C2A8}"/>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C2D0C58C-C86C-410B-93AE-BF91FA8FF56F}"/>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36CAE3B6-BC9C-4C6E-96CD-E5311B5AF98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150DE72-BAB3-431E-8F5E-1A99948C259D}" type="datetimeFigureOut">
              <a:t>9/19/2026</a:t>
            </a:fld>
            <a:endParaRPr/>
          </a:p>
        </p:txBody>
      </p:sp>
      <p:sp>
        <p:nvSpPr>
          <p:cNvPr id="5" name="Footer Placeholder 4">
            <a:extLst xmlns:a="http://schemas.openxmlformats.org/drawingml/2006/main">
              <a:ext uri="{FF2B5EF4-FFF2-40B4-BE49-F238E27FC236}">
                <a16:creationId xmlns:a16="http://schemas.microsoft.com/office/drawing/2014/main" id="{1CF711B9-51C4-4FD0-81D0-BD9C5EB5847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E95863B-EDEB-40FA-A62D-DCEC8E6826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A8FC685-32EA-4AF7-85BA-FE94D28BA80A}"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02f5e8fc10486d" /><Relationship Type="http://schemas.openxmlformats.org/officeDocument/2006/relationships/slideLayout" Target="/ppt/slideLayouts/slideLayout1.xml" Id="Rd12b67fa48964401" /><Relationship Type="http://schemas.openxmlformats.org/officeDocument/2006/relationships/slideLayout" Target="/ppt/slideLayouts/slideLayout2.xml" Id="R5c81a430bdd140ec" /><Relationship Type="http://schemas.openxmlformats.org/officeDocument/2006/relationships/slideLayout" Target="/ppt/slideLayouts/slideLayout3.xml" Id="Rd83655cdadbe4513" /><Relationship Type="http://schemas.openxmlformats.org/officeDocument/2006/relationships/slideLayout" Target="/ppt/slideLayouts/slideLayout4.xml" Id="R1641de73d6bc4043" /><Relationship Type="http://schemas.openxmlformats.org/officeDocument/2006/relationships/slideLayout" Target="/ppt/slideLayouts/slideLayout5.xml" Id="R8b0aa182b59847a1" /><Relationship Type="http://schemas.openxmlformats.org/officeDocument/2006/relationships/slideLayout" Target="/ppt/slideLayouts/slideLayout6.xml" Id="Rcba9a7b690c44284" /><Relationship Type="http://schemas.openxmlformats.org/officeDocument/2006/relationships/slideLayout" Target="/ppt/slideLayouts/slideLayout7.xml" Id="R335d036da5af4e29" /><Relationship Type="http://schemas.openxmlformats.org/officeDocument/2006/relationships/slideLayout" Target="/ppt/slideLayouts/slideLayout8.xml" Id="Rd901e6fcd2bc470c" /><Relationship Type="http://schemas.openxmlformats.org/officeDocument/2006/relationships/slideLayout" Target="/ppt/slideLayouts/slideLayout9.xml" Id="R99214ec8c4da41f7" /><Relationship Type="http://schemas.openxmlformats.org/officeDocument/2006/relationships/slideLayout" Target="/ppt/slideLayouts/slideLayout10.xml" Id="Rb7eacf93b93b4647" /><Relationship Type="http://schemas.openxmlformats.org/officeDocument/2006/relationships/slideLayout" Target="/ppt/slideLayouts/slideLayout11.xml" Id="R68e9afc6416846e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C59BCB8-1A01-4DCF-994B-AE0603E0318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59896FC-6633-4E38-B85F-04F99B347855}"/>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E51F68F-7713-4494-AD01-0F68D299CDA8}"/>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0150DE72-BAB3-431E-8F5E-1A99948C259D}" type="datetimeFigureOut">
              <a:t>9/19/2026</a:t>
            </a:fld>
            <a:endParaRPr/>
          </a:p>
        </p:txBody>
      </p:sp>
      <p:sp>
        <p:nvSpPr>
          <p:cNvPr id="5" name="Footer Placeholder 4">
            <a:extLst xmlns:a="http://schemas.openxmlformats.org/drawingml/2006/main">
              <a:ext uri="{FF2B5EF4-FFF2-40B4-BE49-F238E27FC236}">
                <a16:creationId xmlns:a16="http://schemas.microsoft.com/office/drawing/2014/main" id="{50AA7FF0-6FA5-46F7-81C6-FB577B0E72F6}"/>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F89E71B-5EA2-4B60-80C1-174AB3C3CFA4}"/>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DA8FC685-32EA-4AF7-85BA-FE94D28BA80A}"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2b67fa48964401"/>
    <p:sldLayoutId xmlns:r="http://schemas.openxmlformats.org/officeDocument/2006/relationships" id="2147483650" r:id="R5c81a430bdd140ec"/>
    <p:sldLayoutId xmlns:r="http://schemas.openxmlformats.org/officeDocument/2006/relationships" id="2147483651" r:id="Rd83655cdadbe4513"/>
    <p:sldLayoutId xmlns:r="http://schemas.openxmlformats.org/officeDocument/2006/relationships" id="2147483652" r:id="R1641de73d6bc4043"/>
    <p:sldLayoutId xmlns:r="http://schemas.openxmlformats.org/officeDocument/2006/relationships" id="2147483653" r:id="R8b0aa182b59847a1"/>
    <p:sldLayoutId xmlns:r="http://schemas.openxmlformats.org/officeDocument/2006/relationships" id="2147483654" r:id="Rcba9a7b690c44284"/>
    <p:sldLayoutId xmlns:r="http://schemas.openxmlformats.org/officeDocument/2006/relationships" id="2147483655" r:id="R335d036da5af4e29"/>
    <p:sldLayoutId xmlns:r="http://schemas.openxmlformats.org/officeDocument/2006/relationships" id="2147483656" r:id="Rd901e6fcd2bc470c"/>
    <p:sldLayoutId xmlns:r="http://schemas.openxmlformats.org/officeDocument/2006/relationships" id="2147483657" r:id="R99214ec8c4da41f7"/>
    <p:sldLayoutId xmlns:r="http://schemas.openxmlformats.org/officeDocument/2006/relationships" id="2147483658" r:id="Rb7eacf93b93b4647"/>
    <p:sldLayoutId xmlns:r="http://schemas.openxmlformats.org/officeDocument/2006/relationships" id="2147483659" r:id="R68e9afc6416846e6"/>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Yello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0e009cbfaab46d7" /><Relationship Type="http://schemas.openxmlformats.org/officeDocument/2006/relationships/image" Target="/ppt/media/image.png" Id="R645e5ba73e974dd3" /><Relationship Type="http://schemas.openxmlformats.org/officeDocument/2006/relationships/image" Target="/ppt/media/image2.png" Id="R5f5fc43576bb4a4e" /><Relationship Type="http://schemas.openxmlformats.org/officeDocument/2006/relationships/notesSlide" Target="/ppt/notesSlides/notesSlide1.xml" Id="R8bc22856a41e45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63ead4d1ca248eb" /><Relationship Type="http://schemas.openxmlformats.org/officeDocument/2006/relationships/notesSlide" Target="/ppt/notesSlides/notesSlide2.xml" Id="R83940d7379034f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1697ee8d8bf4a34" /><Relationship Type="http://schemas.openxmlformats.org/officeDocument/2006/relationships/image" Target="/ppt/media/image3.png" Id="R1b3e61e608bf4a74" /><Relationship Type="http://schemas.openxmlformats.org/officeDocument/2006/relationships/notesSlide" Target="/ppt/notesSlides/notesSlide3.xml" Id="Rda979c909f0e435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3b1d061eaf294437" /><Relationship Type="http://schemas.openxmlformats.org/officeDocument/2006/relationships/notesSlide" Target="/ppt/notesSlides/notesSlide4.xml" Id="R3d997968feb148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5bdc26b5c83049f7" /><Relationship Type="http://schemas.openxmlformats.org/officeDocument/2006/relationships/notesSlide" Target="/ppt/notesSlides/notesSlide5.xml" Id="R4cce3c77b7fa4f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c379c678764f4121" /><Relationship Type="http://schemas.openxmlformats.org/officeDocument/2006/relationships/notesSlide" Target="/ppt/notesSlides/notesSlide6.xml" Id="Rcf2e7ed30f164c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4b99e0e6e042d3" /><Relationship Type="http://schemas.openxmlformats.org/officeDocument/2006/relationships/image" Target="/ppt/media/image4.png" Id="R95a991dec962495f" /><Relationship Type="http://schemas.openxmlformats.org/officeDocument/2006/relationships/notesSlide" Target="/ppt/notesSlides/notesSlide7.xml" Id="R572d81a2efe543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84666ea78d744c2" /><Relationship Type="http://schemas.openxmlformats.org/officeDocument/2006/relationships/notesSlide" Target="/ppt/notesSlides/notesSlide8.xml" Id="R2391709daa6542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7bae66792c54cc1" /><Relationship Type="http://schemas.openxmlformats.org/officeDocument/2006/relationships/notesSlide" Target="/ppt/notesSlides/notesSlide9.xml" Id="R5bda31a8b9d14d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cf204fc901e44a48" /><Relationship Type="http://schemas.openxmlformats.org/officeDocument/2006/relationships/notesSlide" Target="/ppt/notesSlides/notesSlide10.xml" Id="R59904ba9b3ec47a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b01b034d522d41db" /><Relationship Type="http://schemas.openxmlformats.org/officeDocument/2006/relationships/notesSlide" Target="/ppt/notesSlides/notesSlide11.xml" Id="Re5e98be12b5a47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a252fdc74a8a49ec" /><Relationship Type="http://schemas.openxmlformats.org/officeDocument/2006/relationships/notesSlide" Target="/ppt/notesSlides/notesSlide12.xml" Id="Ra10996acccd642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7572437f16a84c24" /><Relationship Type="http://schemas.openxmlformats.org/officeDocument/2006/relationships/notesSlide" Target="/ppt/notesSlides/notesSlide13.xml" Id="Ra7470fedfb034e5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9a6af4d4f7074ee9" /><Relationship Type="http://schemas.openxmlformats.org/officeDocument/2006/relationships/notesSlide" Target="/ppt/notesSlides/notesSlide14.xml" Id="Rf1661efe813d475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b44ccf00a3ec43a9" /><Relationship Type="http://schemas.openxmlformats.org/officeDocument/2006/relationships/notesSlide" Target="/ppt/notesSlides/notesSlide15.xml" Id="Racad984dce2148a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3dfd884355fb4c35" /><Relationship Type="http://schemas.openxmlformats.org/officeDocument/2006/relationships/notesSlide" Target="/ppt/notesSlides/notesSlide16.xml" Id="R342203a47f5c409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220bdd320bfd480d" /><Relationship Type="http://schemas.openxmlformats.org/officeDocument/2006/relationships/notesSlide" Target="/ppt/notesSlides/notesSlide17.xml" Id="R22df2fe150d0433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792812a5dcc748e1" /><Relationship Type="http://schemas.openxmlformats.org/officeDocument/2006/relationships/notesSlide" Target="/ppt/notesSlides/notesSlide18.xml" Id="R12baefe6b55748a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efa099b001954593" /><Relationship Type="http://schemas.openxmlformats.org/officeDocument/2006/relationships/notesSlide" Target="/ppt/notesSlides/notesSlide19.xml" Id="R4cd776cb66934b6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361216fe8a1d4f47" /><Relationship Type="http://schemas.openxmlformats.org/officeDocument/2006/relationships/notesSlide" Target="/ppt/notesSlides/notesSlide20.xml" Id="Ra6490850fac64c4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4cb261d54dbc4b8c" /><Relationship Type="http://schemas.openxmlformats.org/officeDocument/2006/relationships/notesSlide" Target="/ppt/notesSlides/notesSlide21.xml" Id="R73af28c473584b5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787d6451b8f443dd" /><Relationship Type="http://schemas.openxmlformats.org/officeDocument/2006/relationships/notesSlide" Target="/ppt/notesSlides/notesSlide22.xml" Id="R34d16aef2af3438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d51c156f3a44ba5" /><Relationship Type="http://schemas.openxmlformats.org/officeDocument/2006/relationships/notesSlide" Target="/ppt/notesSlides/notesSlide23.xml" Id="R49540e77a61b4a5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ccef3ccdc4b04929" /><Relationship Type="http://schemas.openxmlformats.org/officeDocument/2006/relationships/notesSlide" Target="/ppt/notesSlides/notesSlide24.xml" Id="Rb0f2b2f7eec9483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8419fa2cd4df4db4" /><Relationship Type="http://schemas.openxmlformats.org/officeDocument/2006/relationships/image" Target="/ppt/media/image5.png" Id="R34f314ded97e49cb" /><Relationship Type="http://schemas.openxmlformats.org/officeDocument/2006/relationships/image" Target="/ppt/media/image6.png" Id="Rf3453429a5e7455a" /><Relationship Type="http://schemas.openxmlformats.org/officeDocument/2006/relationships/notesSlide" Target="/ppt/notesSlides/notesSlide25.xml" Id="R53313262d32c4d3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f0a269b0c4a24094" /><Relationship Type="http://schemas.openxmlformats.org/officeDocument/2006/relationships/notesSlide" Target="/ppt/notesSlides/notesSlide26.xml" Id="Rc5bc4fa9406c431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520da463896846dc" /><Relationship Type="http://schemas.openxmlformats.org/officeDocument/2006/relationships/image" Target="/ppt/media/image7.png" Id="R04c70419a14d4bb1" /><Relationship Type="http://schemas.openxmlformats.org/officeDocument/2006/relationships/image" Target="/ppt/media/image8.png" Id="Rd4b86906982541e1" /><Relationship Type="http://schemas.openxmlformats.org/officeDocument/2006/relationships/notesSlide" Target="/ppt/notesSlides/notesSlide27.xml" Id="Rf69a575aed7848f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b24ac151efe46f7" /><Relationship Type="http://schemas.openxmlformats.org/officeDocument/2006/relationships/image" Target="/ppt/media/image9.png" Id="R37d6b2f280314f74" /><Relationship Type="http://schemas.openxmlformats.org/officeDocument/2006/relationships/notesSlide" Target="/ppt/notesSlides/notesSlide28.xml" Id="R79887cdc7be1474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2050aa340b614906" /><Relationship Type="http://schemas.openxmlformats.org/officeDocument/2006/relationships/notesSlide" Target="/ppt/notesSlides/notesSlide29.xml" Id="R6f7dd98211b149b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e3d71991bce04102" /><Relationship Type="http://schemas.openxmlformats.org/officeDocument/2006/relationships/notesSlide" Target="/ppt/notesSlides/notesSlide30.xml" Id="R7cdb54f796604a5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298d45962c9847a4" /><Relationship Type="http://schemas.openxmlformats.org/officeDocument/2006/relationships/notesSlide" Target="/ppt/notesSlides/notesSlide31.xml" Id="R430f525bd34643c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e3756a30a5fe4e31" /><Relationship Type="http://schemas.openxmlformats.org/officeDocument/2006/relationships/hyperlink" Target="https://github.com/MartinLoza/CIAD_workshop_sc" TargetMode="External" Id="R4bb3187bf07140be" /><Relationship Type="http://schemas.openxmlformats.org/officeDocument/2006/relationships/notesSlide" Target="/ppt/notesSlides/notesSlide32.xml" Id="R55be83808562496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cdd6bb43a52047ae" /><Relationship Type="http://schemas.openxmlformats.org/officeDocument/2006/relationships/notesSlide" Target="/ppt/notesSlides/notesSlide33.xml" Id="R436ce0ac03fb46a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a78163ff178040f5" /><Relationship Type="http://schemas.openxmlformats.org/officeDocument/2006/relationships/notesSlide" Target="/ppt/notesSlides/notesSlide34.xml" Id="Rc32b3fbc30d54f8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A69CA08-6E49-5148-3DA4-57B9762E226D}"/>
              </a:ext>
            </a:extLst>
          </p:cNvPr>
          <p:cNvSpPr>
            <a:spLocks xmlns:a="http://schemas.openxmlformats.org/drawingml/2006/main" noGrp="1"/>
          </p:cNvSpPr>
          <p:nvPr>
            <p:ph type="ctrTitle" idx="0"/>
          </p:nvPr>
        </p:nvSpPr>
        <p:spPr>
          <a:xfrm xmlns:a="http://schemas.openxmlformats.org/drawingml/2006/main">
            <a:off x="226910" y="1345435"/>
            <a:ext cx="10900249" cy="2387600"/>
          </a:xfrm>
        </p:spPr>
        <p:txBody>
          <a:bodyPr xmlns:a="http://schemas.openxmlformats.org/drawingml/2006/main">
            <a:normAutofit/>
          </a:bodyPr>
          <a:lstStyle xmlns:a="http://schemas.openxmlformats.org/drawingml/2006/main"/>
          <a:p xmlns:a="http://schemas.openxmlformats.org/drawingml/2006/main">
            <a:r>
              <a:t>Single-cell RNA-seq data analysis</a:t>
            </a:r>
          </a:p>
        </p:txBody>
      </p:sp>
      <p:sp>
        <p:nvSpPr>
          <p:cNvPr id="3" name="Subtitle 2">
            <a:extLst xmlns:a="http://schemas.openxmlformats.org/drawingml/2006/main">
              <a:ext uri="{FF2B5EF4-FFF2-40B4-BE49-F238E27FC236}">
                <a16:creationId xmlns:a16="http://schemas.microsoft.com/office/drawing/2014/main" id="{7258C81E-42BD-633C-B840-23E017E1A916}"/>
              </a:ext>
            </a:extLst>
          </p:cNvPr>
          <p:cNvSpPr>
            <a:spLocks xmlns:a="http://schemas.openxmlformats.org/drawingml/2006/main" noGrp="1"/>
          </p:cNvSpPr>
          <p:nvPr>
            <p:ph type="subTitle" idx="1"/>
          </p:nvPr>
        </p:nvSpPr>
        <p:spPr>
          <a:xfrm xmlns:a="http://schemas.openxmlformats.org/drawingml/2006/main">
            <a:off x="2542868" y="3976496"/>
            <a:ext cx="6067732" cy="1397423"/>
          </a:xfrm>
        </p:spPr>
        <p:txBody>
          <a:bodyPr xmlns:a="http://schemas.openxmlformats.org/drawingml/2006/main">
            <a:normAutofit/>
          </a:bodyPr>
          <a:lstStyle xmlns:a="http://schemas.openxmlformats.org/drawingml/2006/main"/>
          <a:p xmlns:a="http://schemas.openxmlformats.org/drawingml/2006/main">
            <a:r>
              <a:t>Martin Loza</a:t>
            </a:r>
          </a:p>
          <a:p xmlns:a="http://schemas.openxmlformats.org/drawingml/2006/main">
            <a:r>
              <a:t>Functional Analysis in Silico (FAiS) lab, The University of Tokyo</a:t>
            </a:r>
          </a:p>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44F1D955-8FE1-B4FF-1A44-95811C8802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4B11FE4-D053-9443-8A5D-C0D5157A3313}" type="slidenum">
              <a:t>1</a:t>
            </a:fld>
            <a:endParaRPr/>
          </a:p>
        </p:txBody>
      </p:sp>
      <p:sp>
        <p:nvSpPr>
          <p:cNvPr id="4" name="Rectangle 3">
            <a:extLst xmlns:a="http://schemas.openxmlformats.org/drawingml/2006/main">
              <a:ext uri="{FF2B5EF4-FFF2-40B4-BE49-F238E27FC236}">
                <a16:creationId xmlns:a16="http://schemas.microsoft.com/office/drawing/2014/main" id="{560EAA1F-5FA2-65BE-5A6E-92EBE696FF98}"/>
              </a:ext>
            </a:extLst>
          </p:cNvPr>
          <p:cNvSpPr>
            <a:spLocks xmlns:a="http://schemas.openxmlformats.org/drawingml/2006/main" noGrp="1"/>
          </p:cNvSpPr>
          <p:nvPr/>
        </p:nvSpPr>
        <p:spPr>
          <a:xfrm xmlns:a="http://schemas.openxmlformats.org/drawingml/2006/main">
            <a:off x="11332360" y="0"/>
            <a:ext cx="859640" cy="6858000"/>
          </a:xfrm>
          <a:prstGeom xmlns:a="http://schemas.openxmlformats.org/drawingml/2006/main" prst="rect">
            <a:avLst/>
          </a:prstGeom>
          <a:ln xmlns:a="http://schemas.openxmlformats.org/drawingml/2006/main">
            <a:noFill/>
          </a:ln>
        </p:spPr>
        <p:style>
          <a:lnRef xmlns:a="http://schemas.openxmlformats.org/drawingml/2006/main" idx="2">
            <a:schemeClr val="accent4">
              <a:shade val="50000"/>
            </a:schemeClr>
          </a:lnRef>
          <a:fillRef xmlns:a="http://schemas.openxmlformats.org/drawingml/2006/main" idx="1">
            <a:schemeClr val="accent4"/>
          </a:fillRef>
          <a:effectRef xmlns:a="http://schemas.openxmlformats.org/drawingml/2006/main" idx="0">
            <a:schemeClr val="accent4"/>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2" name="Picture 5"/>
          <p:cNvPicPr>
            <a:picLocks xmlns:a="http://schemas.openxmlformats.org/drawingml/2006/main" noChangeAspect="1"/>
          </p:cNvPicPr>
          <p:nvPr/>
        </p:nvPicPr>
        <p:blipFill>
          <a:blip xmlns:r="http://schemas.openxmlformats.org/officeDocument/2006/relationships" xmlns:a="http://schemas.openxmlformats.org/drawingml/2006/main" r:embed="R645e5ba73e974dd3"/>
          <a:stretch xmlns:a="http://schemas.openxmlformats.org/drawingml/2006/main">
            <a:fillRect l="0" t="0" r="0" b="0"/>
          </a:stretch>
        </p:blipFill>
        <p:spPr>
          <a:xfrm xmlns:a="http://schemas.openxmlformats.org/drawingml/2006/main">
            <a:off x="4470125" y="136525"/>
            <a:ext cx="4266371" cy="1062628"/>
          </a:xfrm>
          <a:prstGeom xmlns:a="http://schemas.openxmlformats.org/drawingml/2006/main" prst="rect">
            <a:avLst/>
          </a:prstGeom>
        </p:spPr>
      </p:pic>
      <p:pic>
        <p:nvPicPr>
          <p:cNvPr id="13" name="Picture 6"/>
          <p:cNvPicPr>
            <a:picLocks xmlns:a="http://schemas.openxmlformats.org/drawingml/2006/main" noChangeAspect="1"/>
          </p:cNvPicPr>
          <p:nvPr/>
        </p:nvPicPr>
        <p:blipFill>
          <a:blip xmlns:r="http://schemas.openxmlformats.org/officeDocument/2006/relationships" xmlns:a="http://schemas.openxmlformats.org/drawingml/2006/main" r:embed="R5f5fc43576bb4a4e"/>
          <a:stretch xmlns:a="http://schemas.openxmlformats.org/drawingml/2006/main">
            <a:fillRect l="0" t="0" r="0" b="0"/>
          </a:stretch>
        </p:blipFill>
        <p:spPr>
          <a:xfrm xmlns:a="http://schemas.openxmlformats.org/drawingml/2006/main">
            <a:off x="132422" y="155575"/>
            <a:ext cx="3876014" cy="1068129"/>
          </a:xfrm>
          <a:prstGeom xmlns:a="http://schemas.openxmlformats.org/drawingml/2006/main" prst="rect">
            <a:avLst/>
          </a:prstGeom>
        </p:spPr>
      </p:pic>
    </p:spTree>
    <p:extLst>
      <p:ext uri="{BB962C8B-B14F-4D97-AF65-F5344CB8AC3E}">
        <p14:creationId xmlns:p14="http://schemas.microsoft.com/office/powerpoint/2010/main" val="4824313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lide-title">
            <a:extLst xmlns:a="http://schemas.openxmlformats.org/drawingml/2006/main">
              <a:ext uri="{FF2B5EF4-FFF2-40B4-BE49-F238E27FC236}">
                <a16:creationId xmlns:a16="http://schemas.microsoft.com/office/drawing/2014/main" id="{AEF4B59F-ED21-4295-990B-B2EB870820CB}"/>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3225">
                <a:solidFill>
                  <a:srgbClr val="111827"/>
                </a:solidFill>
                <a:latin typeface="Arial"/>
                <a:ea typeface="Arial"/>
                <a:cs typeface="Arial"/>
              </a:defRPr>
            </a:pPr>
            <a:r>
              <a:rPr sz="3225">
                <a:solidFill>
                  <a:srgbClr val="111827"/>
                </a:solidFill>
                <a:latin typeface="Arial"/>
                <a:ea typeface="Arial"/>
                <a:cs typeface="Arial"/>
              </a:rPr>
              <a:t>Lecture roadmap</a:t>
            </a:r>
          </a:p>
        </p:txBody>
      </p:sp>
      <p:sp>
        <p:nvSpPr>
          <p:cNvPr id="2" name="title-accent">
            <a:extLst xmlns:a="http://schemas.openxmlformats.org/drawingml/2006/main">
              <a:ext uri="{FF2B5EF4-FFF2-40B4-BE49-F238E27FC236}">
                <a16:creationId xmlns:a16="http://schemas.microsoft.com/office/drawing/2014/main" id="{06D1E73B-1417-426A-B9D5-8760E0CFFB5C}"/>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sp>
      <p:sp>
        <p:nvSpPr>
          <p:cNvPr id="3" name="slide-subtitle">
            <a:extLst xmlns:a="http://schemas.openxmlformats.org/drawingml/2006/main">
              <a:ext uri="{FF2B5EF4-FFF2-40B4-BE49-F238E27FC236}">
                <a16:creationId xmlns:a16="http://schemas.microsoft.com/office/drawing/2014/main" id="{F9FBBF32-02B5-4E0C-84DC-95D5E87E2690}"/>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425">
                <a:solidFill>
                  <a:srgbClr val="5B6472"/>
                </a:solidFill>
                <a:latin typeface="Arial"/>
                <a:ea typeface="Arial"/>
                <a:cs typeface="Arial"/>
              </a:defRPr>
            </a:pPr>
            <a:r>
              <a:rPr sz="1425">
                <a:solidFill>
                  <a:srgbClr val="5B6472"/>
                </a:solidFill>
                <a:latin typeface="Arial"/>
                <a:ea typeface="Arial"/>
                <a:cs typeface="Arial"/>
              </a:rPr>
              <a:t>50 minutes of content, followed by 10 minutes for questions</a:t>
            </a:r>
          </a:p>
        </p:txBody>
      </p:sp>
      <p:sp>
        <p:nvSpPr>
          <p:cNvPr id="4" name="">
            <a:extLst xmlns:a="http://schemas.openxmlformats.org/drawingml/2006/main">
              <a:ext uri="{FF2B5EF4-FFF2-40B4-BE49-F238E27FC236}">
                <a16:creationId xmlns:a16="http://schemas.microsoft.com/office/drawing/2014/main" id="{6A52B843-22A7-409E-839A-B188D5BBBD5C}"/>
              </a:ext>
            </a:extLst>
          </p:cNvPr>
          <p:cNvSpPr>
            <a:spLocks xmlns:a="http://schemas.openxmlformats.org/drawingml/2006/main" noGrp="1"/>
          </p:cNvSpPr>
          <p:nvPr/>
        </p:nvSpPr>
        <p:spPr>
          <a:xfrm xmlns:a="http://schemas.openxmlformats.org/drawingml/2006/main">
            <a:off x="781050" y="1466850"/>
            <a:ext cx="10572750" cy="895350"/>
          </a:xfrm>
          <a:prstGeom xmlns:a="http://schemas.openxmlformats.org/drawingml/2006/main" prst="roundRect">
            <a:avLst>
              <a:gd name="adj" fmla="val 19149"/>
            </a:avLst>
          </a:prstGeom>
          <a:solidFill xmlns:a="http://schemas.openxmlformats.org/drawingml/2006/main">
            <a:srgbClr val="EAF0FA"/>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7802FB5-6AA5-4618-98CC-8F75E50F148C}"/>
              </a:ext>
            </a:extLst>
          </p:cNvPr>
          <p:cNvSpPr>
            <a:spLocks xmlns:a="http://schemas.openxmlformats.org/drawingml/2006/main" noGrp="1"/>
          </p:cNvSpPr>
          <p:nvPr/>
        </p:nvSpPr>
        <p:spPr>
          <a:xfrm xmlns:a="http://schemas.openxmlformats.org/drawingml/2006/main">
            <a:off x="1000125" y="1647825"/>
            <a:ext cx="533400" cy="533400"/>
          </a:xfrm>
          <a:prstGeom xmlns:a="http://schemas.openxmlformats.org/drawingml/2006/main" prst="ellipse">
            <a:avLst/>
          </a:prstGeom>
          <a:solidFill xmlns:a="http://schemas.openxmlformats.org/drawingml/2006/main">
            <a:srgbClr val="4472C4"/>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72D21B6C-EC96-46B8-B77B-4B34AD5D6970}"/>
              </a:ext>
            </a:extLst>
          </p:cNvPr>
          <p:cNvSpPr>
            <a:spLocks xmlns:a="http://schemas.openxmlformats.org/drawingml/2006/main" noGrp="1"/>
          </p:cNvSpPr>
          <p:nvPr/>
        </p:nvSpPr>
        <p:spPr>
          <a:xfrm xmlns:a="http://schemas.openxmlformats.org/drawingml/2006/main">
            <a:off x="1809750" y="1581150"/>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Bulk RNA-seq context</a:t>
            </a:r>
          </a:p>
        </p:txBody>
      </p:sp>
      <p:sp>
        <p:nvSpPr>
          <p:cNvPr id="7" name="">
            <a:extLst xmlns:a="http://schemas.openxmlformats.org/drawingml/2006/main">
              <a:ext uri="{FF2B5EF4-FFF2-40B4-BE49-F238E27FC236}">
                <a16:creationId xmlns:a16="http://schemas.microsoft.com/office/drawing/2014/main" id="{0EF32B81-8E95-4F52-84AD-6E80002D4F88}"/>
              </a:ext>
            </a:extLst>
          </p:cNvPr>
          <p:cNvSpPr>
            <a:spLocks xmlns:a="http://schemas.openxmlformats.org/drawingml/2006/main" noGrp="1"/>
          </p:cNvSpPr>
          <p:nvPr/>
        </p:nvSpPr>
        <p:spPr>
          <a:xfrm xmlns:a="http://schemas.openxmlformats.org/drawingml/2006/main">
            <a:off x="5095875" y="1562100"/>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500">
                <a:solidFill>
                  <a:srgbClr val="5B6472"/>
                </a:solidFill>
                <a:latin typeface="Arial"/>
                <a:ea typeface="Arial"/>
                <a:cs typeface="Arial"/>
              </a:defRPr>
            </a:pPr>
            <a:r>
              <a:rPr sz="1500">
                <a:solidFill>
                  <a:srgbClr val="5B6472"/>
                </a:solidFill>
                <a:latin typeface="Arial"/>
                <a:ea typeface="Arial"/>
                <a:cs typeface="Arial"/>
              </a:rPr>
              <a:t>A short introduction to reads and count matrices</a:t>
            </a:r>
          </a:p>
        </p:txBody>
      </p:sp>
      <p:sp>
        <p:nvSpPr>
          <p:cNvPr id="8" name="">
            <a:extLst xmlns:a="http://schemas.openxmlformats.org/drawingml/2006/main">
              <a:ext uri="{FF2B5EF4-FFF2-40B4-BE49-F238E27FC236}">
                <a16:creationId xmlns:a16="http://schemas.microsoft.com/office/drawing/2014/main" id="{E52A6E70-5126-4772-A7ED-A4111F224976}"/>
              </a:ext>
            </a:extLst>
          </p:cNvPr>
          <p:cNvSpPr>
            <a:spLocks xmlns:a="http://schemas.openxmlformats.org/drawingml/2006/main" noGrp="1"/>
          </p:cNvSpPr>
          <p:nvPr/>
        </p:nvSpPr>
        <p:spPr>
          <a:xfrm xmlns:a="http://schemas.openxmlformats.org/drawingml/2006/main">
            <a:off x="9620250" y="1657350"/>
            <a:ext cx="1381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00" b="1">
                <a:solidFill>
                  <a:srgbClr val="4472C4"/>
                </a:solidFill>
                <a:latin typeface="Arial"/>
                <a:ea typeface="Arial"/>
                <a:cs typeface="Arial"/>
              </a:defRPr>
            </a:pPr>
            <a:r>
              <a:rPr sz="1800" b="1">
                <a:solidFill>
                  <a:srgbClr val="4472C4"/>
                </a:solidFill>
                <a:latin typeface="Arial"/>
                <a:ea typeface="Arial"/>
                <a:cs typeface="Arial"/>
              </a:rPr>
              <a:t>8 min</a:t>
            </a:r>
          </a:p>
        </p:txBody>
      </p:sp>
      <p:sp>
        <p:nvSpPr>
          <p:cNvPr id="9" name="">
            <a:extLst xmlns:a="http://schemas.openxmlformats.org/drawingml/2006/main">
              <a:ext uri="{FF2B5EF4-FFF2-40B4-BE49-F238E27FC236}">
                <a16:creationId xmlns:a16="http://schemas.microsoft.com/office/drawing/2014/main" id="{EF7BF6E0-010E-4380-9320-4CEE447C66C8}"/>
              </a:ext>
            </a:extLst>
          </p:cNvPr>
          <p:cNvSpPr>
            <a:spLocks xmlns:a="http://schemas.openxmlformats.org/drawingml/2006/main" noGrp="1"/>
          </p:cNvSpPr>
          <p:nvPr/>
        </p:nvSpPr>
        <p:spPr>
          <a:xfrm xmlns:a="http://schemas.openxmlformats.org/drawingml/2006/main">
            <a:off x="781050" y="2628900"/>
            <a:ext cx="10572750" cy="895350"/>
          </a:xfrm>
          <a:prstGeom xmlns:a="http://schemas.openxmlformats.org/drawingml/2006/main" prst="roundRect">
            <a:avLst>
              <a:gd name="adj" fmla="val 19149"/>
            </a:avLst>
          </a:prstGeom>
          <a:solidFill xmlns:a="http://schemas.openxmlformats.org/drawingml/2006/main">
            <a:srgbClr val="E5F4F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6F42275-EAC6-4DB7-BAEA-7CE02C692DC0}"/>
              </a:ext>
            </a:extLst>
          </p:cNvPr>
          <p:cNvSpPr>
            <a:spLocks xmlns:a="http://schemas.openxmlformats.org/drawingml/2006/main" noGrp="1"/>
          </p:cNvSpPr>
          <p:nvPr/>
        </p:nvSpPr>
        <p:spPr>
          <a:xfrm xmlns:a="http://schemas.openxmlformats.org/drawingml/2006/main">
            <a:off x="1000125" y="2809875"/>
            <a:ext cx="533400" cy="533400"/>
          </a:xfrm>
          <a:prstGeom xmlns:a="http://schemas.openxmlformats.org/drawingml/2006/main" prst="ellipse">
            <a:avLst/>
          </a:prstGeom>
          <a:solidFill xmlns:a="http://schemas.openxmlformats.org/drawingml/2006/main">
            <a:srgbClr val="2E9FA3"/>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27F89117-6B9F-4244-A4FE-AA892A80CA69}"/>
              </a:ext>
            </a:extLst>
          </p:cNvPr>
          <p:cNvSpPr>
            <a:spLocks xmlns:a="http://schemas.openxmlformats.org/drawingml/2006/main" noGrp="1"/>
          </p:cNvSpPr>
          <p:nvPr/>
        </p:nvSpPr>
        <p:spPr>
          <a:xfrm xmlns:a="http://schemas.openxmlformats.org/drawingml/2006/main">
            <a:off x="1809750" y="2743200"/>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Single-cell workflow</a:t>
            </a:r>
          </a:p>
        </p:txBody>
      </p:sp>
      <p:sp>
        <p:nvSpPr>
          <p:cNvPr id="12" name="">
            <a:extLst xmlns:a="http://schemas.openxmlformats.org/drawingml/2006/main">
              <a:ext uri="{FF2B5EF4-FFF2-40B4-BE49-F238E27FC236}">
                <a16:creationId xmlns:a16="http://schemas.microsoft.com/office/drawing/2014/main" id="{CFA5F73E-8A85-4BBF-91CB-FB45F94F8E4F}"/>
              </a:ext>
            </a:extLst>
          </p:cNvPr>
          <p:cNvSpPr>
            <a:spLocks xmlns:a="http://schemas.openxmlformats.org/drawingml/2006/main" noGrp="1"/>
          </p:cNvSpPr>
          <p:nvPr/>
        </p:nvSpPr>
        <p:spPr>
          <a:xfrm xmlns:a="http://schemas.openxmlformats.org/drawingml/2006/main">
            <a:off x="5095875" y="2724150"/>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500">
                <a:solidFill>
                  <a:srgbClr val="5B6472"/>
                </a:solidFill>
                <a:latin typeface="Arial"/>
                <a:ea typeface="Arial"/>
                <a:cs typeface="Arial"/>
              </a:defRPr>
            </a:pPr>
            <a:r>
              <a:rPr sz="1500">
                <a:solidFill>
                  <a:srgbClr val="5B6472"/>
                </a:solidFill>
                <a:latin typeface="Arial"/>
                <a:ea typeface="Arial"/>
                <a:cs typeface="Arial"/>
              </a:rPr>
              <a:t>Preprocessing, clustering, markers, and annotation</a:t>
            </a:r>
          </a:p>
        </p:txBody>
      </p:sp>
      <p:sp>
        <p:nvSpPr>
          <p:cNvPr id="13" name="">
            <a:extLst xmlns:a="http://schemas.openxmlformats.org/drawingml/2006/main">
              <a:ext uri="{FF2B5EF4-FFF2-40B4-BE49-F238E27FC236}">
                <a16:creationId xmlns:a16="http://schemas.microsoft.com/office/drawing/2014/main" id="{2D68AC3A-CF83-4A88-B4EC-5168DE5A82E3}"/>
              </a:ext>
            </a:extLst>
          </p:cNvPr>
          <p:cNvSpPr>
            <a:spLocks xmlns:a="http://schemas.openxmlformats.org/drawingml/2006/main" noGrp="1"/>
          </p:cNvSpPr>
          <p:nvPr/>
        </p:nvSpPr>
        <p:spPr>
          <a:xfrm xmlns:a="http://schemas.openxmlformats.org/drawingml/2006/main">
            <a:off x="9620250" y="2819400"/>
            <a:ext cx="1381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00" b="1">
                <a:solidFill>
                  <a:srgbClr val="2E9FA3"/>
                </a:solidFill>
                <a:latin typeface="Arial"/>
                <a:ea typeface="Arial"/>
                <a:cs typeface="Arial"/>
              </a:defRPr>
            </a:pPr>
            <a:r>
              <a:rPr sz="1800" b="1">
                <a:solidFill>
                  <a:srgbClr val="2E9FA3"/>
                </a:solidFill>
                <a:latin typeface="Arial"/>
                <a:ea typeface="Arial"/>
                <a:cs typeface="Arial"/>
              </a:rPr>
              <a:t>28 min</a:t>
            </a:r>
          </a:p>
        </p:txBody>
      </p:sp>
      <p:sp>
        <p:nvSpPr>
          <p:cNvPr id="14" name="">
            <a:extLst xmlns:a="http://schemas.openxmlformats.org/drawingml/2006/main">
              <a:ext uri="{FF2B5EF4-FFF2-40B4-BE49-F238E27FC236}">
                <a16:creationId xmlns:a16="http://schemas.microsoft.com/office/drawing/2014/main" id="{1AEC0AED-1372-4506-92A8-8522B7546203}"/>
              </a:ext>
            </a:extLst>
          </p:cNvPr>
          <p:cNvSpPr>
            <a:spLocks xmlns:a="http://schemas.openxmlformats.org/drawingml/2006/main" noGrp="1"/>
          </p:cNvSpPr>
          <p:nvPr/>
        </p:nvSpPr>
        <p:spPr>
          <a:xfrm xmlns:a="http://schemas.openxmlformats.org/drawingml/2006/main">
            <a:off x="781050" y="3790950"/>
            <a:ext cx="10572750" cy="895350"/>
          </a:xfrm>
          <a:prstGeom xmlns:a="http://schemas.openxmlformats.org/drawingml/2006/main" prst="roundRect">
            <a:avLst>
              <a:gd name="adj" fmla="val 19149"/>
            </a:avLst>
          </a:prstGeom>
          <a:solidFill xmlns:a="http://schemas.openxmlformats.org/drawingml/2006/main">
            <a:srgbClr val="FCEAD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2D9076C-F0FF-47BB-BDE6-2D76D5A046C8}"/>
              </a:ext>
            </a:extLst>
          </p:cNvPr>
          <p:cNvSpPr>
            <a:spLocks xmlns:a="http://schemas.openxmlformats.org/drawingml/2006/main" noGrp="1"/>
          </p:cNvSpPr>
          <p:nvPr/>
        </p:nvSpPr>
        <p:spPr>
          <a:xfrm xmlns:a="http://schemas.openxmlformats.org/drawingml/2006/main">
            <a:off x="1000125" y="3971925"/>
            <a:ext cx="533400" cy="533400"/>
          </a:xfrm>
          <a:prstGeom xmlns:a="http://schemas.openxmlformats.org/drawingml/2006/main" prst="ellipse">
            <a:avLst/>
          </a:prstGeom>
          <a:solidFill xmlns:a="http://schemas.openxmlformats.org/drawingml/2006/main">
            <a:srgbClr val="ED7D31"/>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39ED9B55-4733-472D-8B7F-29BBC07CD978}"/>
              </a:ext>
            </a:extLst>
          </p:cNvPr>
          <p:cNvSpPr>
            <a:spLocks xmlns:a="http://schemas.openxmlformats.org/drawingml/2006/main" noGrp="1"/>
          </p:cNvSpPr>
          <p:nvPr/>
        </p:nvSpPr>
        <p:spPr>
          <a:xfrm xmlns:a="http://schemas.openxmlformats.org/drawingml/2006/main">
            <a:off x="1809750" y="3905250"/>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Multiple samples</a:t>
            </a:r>
          </a:p>
        </p:txBody>
      </p:sp>
      <p:sp>
        <p:nvSpPr>
          <p:cNvPr id="17" name="">
            <a:extLst xmlns:a="http://schemas.openxmlformats.org/drawingml/2006/main">
              <a:ext uri="{FF2B5EF4-FFF2-40B4-BE49-F238E27FC236}">
                <a16:creationId xmlns:a16="http://schemas.microsoft.com/office/drawing/2014/main" id="{DBCD0FB7-0A42-45AA-8D44-463317EA8180}"/>
              </a:ext>
            </a:extLst>
          </p:cNvPr>
          <p:cNvSpPr>
            <a:spLocks xmlns:a="http://schemas.openxmlformats.org/drawingml/2006/main" noGrp="1"/>
          </p:cNvSpPr>
          <p:nvPr/>
        </p:nvSpPr>
        <p:spPr>
          <a:xfrm xmlns:a="http://schemas.openxmlformats.org/drawingml/2006/main">
            <a:off x="5095875" y="3886200"/>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500">
                <a:solidFill>
                  <a:srgbClr val="5B6472"/>
                </a:solidFill>
                <a:latin typeface="Arial"/>
                <a:ea typeface="Arial"/>
                <a:cs typeface="Arial"/>
              </a:defRPr>
            </a:pPr>
            <a:r>
              <a:rPr sz="1500">
                <a:solidFill>
                  <a:srgbClr val="5B6472"/>
                </a:solidFill>
                <a:latin typeface="Arial"/>
                <a:ea typeface="Arial"/>
                <a:cs typeface="Arial"/>
              </a:rPr>
              <a:t>Batch effects, integration, and validation</a:t>
            </a:r>
          </a:p>
        </p:txBody>
      </p:sp>
      <p:sp>
        <p:nvSpPr>
          <p:cNvPr id="18" name="">
            <a:extLst xmlns:a="http://schemas.openxmlformats.org/drawingml/2006/main">
              <a:ext uri="{FF2B5EF4-FFF2-40B4-BE49-F238E27FC236}">
                <a16:creationId xmlns:a16="http://schemas.microsoft.com/office/drawing/2014/main" id="{6BEA4102-2ED4-4655-A1C8-65CD14908B2E}"/>
              </a:ext>
            </a:extLst>
          </p:cNvPr>
          <p:cNvSpPr>
            <a:spLocks xmlns:a="http://schemas.openxmlformats.org/drawingml/2006/main" noGrp="1"/>
          </p:cNvSpPr>
          <p:nvPr/>
        </p:nvSpPr>
        <p:spPr>
          <a:xfrm xmlns:a="http://schemas.openxmlformats.org/drawingml/2006/main">
            <a:off x="9620250" y="3981450"/>
            <a:ext cx="1381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00" b="1">
                <a:solidFill>
                  <a:srgbClr val="ED7D31"/>
                </a:solidFill>
                <a:latin typeface="Arial"/>
                <a:ea typeface="Arial"/>
                <a:cs typeface="Arial"/>
              </a:defRPr>
            </a:pPr>
            <a:r>
              <a:rPr sz="1800" b="1">
                <a:solidFill>
                  <a:srgbClr val="ED7D31"/>
                </a:solidFill>
                <a:latin typeface="Arial"/>
                <a:ea typeface="Arial"/>
                <a:cs typeface="Arial"/>
              </a:rPr>
              <a:t>8 min</a:t>
            </a:r>
          </a:p>
        </p:txBody>
      </p:sp>
      <p:sp>
        <p:nvSpPr>
          <p:cNvPr id="19" name="">
            <a:extLst xmlns:a="http://schemas.openxmlformats.org/drawingml/2006/main">
              <a:ext uri="{FF2B5EF4-FFF2-40B4-BE49-F238E27FC236}">
                <a16:creationId xmlns:a16="http://schemas.microsoft.com/office/drawing/2014/main" id="{0045D9D2-071E-42F9-81ED-1EF55DE72CC6}"/>
              </a:ext>
            </a:extLst>
          </p:cNvPr>
          <p:cNvSpPr>
            <a:spLocks xmlns:a="http://schemas.openxmlformats.org/drawingml/2006/main" noGrp="1"/>
          </p:cNvSpPr>
          <p:nvPr/>
        </p:nvSpPr>
        <p:spPr>
          <a:xfrm xmlns:a="http://schemas.openxmlformats.org/drawingml/2006/main">
            <a:off x="781050" y="4953000"/>
            <a:ext cx="10572750" cy="895350"/>
          </a:xfrm>
          <a:prstGeom xmlns:a="http://schemas.openxmlformats.org/drawingml/2006/main" prst="roundRect">
            <a:avLst>
              <a:gd name="adj" fmla="val 19149"/>
            </a:avLst>
          </a:prstGeom>
          <a:solidFill xmlns:a="http://schemas.openxmlformats.org/drawingml/2006/main">
            <a:srgbClr val="F0EBF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C31CCEA-153F-454D-84BB-4CE7AF239974}"/>
              </a:ext>
            </a:extLst>
          </p:cNvPr>
          <p:cNvSpPr>
            <a:spLocks xmlns:a="http://schemas.openxmlformats.org/drawingml/2006/main" noGrp="1"/>
          </p:cNvSpPr>
          <p:nvPr/>
        </p:nvSpPr>
        <p:spPr>
          <a:xfrm xmlns:a="http://schemas.openxmlformats.org/drawingml/2006/main">
            <a:off x="1000125" y="5133975"/>
            <a:ext cx="533400" cy="533400"/>
          </a:xfrm>
          <a:prstGeom xmlns:a="http://schemas.openxmlformats.org/drawingml/2006/main" prst="ellipse">
            <a:avLst/>
          </a:prstGeom>
          <a:solidFill xmlns:a="http://schemas.openxmlformats.org/drawingml/2006/main">
            <a:srgbClr val="7551A8"/>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A32C72A0-42CE-44A6-989F-2D6B67FF18C4}"/>
              </a:ext>
            </a:extLst>
          </p:cNvPr>
          <p:cNvSpPr>
            <a:spLocks xmlns:a="http://schemas.openxmlformats.org/drawingml/2006/main" noGrp="1"/>
          </p:cNvSpPr>
          <p:nvPr/>
        </p:nvSpPr>
        <p:spPr>
          <a:xfrm xmlns:a="http://schemas.openxmlformats.org/drawingml/2006/main">
            <a:off x="1809750" y="5067300"/>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2025" b="1">
                <a:solidFill>
                  <a:srgbClr val="1F2937"/>
                </a:solidFill>
                <a:latin typeface="Arial"/>
                <a:ea typeface="Arial"/>
                <a:cs typeface="Arial"/>
              </a:defRPr>
            </a:pPr>
            <a:r>
              <a:rPr sz="2025" b="1">
                <a:solidFill>
                  <a:srgbClr val="1F2937"/>
                </a:solidFill>
                <a:latin typeface="Arial"/>
                <a:ea typeface="Arial"/>
                <a:cs typeface="Arial"/>
              </a:rPr>
              <a:t>Spatial transcriptomics</a:t>
            </a:r>
          </a:p>
        </p:txBody>
      </p:sp>
      <p:sp>
        <p:nvSpPr>
          <p:cNvPr id="22" name="">
            <a:extLst xmlns:a="http://schemas.openxmlformats.org/drawingml/2006/main">
              <a:ext uri="{FF2B5EF4-FFF2-40B4-BE49-F238E27FC236}">
                <a16:creationId xmlns:a16="http://schemas.microsoft.com/office/drawing/2014/main" id="{6EC8C26B-AFDB-468C-AAC9-FCC99CDF7A23}"/>
              </a:ext>
            </a:extLst>
          </p:cNvPr>
          <p:cNvSpPr>
            <a:spLocks xmlns:a="http://schemas.openxmlformats.org/drawingml/2006/main" noGrp="1"/>
          </p:cNvSpPr>
          <p:nvPr/>
        </p:nvSpPr>
        <p:spPr>
          <a:xfrm xmlns:a="http://schemas.openxmlformats.org/drawingml/2006/main">
            <a:off x="5095875" y="5048250"/>
            <a:ext cx="4333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500">
                <a:solidFill>
                  <a:srgbClr val="5B6472"/>
                </a:solidFill>
                <a:latin typeface="Arial"/>
                <a:ea typeface="Arial"/>
                <a:cs typeface="Arial"/>
              </a:defRPr>
            </a:pPr>
            <a:r>
              <a:rPr sz="1500">
                <a:solidFill>
                  <a:srgbClr val="5B6472"/>
                </a:solidFill>
                <a:latin typeface="Arial"/>
                <a:ea typeface="Arial"/>
                <a:cs typeface="Arial"/>
              </a:rPr>
              <a:t>Spots, SCTransform, and tissue maps</a:t>
            </a:r>
          </a:p>
        </p:txBody>
      </p:sp>
      <p:sp>
        <p:nvSpPr>
          <p:cNvPr id="23" name="">
            <a:extLst xmlns:a="http://schemas.openxmlformats.org/drawingml/2006/main">
              <a:ext uri="{FF2B5EF4-FFF2-40B4-BE49-F238E27FC236}">
                <a16:creationId xmlns:a16="http://schemas.microsoft.com/office/drawing/2014/main" id="{4C078FAC-8547-4C8F-88E4-BA0C9F9CCA9E}"/>
              </a:ext>
            </a:extLst>
          </p:cNvPr>
          <p:cNvSpPr>
            <a:spLocks xmlns:a="http://schemas.openxmlformats.org/drawingml/2006/main" noGrp="1"/>
          </p:cNvSpPr>
          <p:nvPr/>
        </p:nvSpPr>
        <p:spPr>
          <a:xfrm xmlns:a="http://schemas.openxmlformats.org/drawingml/2006/main">
            <a:off x="9620250" y="5143500"/>
            <a:ext cx="1381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00" b="1">
                <a:solidFill>
                  <a:srgbClr val="7551A8"/>
                </a:solidFill>
                <a:latin typeface="Arial"/>
                <a:ea typeface="Arial"/>
                <a:cs typeface="Arial"/>
              </a:defRPr>
            </a:pPr>
            <a:r>
              <a:rPr sz="1800" b="1">
                <a:solidFill>
                  <a:srgbClr val="7551A8"/>
                </a:solidFill>
                <a:latin typeface="Arial"/>
                <a:ea typeface="Arial"/>
                <a:cs typeface="Arial"/>
              </a:rPr>
              <a:t>6 min</a:t>
            </a:r>
          </a:p>
        </p:txBody>
      </p:sp>
    </p:spTree>
    <p:extLst>
      <p:ext uri="{BB962C8B-B14F-4D97-AF65-F5344CB8AC3E}">
        <p14:creationId xmlns:p14="http://schemas.microsoft.com/office/powerpoint/2010/main" val="8393008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7AFDD008-7FE1-460B-A34E-0A266957A595}"/>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a:bodyPr>
          <a:lstStyle xmlns:a="http://schemas.openxmlformats.org/drawingml/2006/main"/>
          <a:p xmlns:a="http://schemas.openxmlformats.org/drawingml/2006/main">
            <a:pPr>
              <a:buNone/>
              <a:defRPr sz="3225" b="0">
                <a:solidFill>
                  <a:srgbClr val="111827"/>
                </a:solidFill>
                <a:latin typeface="Arial"/>
                <a:ea typeface="Arial"/>
                <a:cs typeface="Arial"/>
              </a:defRPr>
            </a:pPr>
            <a:r>
              <a:rPr sz="3225" b="0">
                <a:solidFill>
                  <a:srgbClr val="111827"/>
                </a:solidFill>
                <a:latin typeface="Arial"/>
                <a:ea typeface="Arial"/>
                <a:cs typeface="Arial"/>
              </a:rPr>
              <a:t>Bulk RNA-seq workflow</a:t>
            </a:r>
          </a:p>
        </p:txBody>
      </p:sp>
      <p:sp>
        <p:nvSpPr>
          <p:cNvPr id="2" name="title-accent">
            <a:extLst xmlns:a="http://schemas.openxmlformats.org/drawingml/2006/main">
              <a:ext uri="{FF2B5EF4-FFF2-40B4-BE49-F238E27FC236}">
                <a16:creationId xmlns:a16="http://schemas.microsoft.com/office/drawing/2014/main" id="{42C7B199-E1F3-4599-838F-B8DA910215ED}"/>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lide-subtitle">
            <a:extLst xmlns:a="http://schemas.openxmlformats.org/drawingml/2006/main">
              <a:ext uri="{FF2B5EF4-FFF2-40B4-BE49-F238E27FC236}">
                <a16:creationId xmlns:a16="http://schemas.microsoft.com/office/drawing/2014/main" id="{4DF92E9F-D6D8-4503-AFAA-5C965FB68BE8}"/>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a:bodyPr>
          <a:lstStyle xmlns:a="http://schemas.openxmlformats.org/drawingml/2006/main"/>
          <a:p xmlns:a="http://schemas.openxmlformats.org/drawingml/2006/main">
            <a:pPr>
              <a:buNone/>
              <a:defRPr sz="1425">
                <a:solidFill>
                  <a:srgbClr val="5B6472"/>
                </a:solidFill>
                <a:latin typeface="Arial"/>
                <a:ea typeface="Arial"/>
                <a:cs typeface="Arial"/>
              </a:defRPr>
            </a:pPr>
            <a:r>
              <a:rPr sz="1425">
                <a:solidFill>
                  <a:srgbClr val="5B6472"/>
                </a:solidFill>
                <a:latin typeface="Arial"/>
                <a:ea typeface="Arial"/>
                <a:cs typeface="Arial"/>
              </a:rPr>
              <a:t>One measurement summarizes all cells in the sample</a:t>
            </a:r>
          </a:p>
        </p:txBody>
      </p:sp>
      <p:pic>
        <p:nvPicPr>
          <p:cNvPr id="20" name="Picture 17"/>
          <p:cNvPicPr>
            <a:picLocks xmlns:a="http://schemas.openxmlformats.org/drawingml/2006/main" noChangeAspect="1"/>
          </p:cNvPicPr>
          <p:nvPr/>
        </p:nvPicPr>
        <p:blipFill>
          <a:blip xmlns:r="http://schemas.openxmlformats.org/officeDocument/2006/relationships" xmlns:a="http://schemas.openxmlformats.org/drawingml/2006/main" r:embed="R1b3e61e608bf4a74"/>
          <a:stretch xmlns:a="http://schemas.openxmlformats.org/drawingml/2006/main"/>
        </p:blipFill>
        <p:spPr>
          <a:xfrm xmlns:a="http://schemas.openxmlformats.org/drawingml/2006/main" flipH="0" flipV="0">
            <a:off x="2286000" y="1257300"/>
            <a:ext cx="7620000" cy="3810000"/>
          </a:xfrm>
          <a:prstGeom xmlns:a="http://schemas.openxmlformats.org/drawingml/2006/main" prst="rect">
            <a:avLst/>
          </a:prstGeom>
        </p:spPr>
      </p:pic>
      <p:sp>
        <p:nvSpPr>
          <p:cNvPr id="5" name="Oval 4">
            <a:extLst xmlns:a="http://schemas.openxmlformats.org/drawingml/2006/main">
              <a:ext uri="{FF2B5EF4-FFF2-40B4-BE49-F238E27FC236}">
                <a16:creationId xmlns:a16="http://schemas.microsoft.com/office/drawing/2014/main" id="{6A575A6C-60D9-4C95-AC63-E9D8E793D416}"/>
              </a:ext>
            </a:extLst>
          </p:cNvPr>
          <p:cNvSpPr>
            <a:spLocks xmlns:a="http://schemas.openxmlformats.org/drawingml/2006/main" noGrp="1"/>
          </p:cNvSpPr>
          <p:nvPr/>
        </p:nvSpPr>
        <p:spPr>
          <a:xfrm xmlns:a="http://schemas.openxmlformats.org/drawingml/2006/main">
            <a:off x="838200" y="5076825"/>
            <a:ext cx="323850" cy="323850"/>
          </a:xfrm>
          <a:prstGeom xmlns:a="http://schemas.openxmlformats.org/drawingml/2006/main" prst="ellipse">
            <a:avLst/>
          </a:prstGeom>
          <a:solidFill xmlns:a="http://schemas.openxmlformats.org/drawingml/2006/main">
            <a:srgbClr val="4472C4"/>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6" name="Rectangle 5">
            <a:extLst xmlns:a="http://schemas.openxmlformats.org/drawingml/2006/main">
              <a:ext uri="{FF2B5EF4-FFF2-40B4-BE49-F238E27FC236}">
                <a16:creationId xmlns:a16="http://schemas.microsoft.com/office/drawing/2014/main" id="{F5E21766-16F4-4A8B-86E3-987E73FE237D}"/>
              </a:ext>
            </a:extLst>
          </p:cNvPr>
          <p:cNvSpPr>
            <a:spLocks xmlns:a="http://schemas.openxmlformats.org/drawingml/2006/main" noGrp="1"/>
          </p:cNvSpPr>
          <p:nvPr/>
        </p:nvSpPr>
        <p:spPr>
          <a:xfrm xmlns:a="http://schemas.openxmlformats.org/drawingml/2006/main">
            <a:off x="1238250" y="5019675"/>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a:bodyPr>
          <a:lstStyle xmlns:a="http://schemas.openxmlformats.org/drawingml/2006/main"/>
          <a:p xmlns:a="http://schemas.openxmlformats.org/drawingml/2006/main">
            <a:pPr>
              <a:buNone/>
              <a:defRPr sz="1425" b="1">
                <a:solidFill>
                  <a:srgbClr val="1F2937"/>
                </a:solidFill>
                <a:latin typeface="Arial"/>
                <a:ea typeface="Arial"/>
                <a:cs typeface="Arial"/>
              </a:defRPr>
            </a:pPr>
            <a:r>
              <a:rPr sz="1425" b="1">
                <a:solidFill>
                  <a:srgbClr val="1F2937"/>
                </a:solidFill>
                <a:latin typeface="Arial"/>
                <a:ea typeface="Arial"/>
                <a:cs typeface="Arial"/>
              </a:rPr>
              <a:t>Tissue sample</a:t>
            </a:r>
          </a:p>
        </p:txBody>
      </p:sp>
      <p:sp>
        <p:nvSpPr>
          <p:cNvPr id="7" name="Oval 6">
            <a:extLst xmlns:a="http://schemas.openxmlformats.org/drawingml/2006/main">
              <a:ext uri="{FF2B5EF4-FFF2-40B4-BE49-F238E27FC236}">
                <a16:creationId xmlns:a16="http://schemas.microsoft.com/office/drawing/2014/main" id="{D2A423C3-40BB-49E4-A414-CABBC9C1431F}"/>
              </a:ext>
            </a:extLst>
          </p:cNvPr>
          <p:cNvSpPr>
            <a:spLocks xmlns:a="http://schemas.openxmlformats.org/drawingml/2006/main" noGrp="1"/>
          </p:cNvSpPr>
          <p:nvPr/>
        </p:nvSpPr>
        <p:spPr>
          <a:xfrm xmlns:a="http://schemas.openxmlformats.org/drawingml/2006/main">
            <a:off x="3381375" y="5076825"/>
            <a:ext cx="323850" cy="323850"/>
          </a:xfrm>
          <a:prstGeom xmlns:a="http://schemas.openxmlformats.org/drawingml/2006/main" prst="ellipse">
            <a:avLst/>
          </a:prstGeom>
          <a:solidFill xmlns:a="http://schemas.openxmlformats.org/drawingml/2006/main">
            <a:srgbClr val="4472C4"/>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8" name="Rectangle 7">
            <a:extLst xmlns:a="http://schemas.openxmlformats.org/drawingml/2006/main">
              <a:ext uri="{FF2B5EF4-FFF2-40B4-BE49-F238E27FC236}">
                <a16:creationId xmlns:a16="http://schemas.microsoft.com/office/drawing/2014/main" id="{D8D1D6F2-D026-4CBE-8D51-2EBC979F34E7}"/>
              </a:ext>
            </a:extLst>
          </p:cNvPr>
          <p:cNvSpPr>
            <a:spLocks xmlns:a="http://schemas.openxmlformats.org/drawingml/2006/main" noGrp="1"/>
          </p:cNvSpPr>
          <p:nvPr/>
        </p:nvSpPr>
        <p:spPr>
          <a:xfrm xmlns:a="http://schemas.openxmlformats.org/drawingml/2006/main">
            <a:off x="3781425" y="5019675"/>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a:bodyPr>
          <a:lstStyle xmlns:a="http://schemas.openxmlformats.org/drawingml/2006/main"/>
          <a:p xmlns:a="http://schemas.openxmlformats.org/drawingml/2006/main">
            <a:pPr>
              <a:buNone/>
              <a:defRPr sz="1425" b="1">
                <a:solidFill>
                  <a:srgbClr val="1F2937"/>
                </a:solidFill>
                <a:latin typeface="Arial"/>
                <a:ea typeface="Arial"/>
                <a:cs typeface="Arial"/>
              </a:defRPr>
            </a:pPr>
            <a:r>
              <a:rPr sz="1425" b="1">
                <a:solidFill>
                  <a:srgbClr val="1F2937"/>
                </a:solidFill>
                <a:latin typeface="Arial"/>
                <a:ea typeface="Arial"/>
                <a:cs typeface="Arial"/>
              </a:rPr>
              <a:t>Collect mixed RNA</a:t>
            </a:r>
          </a:p>
        </p:txBody>
      </p:sp>
      <p:sp>
        <p:nvSpPr>
          <p:cNvPr id="9" name="Oval 8">
            <a:extLst xmlns:a="http://schemas.openxmlformats.org/drawingml/2006/main">
              <a:ext uri="{FF2B5EF4-FFF2-40B4-BE49-F238E27FC236}">
                <a16:creationId xmlns:a16="http://schemas.microsoft.com/office/drawing/2014/main" id="{B7B57754-605D-4E4A-A36A-DB4C2F735D8E}"/>
              </a:ext>
            </a:extLst>
          </p:cNvPr>
          <p:cNvSpPr>
            <a:spLocks xmlns:a="http://schemas.openxmlformats.org/drawingml/2006/main" noGrp="1"/>
          </p:cNvSpPr>
          <p:nvPr/>
        </p:nvSpPr>
        <p:spPr>
          <a:xfrm xmlns:a="http://schemas.openxmlformats.org/drawingml/2006/main">
            <a:off x="6238875" y="5076825"/>
            <a:ext cx="323850" cy="323850"/>
          </a:xfrm>
          <a:prstGeom xmlns:a="http://schemas.openxmlformats.org/drawingml/2006/main" prst="ellipse">
            <a:avLst/>
          </a:prstGeom>
          <a:solidFill xmlns:a="http://schemas.openxmlformats.org/drawingml/2006/main">
            <a:srgbClr val="4472C4"/>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0" name="Rectangle 9">
            <a:extLst xmlns:a="http://schemas.openxmlformats.org/drawingml/2006/main">
              <a:ext uri="{FF2B5EF4-FFF2-40B4-BE49-F238E27FC236}">
                <a16:creationId xmlns:a16="http://schemas.microsoft.com/office/drawing/2014/main" id="{79EC9678-0B0C-4E66-B3AB-6D914C17BF9B}"/>
              </a:ext>
            </a:extLst>
          </p:cNvPr>
          <p:cNvSpPr>
            <a:spLocks xmlns:a="http://schemas.openxmlformats.org/drawingml/2006/main" noGrp="1"/>
          </p:cNvSpPr>
          <p:nvPr/>
        </p:nvSpPr>
        <p:spPr>
          <a:xfrm xmlns:a="http://schemas.openxmlformats.org/drawingml/2006/main">
            <a:off x="6638925" y="5019675"/>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a:bodyPr>
          <a:lstStyle xmlns:a="http://schemas.openxmlformats.org/drawingml/2006/main"/>
          <a:p xmlns:a="http://schemas.openxmlformats.org/drawingml/2006/main">
            <a:pPr>
              <a:buNone/>
              <a:defRPr sz="1425" b="1">
                <a:solidFill>
                  <a:srgbClr val="1F2937"/>
                </a:solidFill>
                <a:latin typeface="Arial"/>
                <a:ea typeface="Arial"/>
                <a:cs typeface="Arial"/>
              </a:defRPr>
            </a:pPr>
            <a:r>
              <a:rPr sz="1425" b="1">
                <a:solidFill>
                  <a:srgbClr val="1F2937"/>
                </a:solidFill>
                <a:latin typeface="Arial"/>
                <a:ea typeface="Arial"/>
                <a:cs typeface="Arial"/>
              </a:rPr>
              <a:t>Copy RNA into DNA</a:t>
            </a:r>
          </a:p>
        </p:txBody>
      </p:sp>
      <p:sp>
        <p:nvSpPr>
          <p:cNvPr id="11" name="Oval 10">
            <a:extLst xmlns:a="http://schemas.openxmlformats.org/drawingml/2006/main">
              <a:ext uri="{FF2B5EF4-FFF2-40B4-BE49-F238E27FC236}">
                <a16:creationId xmlns:a16="http://schemas.microsoft.com/office/drawing/2014/main" id="{392D33F7-69FC-4948-BE73-3D3DF80BD3E7}"/>
              </a:ext>
            </a:extLst>
          </p:cNvPr>
          <p:cNvSpPr>
            <a:spLocks xmlns:a="http://schemas.openxmlformats.org/drawingml/2006/main" noGrp="1"/>
          </p:cNvSpPr>
          <p:nvPr/>
        </p:nvSpPr>
        <p:spPr>
          <a:xfrm xmlns:a="http://schemas.openxmlformats.org/drawingml/2006/main">
            <a:off x="9048750" y="5076825"/>
            <a:ext cx="323850" cy="323850"/>
          </a:xfrm>
          <a:prstGeom xmlns:a="http://schemas.openxmlformats.org/drawingml/2006/main" prst="ellipse">
            <a:avLst/>
          </a:prstGeom>
          <a:solidFill xmlns:a="http://schemas.openxmlformats.org/drawingml/2006/main">
            <a:srgbClr val="ED7D31"/>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12" name="Rectangle 11">
            <a:extLst xmlns:a="http://schemas.openxmlformats.org/drawingml/2006/main">
              <a:ext uri="{FF2B5EF4-FFF2-40B4-BE49-F238E27FC236}">
                <a16:creationId xmlns:a16="http://schemas.microsoft.com/office/drawing/2014/main" id="{C93EF161-D6F3-4865-BD4F-39CC0D3BF7C8}"/>
              </a:ext>
            </a:extLst>
          </p:cNvPr>
          <p:cNvSpPr>
            <a:spLocks xmlns:a="http://schemas.openxmlformats.org/drawingml/2006/main" noGrp="1"/>
          </p:cNvSpPr>
          <p:nvPr/>
        </p:nvSpPr>
        <p:spPr>
          <a:xfrm xmlns:a="http://schemas.openxmlformats.org/drawingml/2006/main">
            <a:off x="9448800" y="5019675"/>
            <a:ext cx="2095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a:bodyPr>
          <a:lstStyle xmlns:a="http://schemas.openxmlformats.org/drawingml/2006/main"/>
          <a:p xmlns:a="http://schemas.openxmlformats.org/drawingml/2006/main">
            <a:pPr>
              <a:buNone/>
              <a:defRPr sz="1425" b="1">
                <a:solidFill>
                  <a:srgbClr val="1F2937"/>
                </a:solidFill>
                <a:latin typeface="Arial"/>
                <a:ea typeface="Arial"/>
                <a:cs typeface="Arial"/>
              </a:defRPr>
            </a:pPr>
            <a:r>
              <a:rPr sz="1425" b="1">
                <a:solidFill>
                  <a:srgbClr val="1F2937"/>
                </a:solidFill>
                <a:latin typeface="Arial"/>
                <a:ea typeface="Arial"/>
                <a:cs typeface="Arial"/>
              </a:rPr>
              <a:t>Sequence fragments</a:t>
            </a:r>
          </a:p>
        </p:txBody>
      </p:sp>
      <p:sp>
        <p:nvSpPr>
          <p:cNvPr id="13" name="Rectangle: Rounded Corners 12">
            <a:extLst xmlns:a="http://schemas.openxmlformats.org/drawingml/2006/main">
              <a:ext uri="{FF2B5EF4-FFF2-40B4-BE49-F238E27FC236}">
                <a16:creationId xmlns:a16="http://schemas.microsoft.com/office/drawing/2014/main" id="{4ED3A466-593F-40D1-847C-B85366C72CFE}"/>
              </a:ext>
            </a:extLst>
          </p:cNvPr>
          <p:cNvSpPr>
            <a:spLocks xmlns:a="http://schemas.openxmlformats.org/drawingml/2006/main" noGrp="1"/>
          </p:cNvSpPr>
          <p:nvPr/>
        </p:nvSpPr>
        <p:spPr>
          <a:xfrm xmlns:a="http://schemas.openxmlformats.org/drawingml/2006/main">
            <a:off x="781050" y="5791200"/>
            <a:ext cx="10572750" cy="666750"/>
          </a:xfrm>
          <a:prstGeom xmlns:a="http://schemas.openxmlformats.org/drawingml/2006/main" prst="roundRect">
            <a:avLst>
              <a:gd name="adj" fmla="val 22857"/>
            </a:avLst>
          </a:prstGeom>
          <a:solidFill xmlns:a="http://schemas.openxmlformats.org/drawingml/2006/main">
            <a:srgbClr val="EAF0FA"/>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FA91369F-2ACA-481A-B93C-D434A4AD2112}"/>
              </a:ext>
            </a:extLst>
          </p:cNvPr>
          <p:cNvSpPr>
            <a:spLocks xmlns:a="http://schemas.openxmlformats.org/drawingml/2006/main" noGrp="1"/>
          </p:cNvSpPr>
          <p:nvPr/>
        </p:nvSpPr>
        <p:spPr>
          <a:xfrm xmlns:a="http://schemas.openxmlformats.org/drawingml/2006/main">
            <a:off x="1047750" y="5905500"/>
            <a:ext cx="10048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a:bodyPr>
          <a:lstStyle xmlns:a="http://schemas.openxmlformats.org/drawingml/2006/main"/>
          <a:p xmlns:a="http://schemas.openxmlformats.org/drawingml/2006/main">
            <a:pPr algn="ctr">
              <a:buNone/>
              <a:defRPr sz="1800" b="1">
                <a:solidFill>
                  <a:srgbClr val="4472C4"/>
                </a:solidFill>
                <a:latin typeface="Arial"/>
                <a:ea typeface="Arial"/>
                <a:cs typeface="Arial"/>
              </a:defRPr>
            </a:pPr>
            <a:r>
              <a:rPr sz="1800" b="1">
                <a:solidFill>
                  <a:srgbClr val="4472C4"/>
                </a:solidFill>
                <a:latin typeface="Arial"/>
                <a:ea typeface="Arial"/>
                <a:cs typeface="Arial"/>
              </a:rPr>
              <a:t>Bulk RNA-seq averages gene expression across every cell in the sample.</a:t>
            </a:r>
          </a:p>
        </p:txBody>
      </p:sp>
    </p:spTree>
    <p:extLst>
      <p:ext uri="{BB962C8B-B14F-4D97-AF65-F5344CB8AC3E}">
        <p14:creationId xmlns:p14="http://schemas.microsoft.com/office/powerpoint/2010/main" val="58355431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1" name="Title 122">
            <a:extLst xmlns:a="http://schemas.openxmlformats.org/drawingml/2006/main">
              <a:ext uri="{FF2B5EF4-FFF2-40B4-BE49-F238E27FC236}">
                <a16:creationId xmlns:a16="http://schemas.microsoft.com/office/drawing/2014/main" id="{528B05C7-D36F-482D-891C-50300A9F9E7D}"/>
              </a:ext>
            </a:extLst>
          </p:cNvPr>
          <p:cNvSpPr>
            <a:spLocks xmlns:a="http://schemas.openxmlformats.org/drawingml/2006/main" noGrp="1"/>
          </p:cNvSpPr>
          <p:nvPr/>
        </p:nvSpPr>
        <p:spPr>
          <a:xfrm xmlns:a="http://schemas.openxmlformats.org/drawingml/2006/main">
            <a:off x="838200" y="-53023"/>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000" kern="1200">
                <a:solidFill>
                  <a:schemeClr val="tx1"/>
                </a:solidFill>
                <a:latin typeface="+mj-lt"/>
                <a:ea typeface="+mj-lt"/>
                <a:cs typeface="+mj-lt"/>
              </a:defRPr>
            </a:lvl1pPr>
          </a:lstStyle>
          <a:p xmlns:a="http://schemas.openxmlformats.org/drawingml/2006/main">
            <a:r>
              <a:t>What the sequencer gives back</a:t>
            </a:r>
          </a:p>
        </p:txBody>
      </p:sp>
      <p:sp>
        <p:nvSpPr>
          <p:cNvPr id="123" name="TextBox 124">
            <a:extLst xmlns:a="http://schemas.openxmlformats.org/drawingml/2006/main">
              <a:ext uri="{FF2B5EF4-FFF2-40B4-BE49-F238E27FC236}">
                <a16:creationId xmlns:a16="http://schemas.microsoft.com/office/drawing/2014/main" id="{1572F340-C31E-4951-98C3-B4CE65738467}"/>
              </a:ext>
            </a:extLst>
          </p:cNvPr>
          <p:cNvSpPr>
            <a:spLocks xmlns:a="http://schemas.openxmlformats.org/drawingml/2006/main" noGrp="1"/>
          </p:cNvSpPr>
          <p:nvPr/>
        </p:nvSpPr>
        <p:spPr>
          <a:xfrm xmlns:a="http://schemas.openxmlformats.org/drawingml/2006/main">
            <a:off x="838200" y="1650000"/>
            <a:ext cx="5000000" cy="280000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marL="285750" indent="-285750">
              <a:lnSpc>
                <a:spcPct val="100000"/>
              </a:lnSpc>
              <a:spcBef>
                <a:spcPts val="600"/>
              </a:spcBef>
              <a:buFont typeface="Arial"/>
              <a:buChar char="•"/>
            </a:pPr>
            <a:r>
              <a:rPr sz="2800">
                <a:solidFill>
                  <a:srgbClr val="000000"/>
                </a:solidFill>
              </a:rPr>
              <a:t>A read is a short piece of sequence, between 150 - 300 letters (bases) long.</a:t>
            </a:r>
          </a:p>
          <a:p xmlns:a="http://schemas.openxmlformats.org/drawingml/2006/main">
            <a:pPr marL="285750" indent="-285750">
              <a:lnSpc>
                <a:spcPct val="100000"/>
              </a:lnSpc>
              <a:spcBef>
                <a:spcPts val="600"/>
              </a:spcBef>
              <a:buFont typeface="Arial"/>
              <a:buChar char="•"/>
            </a:pPr>
            <a:r>
              <a:rPr sz="2800">
                <a:solidFill>
                  <a:srgbClr val="000000"/>
                </a:solidFill>
              </a:rPr>
              <a:t>One sample gives millions of reads.</a:t>
            </a:r>
          </a:p>
          <a:p xmlns:a="http://schemas.openxmlformats.org/drawingml/2006/main">
            <a:pPr marL="285750" indent="-285750">
              <a:lnSpc>
                <a:spcPct val="100000"/>
              </a:lnSpc>
              <a:spcBef>
                <a:spcPts val="600"/>
              </a:spcBef>
              <a:buFont typeface="Arial"/>
              <a:buChar char="•"/>
            </a:pPr>
            <a:r>
              <a:rPr sz="2800">
                <a:solidFill>
                  <a:srgbClr val="000000"/>
                </a:solidFill>
              </a:rPr>
              <a:t>Each read came from one RNA molecule.</a:t>
            </a:r>
          </a:p>
        </p:txBody>
      </p:sp>
      <p:sp>
        <p:nvSpPr>
          <p:cNvPr id="125" name="Shape 126">
            <a:extLst xmlns:a="http://schemas.openxmlformats.org/drawingml/2006/main">
              <a:ext uri="{FF2B5EF4-FFF2-40B4-BE49-F238E27FC236}">
                <a16:creationId xmlns:a16="http://schemas.microsoft.com/office/drawing/2014/main" id="{E900BC5B-9F6D-4322-BEB7-2136D60676C9}"/>
              </a:ext>
            </a:extLst>
          </p:cNvPr>
          <p:cNvSpPr>
            <a:spLocks xmlns:a="http://schemas.openxmlformats.org/drawingml/2006/main" noGrp="1"/>
          </p:cNvSpPr>
          <p:nvPr/>
        </p:nvSpPr>
        <p:spPr>
          <a:xfrm xmlns:a="http://schemas.openxmlformats.org/drawingml/2006/main">
            <a:off x="6300000" y="1750000"/>
            <a:ext cx="5053800" cy="1100000"/>
          </a:xfrm>
          <a:prstGeom xmlns:a="http://schemas.openxmlformats.org/drawingml/2006/main" prst="roundRect">
            <a:avLst/>
          </a:prstGeom>
          <a:solidFill xmlns:a="http://schemas.openxmlformats.org/drawingml/2006/main">
            <a:srgbClr val="EDEDED"/>
          </a:solidFill>
          <a:ln xmlns:a="http://schemas.openxmlformats.org/drawingml/2006/main">
            <a:noFill/>
          </a:ln>
        </p:spPr>
        <p:txBody>
          <a:bodyPr xmlns:a="http://schemas.openxmlformats.org/drawingml/2006/main" lIns="91440" rIns="91440" anchor="ctr">
            <a:normAutofit/>
          </a:bodyPr>
          <a:lstStyle xmlns:a="http://schemas.openxmlformats.org/drawingml/2006/main"/>
          <a:p xmlns:a="http://schemas.openxmlformats.org/drawingml/2006/main">
            <a:pPr algn="ctr">
              <a:buNone/>
            </a:pPr>
            <a:r>
              <a:rPr sz="2400">
                <a:solidFill>
                  <a:srgbClr val="000000"/>
                </a:solidFill>
                <a:latin typeface="Courier New"/>
                <a:ea typeface="Courier New"/>
                <a:cs typeface="Courier New"/>
              </a:rPr>
              <a:t>GATTACAGGCATTCCAGTACCGA</a:t>
            </a:r>
          </a:p>
        </p:txBody>
      </p:sp>
      <p:sp>
        <p:nvSpPr>
          <p:cNvPr id="127" name="TextBox 128">
            <a:extLst xmlns:a="http://schemas.openxmlformats.org/drawingml/2006/main">
              <a:ext uri="{FF2B5EF4-FFF2-40B4-BE49-F238E27FC236}">
                <a16:creationId xmlns:a16="http://schemas.microsoft.com/office/drawing/2014/main" id="{6332CBB4-07DA-4FD1-91D0-32817541FAEA}"/>
              </a:ext>
            </a:extLst>
          </p:cNvPr>
          <p:cNvSpPr>
            <a:spLocks xmlns:a="http://schemas.openxmlformats.org/drawingml/2006/main" noGrp="1"/>
          </p:cNvSpPr>
          <p:nvPr/>
        </p:nvSpPr>
        <p:spPr>
          <a:xfrm xmlns:a="http://schemas.openxmlformats.org/drawingml/2006/main">
            <a:off x="6300000" y="2900000"/>
            <a:ext cx="5053800" cy="400000"/>
          </a:xfrm>
          <a:prstGeom xmlns:a="http://schemas.openxmlformats.org/drawingml/2006/main" prst="rect">
            <a:avLst/>
          </a:prstGeom>
          <a:noFill xmlns:a="http://schemas.openxmlformats.org/drawingml/2006/main"/>
        </p:spPr>
        <p:txBody>
          <a:bodyPr xmlns:a="http://schemas.openxmlformats.org/drawingml/2006/main" wrap="square" anchor="t">
            <a:normAutofit/>
          </a:bodyPr>
          <a:lstStyle xmlns:a="http://schemas.openxmlformats.org/drawingml/2006/main"/>
          <a:p xmlns:a="http://schemas.openxmlformats.org/drawingml/2006/main">
            <a:pPr algn="ctr">
              <a:buNone/>
            </a:pPr>
            <a:r>
              <a:rPr sz="2000">
                <a:solidFill>
                  <a:srgbClr val="A5A5A5"/>
                </a:solidFill>
              </a:rPr>
              <a:t>one read</a:t>
            </a:r>
          </a:p>
        </p:txBody>
      </p:sp>
      <p:sp>
        <p:nvSpPr>
          <p:cNvPr id="129" name="TextBox 130">
            <a:extLst xmlns:a="http://schemas.openxmlformats.org/drawingml/2006/main">
              <a:ext uri="{FF2B5EF4-FFF2-40B4-BE49-F238E27FC236}">
                <a16:creationId xmlns:a16="http://schemas.microsoft.com/office/drawing/2014/main" id="{C6189FB9-3BEE-44F4-84FF-CF41D6222E94}"/>
              </a:ext>
            </a:extLst>
          </p:cNvPr>
          <p:cNvSpPr>
            <a:spLocks xmlns:a="http://schemas.openxmlformats.org/drawingml/2006/main" noGrp="1"/>
          </p:cNvSpPr>
          <p:nvPr/>
        </p:nvSpPr>
        <p:spPr>
          <a:xfrm xmlns:a="http://schemas.openxmlformats.org/drawingml/2006/main">
            <a:off x="838200" y="5385800"/>
            <a:ext cx="10515600" cy="1100000"/>
          </a:xfrm>
          <a:prstGeom xmlns:a="http://schemas.openxmlformats.org/drawingml/2006/main" prst="rect">
            <a:avLst/>
          </a:prstGeom>
          <a:noFill xmlns:a="http://schemas.openxmlformats.org/drawingml/2006/main"/>
        </p:spPr>
        <p:txBody>
          <a:bodyPr xmlns:a="http://schemas.openxmlformats.org/drawingml/2006/main" wrap="square" anchor="t">
            <a:normAutofit fontScale="92500" lnSpcReduction="20000"/>
          </a:bodyPr>
          <a:lstStyle xmlns:a="http://schemas.openxmlformats.org/drawingml/2006/main"/>
          <a:p xmlns:a="http://schemas.openxmlformats.org/drawingml/2006/main">
            <a:pPr algn="l">
              <a:buNone/>
            </a:pPr>
            <a:r>
              <a:rPr sz="2800">
                <a:solidFill>
                  <a:srgbClr val="000000"/>
                </a:solidFill>
              </a:rPr>
              <a:t>The computer then looks for the place in the genome where each read fits (alignment).</a:t>
            </a:r>
          </a:p>
          <a:p xmlns:a="http://schemas.openxmlformats.org/drawingml/2006/main">
            <a:pPr algn="l">
              <a:buNone/>
            </a:pPr>
            <a:r>
              <a:rPr sz="2800">
                <a:solidFill>
                  <a:srgbClr val="000000"/>
                </a:solidFill>
              </a:rPr>
              <a:t>That place tells us which gene the read came from.</a:t>
            </a:r>
          </a:p>
        </p:txBody>
      </p:sp>
    </p:spTree>
    <p:extLst>
      <p:ext uri="{BB962C8B-B14F-4D97-AF65-F5344CB8AC3E}">
        <p14:creationId xmlns:p14="http://schemas.microsoft.com/office/powerpoint/2010/main" val="20033368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335A6017-7550-467F-80BD-55D1E810147C}"/>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a:bodyPr>
          <a:lstStyle xmlns:a="http://schemas.openxmlformats.org/drawingml/2006/main"/>
          <a:p xmlns:a="http://schemas.openxmlformats.org/drawingml/2006/main">
            <a:pPr>
              <a:buNone/>
              <a:defRPr sz="3225" b="0">
                <a:solidFill>
                  <a:srgbClr val="111827"/>
                </a:solidFill>
                <a:latin typeface="Arial"/>
                <a:ea typeface="Arial"/>
                <a:cs typeface="Arial"/>
              </a:defRPr>
            </a:pPr>
            <a:r>
              <a:rPr sz="3225" b="0">
                <a:solidFill>
                  <a:srgbClr val="111827"/>
                </a:solidFill>
                <a:latin typeface="Arial"/>
                <a:ea typeface="Arial"/>
                <a:cs typeface="Arial"/>
              </a:rPr>
              <a:t>From reads to a count matrix</a:t>
            </a:r>
          </a:p>
        </p:txBody>
      </p:sp>
      <p:sp>
        <p:nvSpPr>
          <p:cNvPr id="2" name="title-accent">
            <a:extLst xmlns:a="http://schemas.openxmlformats.org/drawingml/2006/main">
              <a:ext uri="{FF2B5EF4-FFF2-40B4-BE49-F238E27FC236}">
                <a16:creationId xmlns:a16="http://schemas.microsoft.com/office/drawing/2014/main" id="{5CB7C836-04D7-408C-AFF4-03046DC6A786}"/>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lide-subtitle">
            <a:extLst xmlns:a="http://schemas.openxmlformats.org/drawingml/2006/main">
              <a:ext uri="{FF2B5EF4-FFF2-40B4-BE49-F238E27FC236}">
                <a16:creationId xmlns:a16="http://schemas.microsoft.com/office/drawing/2014/main" id="{30FC3765-FF27-48DB-A963-DB6425DDF313}"/>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a:bodyPr>
          <a:lstStyle xmlns:a="http://schemas.openxmlformats.org/drawingml/2006/main"/>
          <a:p xmlns:a="http://schemas.openxmlformats.org/drawingml/2006/main">
            <a:pPr>
              <a:buNone/>
              <a:defRPr sz="1425">
                <a:solidFill>
                  <a:srgbClr val="5B6472"/>
                </a:solidFill>
                <a:latin typeface="Arial"/>
                <a:ea typeface="Arial"/>
                <a:cs typeface="Arial"/>
              </a:defRPr>
            </a:pPr>
            <a:r>
              <a:rPr sz="1425">
                <a:solidFill>
                  <a:srgbClr val="5B6472"/>
                </a:solidFill>
                <a:latin typeface="Arial"/>
                <a:ea typeface="Arial"/>
                <a:cs typeface="Arial"/>
              </a:rPr>
              <a:t>Each read contributes to a gene count after alignment</a:t>
            </a:r>
          </a:p>
        </p:txBody>
      </p:sp>
      <p:sp>
        <p:nvSpPr>
          <p:cNvPr id="4" name="step-1-surface">
            <a:extLst xmlns:a="http://schemas.openxmlformats.org/drawingml/2006/main">
              <a:ext uri="{FF2B5EF4-FFF2-40B4-BE49-F238E27FC236}">
                <a16:creationId xmlns:a16="http://schemas.microsoft.com/office/drawing/2014/main" id="{3BA240AE-2B7A-4699-9361-8B361585F155}"/>
              </a:ext>
            </a:extLst>
          </p:cNvPr>
          <p:cNvSpPr>
            <a:spLocks xmlns:a="http://schemas.openxmlformats.org/drawingml/2006/main" noGrp="1"/>
          </p:cNvSpPr>
          <p:nvPr/>
        </p:nvSpPr>
        <p:spPr>
          <a:xfrm xmlns:a="http://schemas.openxmlformats.org/drawingml/2006/main">
            <a:off x="609600" y="1666875"/>
            <a:ext cx="2495550" cy="2714625"/>
          </a:xfrm>
          <a:prstGeom xmlns:a="http://schemas.openxmlformats.org/drawingml/2006/main" prst="roundRect">
            <a:avLst>
              <a:gd name="adj" fmla="val 6870"/>
            </a:avLst>
          </a:prstGeom>
          <a:solidFill xmlns:a="http://schemas.openxmlformats.org/drawingml/2006/main">
            <a:srgbClr val="EAF0FA"/>
          </a:solidFill>
          <a:ln xmlns:a="http://schemas.openxmlformats.org/drawingml/2006/main" w="12383">
            <a:solidFill>
              <a:srgbClr val="4472C4"/>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tep-1-badge">
            <a:extLst xmlns:a="http://schemas.openxmlformats.org/drawingml/2006/main">
              <a:ext uri="{FF2B5EF4-FFF2-40B4-BE49-F238E27FC236}">
                <a16:creationId xmlns:a16="http://schemas.microsoft.com/office/drawing/2014/main" id="{A3F6B6BB-5F38-4F39-80E9-570367693EC5}"/>
              </a:ext>
            </a:extLst>
          </p:cNvPr>
          <p:cNvSpPr>
            <a:spLocks xmlns:a="http://schemas.openxmlformats.org/drawingml/2006/main" noGrp="1"/>
          </p:cNvSpPr>
          <p:nvPr/>
        </p:nvSpPr>
        <p:spPr>
          <a:xfrm xmlns:a="http://schemas.openxmlformats.org/drawingml/2006/main">
            <a:off x="781050" y="1847850"/>
            <a:ext cx="457200" cy="457200"/>
          </a:xfrm>
          <a:prstGeom xmlns:a="http://schemas.openxmlformats.org/drawingml/2006/main" prst="ellipse">
            <a:avLst/>
          </a:prstGeom>
          <a:solidFill xmlns:a="http://schemas.openxmlformats.org/drawingml/2006/main">
            <a:srgbClr val="4472C4"/>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6" name="step-1-title">
            <a:extLst xmlns:a="http://schemas.openxmlformats.org/drawingml/2006/main">
              <a:ext uri="{FF2B5EF4-FFF2-40B4-BE49-F238E27FC236}">
                <a16:creationId xmlns:a16="http://schemas.microsoft.com/office/drawing/2014/main" id="{C425D3F2-BFD6-4797-B80E-7D6C27AB825D}"/>
              </a:ext>
            </a:extLst>
          </p:cNvPr>
          <p:cNvSpPr>
            <a:spLocks xmlns:a="http://schemas.openxmlformats.org/drawingml/2006/main" noGrp="1"/>
          </p:cNvSpPr>
          <p:nvPr/>
        </p:nvSpPr>
        <p:spPr>
          <a:xfrm xmlns:a="http://schemas.openxmlformats.org/drawingml/2006/main">
            <a:off x="1390650" y="1828800"/>
            <a:ext cx="1562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83333"/>
          </a:bodyPr>
          <a:lstStyle xmlns:a="http://schemas.openxmlformats.org/drawingml/2006/main"/>
          <a:p xmlns:a="http://schemas.openxmlformats.org/drawingml/2006/main">
            <a:pPr>
              <a:buNone/>
              <a:defRPr sz="1875" b="1">
                <a:solidFill>
                  <a:srgbClr val="1F2937"/>
                </a:solidFill>
                <a:latin typeface="Arial"/>
                <a:ea typeface="Arial"/>
                <a:cs typeface="Arial"/>
              </a:defRPr>
            </a:pPr>
            <a:r>
              <a:rPr sz="1875" b="1">
                <a:solidFill>
                  <a:srgbClr val="1F2937"/>
                </a:solidFill>
                <a:latin typeface="Arial"/>
                <a:ea typeface="Arial"/>
                <a:cs typeface="Arial"/>
              </a:rPr>
              <a:t>Sequence reads</a:t>
            </a:r>
          </a:p>
        </p:txBody>
      </p:sp>
      <p:sp>
        <p:nvSpPr>
          <p:cNvPr id="7" name="step-1-detail">
            <a:extLst xmlns:a="http://schemas.openxmlformats.org/drawingml/2006/main">
              <a:ext uri="{FF2B5EF4-FFF2-40B4-BE49-F238E27FC236}">
                <a16:creationId xmlns:a16="http://schemas.microsoft.com/office/drawing/2014/main" id="{271D4A04-BE44-4E2C-B5D2-589B334982C9}"/>
              </a:ext>
            </a:extLst>
          </p:cNvPr>
          <p:cNvSpPr>
            <a:spLocks xmlns:a="http://schemas.openxmlformats.org/drawingml/2006/main" noGrp="1"/>
          </p:cNvSpPr>
          <p:nvPr/>
        </p:nvSpPr>
        <p:spPr>
          <a:xfrm xmlns:a="http://schemas.openxmlformats.org/drawingml/2006/main">
            <a:off x="800100" y="2428875"/>
            <a:ext cx="211455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nSpc>
                <a:spcPct val="105000"/>
              </a:lnSpc>
              <a:buNone/>
              <a:defRPr sz="1425">
                <a:solidFill>
                  <a:srgbClr val="5B6472"/>
                </a:solidFill>
                <a:latin typeface="Arial"/>
                <a:ea typeface="Arial"/>
                <a:cs typeface="Arial"/>
              </a:defRPr>
            </a:pPr>
            <a:r>
              <a:rPr sz="1425">
                <a:solidFill>
                  <a:srgbClr val="5B6472"/>
                </a:solidFill>
                <a:latin typeface="Arial"/>
                <a:ea typeface="Arial"/>
                <a:cs typeface="Arial"/>
              </a:rPr>
              <a:t>Millions of short DNA fragments</a:t>
            </a:r>
          </a:p>
        </p:txBody>
      </p:sp>
      <p:sp>
        <p:nvSpPr>
          <p:cNvPr id="8" name="step-2-surface">
            <a:extLst xmlns:a="http://schemas.openxmlformats.org/drawingml/2006/main">
              <a:ext uri="{FF2B5EF4-FFF2-40B4-BE49-F238E27FC236}">
                <a16:creationId xmlns:a16="http://schemas.microsoft.com/office/drawing/2014/main" id="{76852BBF-B08D-4E4C-B2AB-FD63DE5F2533}"/>
              </a:ext>
            </a:extLst>
          </p:cNvPr>
          <p:cNvSpPr>
            <a:spLocks xmlns:a="http://schemas.openxmlformats.org/drawingml/2006/main" noGrp="1"/>
          </p:cNvSpPr>
          <p:nvPr/>
        </p:nvSpPr>
        <p:spPr>
          <a:xfrm xmlns:a="http://schemas.openxmlformats.org/drawingml/2006/main">
            <a:off x="3533775" y="1666875"/>
            <a:ext cx="2495550" cy="2714625"/>
          </a:xfrm>
          <a:prstGeom xmlns:a="http://schemas.openxmlformats.org/drawingml/2006/main" prst="roundRect">
            <a:avLst>
              <a:gd name="adj" fmla="val 6870"/>
            </a:avLst>
          </a:prstGeom>
          <a:solidFill xmlns:a="http://schemas.openxmlformats.org/drawingml/2006/main">
            <a:srgbClr val="E5F4F3"/>
          </a:solidFill>
          <a:ln xmlns:a="http://schemas.openxmlformats.org/drawingml/2006/main" w="12383">
            <a:solidFill>
              <a:srgbClr val="2E9FA3"/>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tep-2-badge">
            <a:extLst xmlns:a="http://schemas.openxmlformats.org/drawingml/2006/main">
              <a:ext uri="{FF2B5EF4-FFF2-40B4-BE49-F238E27FC236}">
                <a16:creationId xmlns:a16="http://schemas.microsoft.com/office/drawing/2014/main" id="{FB2F3FB0-E61A-4CC7-A967-0DBF36673A1F}"/>
              </a:ext>
            </a:extLst>
          </p:cNvPr>
          <p:cNvSpPr>
            <a:spLocks xmlns:a="http://schemas.openxmlformats.org/drawingml/2006/main" noGrp="1"/>
          </p:cNvSpPr>
          <p:nvPr/>
        </p:nvSpPr>
        <p:spPr>
          <a:xfrm xmlns:a="http://schemas.openxmlformats.org/drawingml/2006/main">
            <a:off x="3705225" y="1847850"/>
            <a:ext cx="457200" cy="457200"/>
          </a:xfrm>
          <a:prstGeom xmlns:a="http://schemas.openxmlformats.org/drawingml/2006/main" prst="ellipse">
            <a:avLst/>
          </a:prstGeom>
          <a:solidFill xmlns:a="http://schemas.openxmlformats.org/drawingml/2006/main">
            <a:srgbClr val="2E9FA3"/>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0" name="step-2-title">
            <a:extLst xmlns:a="http://schemas.openxmlformats.org/drawingml/2006/main">
              <a:ext uri="{FF2B5EF4-FFF2-40B4-BE49-F238E27FC236}">
                <a16:creationId xmlns:a16="http://schemas.microsoft.com/office/drawing/2014/main" id="{34129512-EF99-4598-A7D8-AB4E1F212743}"/>
              </a:ext>
            </a:extLst>
          </p:cNvPr>
          <p:cNvSpPr>
            <a:spLocks xmlns:a="http://schemas.openxmlformats.org/drawingml/2006/main" noGrp="1"/>
          </p:cNvSpPr>
          <p:nvPr/>
        </p:nvSpPr>
        <p:spPr>
          <a:xfrm xmlns:a="http://schemas.openxmlformats.org/drawingml/2006/main">
            <a:off x="4314825" y="1828800"/>
            <a:ext cx="1562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83333"/>
          </a:bodyPr>
          <a:lstStyle xmlns:a="http://schemas.openxmlformats.org/drawingml/2006/main"/>
          <a:p xmlns:a="http://schemas.openxmlformats.org/drawingml/2006/main">
            <a:pPr>
              <a:buNone/>
              <a:defRPr sz="1875" b="1">
                <a:solidFill>
                  <a:srgbClr val="1F2937"/>
                </a:solidFill>
                <a:latin typeface="Arial"/>
                <a:ea typeface="Arial"/>
                <a:cs typeface="Arial"/>
              </a:defRPr>
            </a:pPr>
            <a:r>
              <a:rPr sz="1875" b="1">
                <a:solidFill>
                  <a:srgbClr val="1F2937"/>
                </a:solidFill>
                <a:latin typeface="Arial"/>
                <a:ea typeface="Arial"/>
                <a:cs typeface="Arial"/>
              </a:rPr>
              <a:t>Align to the genome</a:t>
            </a:r>
          </a:p>
        </p:txBody>
      </p:sp>
      <p:sp>
        <p:nvSpPr>
          <p:cNvPr id="11" name="step-2-detail">
            <a:extLst xmlns:a="http://schemas.openxmlformats.org/drawingml/2006/main">
              <a:ext uri="{FF2B5EF4-FFF2-40B4-BE49-F238E27FC236}">
                <a16:creationId xmlns:a16="http://schemas.microsoft.com/office/drawing/2014/main" id="{7AB494C0-CC72-4911-AC98-B819DC8DAE19}"/>
              </a:ext>
            </a:extLst>
          </p:cNvPr>
          <p:cNvSpPr>
            <a:spLocks xmlns:a="http://schemas.openxmlformats.org/drawingml/2006/main" noGrp="1"/>
          </p:cNvSpPr>
          <p:nvPr/>
        </p:nvSpPr>
        <p:spPr>
          <a:xfrm xmlns:a="http://schemas.openxmlformats.org/drawingml/2006/main">
            <a:off x="3724275" y="2428875"/>
            <a:ext cx="211455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nSpc>
                <a:spcPct val="105000"/>
              </a:lnSpc>
              <a:buNone/>
              <a:defRPr sz="1425">
                <a:solidFill>
                  <a:srgbClr val="5B6472"/>
                </a:solidFill>
                <a:latin typeface="Arial"/>
                <a:ea typeface="Arial"/>
                <a:cs typeface="Arial"/>
              </a:defRPr>
            </a:pPr>
            <a:r>
              <a:rPr sz="1425">
                <a:solidFill>
                  <a:srgbClr val="5B6472"/>
                </a:solidFill>
                <a:latin typeface="Arial"/>
                <a:ea typeface="Arial"/>
                <a:cs typeface="Arial"/>
              </a:rPr>
              <a:t>Find the best matching genomic location</a:t>
            </a:r>
          </a:p>
        </p:txBody>
      </p:sp>
      <p:sp>
        <p:nvSpPr>
          <p:cNvPr id="12" name="step-3-surface">
            <a:extLst xmlns:a="http://schemas.openxmlformats.org/drawingml/2006/main">
              <a:ext uri="{FF2B5EF4-FFF2-40B4-BE49-F238E27FC236}">
                <a16:creationId xmlns:a16="http://schemas.microsoft.com/office/drawing/2014/main" id="{09F5C9E9-F24A-4BF7-A12F-870BBC113A8D}"/>
              </a:ext>
            </a:extLst>
          </p:cNvPr>
          <p:cNvSpPr>
            <a:spLocks xmlns:a="http://schemas.openxmlformats.org/drawingml/2006/main" noGrp="1"/>
          </p:cNvSpPr>
          <p:nvPr/>
        </p:nvSpPr>
        <p:spPr>
          <a:xfrm xmlns:a="http://schemas.openxmlformats.org/drawingml/2006/main">
            <a:off x="6457950" y="1666875"/>
            <a:ext cx="2495550" cy="2714625"/>
          </a:xfrm>
          <a:prstGeom xmlns:a="http://schemas.openxmlformats.org/drawingml/2006/main" prst="roundRect">
            <a:avLst>
              <a:gd name="adj" fmla="val 6870"/>
            </a:avLst>
          </a:prstGeom>
          <a:solidFill xmlns:a="http://schemas.openxmlformats.org/drawingml/2006/main">
            <a:srgbClr val="FCEADD"/>
          </a:solidFill>
          <a:ln xmlns:a="http://schemas.openxmlformats.org/drawingml/2006/main" w="12383">
            <a:solidFill>
              <a:srgbClr val="ED7D31"/>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tep-3-badge">
            <a:extLst xmlns:a="http://schemas.openxmlformats.org/drawingml/2006/main">
              <a:ext uri="{FF2B5EF4-FFF2-40B4-BE49-F238E27FC236}">
                <a16:creationId xmlns:a16="http://schemas.microsoft.com/office/drawing/2014/main" id="{B7B815B0-6AC1-4FC7-A4AF-DFA0D3984F46}"/>
              </a:ext>
            </a:extLst>
          </p:cNvPr>
          <p:cNvSpPr>
            <a:spLocks xmlns:a="http://schemas.openxmlformats.org/drawingml/2006/main" noGrp="1"/>
          </p:cNvSpPr>
          <p:nvPr/>
        </p:nvSpPr>
        <p:spPr>
          <a:xfrm xmlns:a="http://schemas.openxmlformats.org/drawingml/2006/main">
            <a:off x="6629400" y="1847850"/>
            <a:ext cx="457200" cy="457200"/>
          </a:xfrm>
          <a:prstGeom xmlns:a="http://schemas.openxmlformats.org/drawingml/2006/main" prst="ellipse">
            <a:avLst/>
          </a:prstGeom>
          <a:solidFill xmlns:a="http://schemas.openxmlformats.org/drawingml/2006/main">
            <a:srgbClr val="ED7D31"/>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4" name="step-3-title">
            <a:extLst xmlns:a="http://schemas.openxmlformats.org/drawingml/2006/main">
              <a:ext uri="{FF2B5EF4-FFF2-40B4-BE49-F238E27FC236}">
                <a16:creationId xmlns:a16="http://schemas.microsoft.com/office/drawing/2014/main" id="{127F8EB8-0A50-446D-8F8D-29CFD8454A51}"/>
              </a:ext>
            </a:extLst>
          </p:cNvPr>
          <p:cNvSpPr>
            <a:spLocks xmlns:a="http://schemas.openxmlformats.org/drawingml/2006/main" noGrp="1"/>
          </p:cNvSpPr>
          <p:nvPr/>
        </p:nvSpPr>
        <p:spPr>
          <a:xfrm xmlns:a="http://schemas.openxmlformats.org/drawingml/2006/main">
            <a:off x="7239000" y="1828800"/>
            <a:ext cx="1562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83333"/>
          </a:bodyPr>
          <a:lstStyle xmlns:a="http://schemas.openxmlformats.org/drawingml/2006/main"/>
          <a:p xmlns:a="http://schemas.openxmlformats.org/drawingml/2006/main">
            <a:pPr>
              <a:buNone/>
              <a:defRPr sz="1875" b="1">
                <a:solidFill>
                  <a:srgbClr val="1F2937"/>
                </a:solidFill>
                <a:latin typeface="Arial"/>
                <a:ea typeface="Arial"/>
                <a:cs typeface="Arial"/>
              </a:defRPr>
            </a:pPr>
            <a:r>
              <a:rPr sz="1875" b="1">
                <a:solidFill>
                  <a:srgbClr val="1F2937"/>
                </a:solidFill>
                <a:latin typeface="Arial"/>
                <a:ea typeface="Arial"/>
                <a:cs typeface="Arial"/>
              </a:rPr>
              <a:t>Assign reads to genes</a:t>
            </a:r>
          </a:p>
        </p:txBody>
      </p:sp>
      <p:sp>
        <p:nvSpPr>
          <p:cNvPr id="15" name="step-3-detail">
            <a:extLst xmlns:a="http://schemas.openxmlformats.org/drawingml/2006/main">
              <a:ext uri="{FF2B5EF4-FFF2-40B4-BE49-F238E27FC236}">
                <a16:creationId xmlns:a16="http://schemas.microsoft.com/office/drawing/2014/main" id="{07C58322-3EF5-4C98-9B7D-879CDBC79CF4}"/>
              </a:ext>
            </a:extLst>
          </p:cNvPr>
          <p:cNvSpPr>
            <a:spLocks xmlns:a="http://schemas.openxmlformats.org/drawingml/2006/main" noGrp="1"/>
          </p:cNvSpPr>
          <p:nvPr/>
        </p:nvSpPr>
        <p:spPr>
          <a:xfrm xmlns:a="http://schemas.openxmlformats.org/drawingml/2006/main">
            <a:off x="6648450" y="2428875"/>
            <a:ext cx="211455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nSpc>
                <a:spcPct val="105000"/>
              </a:lnSpc>
              <a:buNone/>
              <a:defRPr sz="1425">
                <a:solidFill>
                  <a:srgbClr val="5B6472"/>
                </a:solidFill>
                <a:latin typeface="Arial"/>
                <a:ea typeface="Arial"/>
                <a:cs typeface="Arial"/>
              </a:defRPr>
            </a:pPr>
            <a:r>
              <a:rPr sz="1425">
                <a:solidFill>
                  <a:srgbClr val="5B6472"/>
                </a:solidFill>
                <a:latin typeface="Arial"/>
                <a:ea typeface="Arial"/>
                <a:cs typeface="Arial"/>
              </a:rPr>
              <a:t>Use the aligned position to identify a gene</a:t>
            </a:r>
          </a:p>
        </p:txBody>
      </p:sp>
      <p:sp>
        <p:nvSpPr>
          <p:cNvPr id="16" name="step-4-surface">
            <a:extLst xmlns:a="http://schemas.openxmlformats.org/drawingml/2006/main">
              <a:ext uri="{FF2B5EF4-FFF2-40B4-BE49-F238E27FC236}">
                <a16:creationId xmlns:a16="http://schemas.microsoft.com/office/drawing/2014/main" id="{5B41FF97-220B-4C07-9D99-3E7F06364BB9}"/>
              </a:ext>
            </a:extLst>
          </p:cNvPr>
          <p:cNvSpPr>
            <a:spLocks xmlns:a="http://schemas.openxmlformats.org/drawingml/2006/main" noGrp="1"/>
          </p:cNvSpPr>
          <p:nvPr/>
        </p:nvSpPr>
        <p:spPr>
          <a:xfrm xmlns:a="http://schemas.openxmlformats.org/drawingml/2006/main">
            <a:off x="9382125" y="1666875"/>
            <a:ext cx="2495550" cy="2714625"/>
          </a:xfrm>
          <a:prstGeom xmlns:a="http://schemas.openxmlformats.org/drawingml/2006/main" prst="roundRect">
            <a:avLst>
              <a:gd name="adj" fmla="val 6870"/>
            </a:avLst>
          </a:prstGeom>
          <a:solidFill xmlns:a="http://schemas.openxmlformats.org/drawingml/2006/main">
            <a:srgbClr val="F0EBF7"/>
          </a:solidFill>
          <a:ln xmlns:a="http://schemas.openxmlformats.org/drawingml/2006/main" w="12383">
            <a:solidFill>
              <a:srgbClr val="7551A8"/>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step-4-badge">
            <a:extLst xmlns:a="http://schemas.openxmlformats.org/drawingml/2006/main">
              <a:ext uri="{FF2B5EF4-FFF2-40B4-BE49-F238E27FC236}">
                <a16:creationId xmlns:a16="http://schemas.microsoft.com/office/drawing/2014/main" id="{89EF3C3F-0509-49C4-A643-0B4435B5C249}"/>
              </a:ext>
            </a:extLst>
          </p:cNvPr>
          <p:cNvSpPr>
            <a:spLocks xmlns:a="http://schemas.openxmlformats.org/drawingml/2006/main" noGrp="1"/>
          </p:cNvSpPr>
          <p:nvPr/>
        </p:nvSpPr>
        <p:spPr>
          <a:xfrm xmlns:a="http://schemas.openxmlformats.org/drawingml/2006/main">
            <a:off x="9553575" y="1847850"/>
            <a:ext cx="457200" cy="457200"/>
          </a:xfrm>
          <a:prstGeom xmlns:a="http://schemas.openxmlformats.org/drawingml/2006/main" prst="ellipse">
            <a:avLst/>
          </a:prstGeom>
          <a:solidFill xmlns:a="http://schemas.openxmlformats.org/drawingml/2006/main">
            <a:srgbClr val="7551A8"/>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18" name="step-4-title">
            <a:extLst xmlns:a="http://schemas.openxmlformats.org/drawingml/2006/main">
              <a:ext uri="{FF2B5EF4-FFF2-40B4-BE49-F238E27FC236}">
                <a16:creationId xmlns:a16="http://schemas.microsoft.com/office/drawing/2014/main" id="{72C42748-3840-425E-A4E0-C23BEDA5FFBE}"/>
              </a:ext>
            </a:extLst>
          </p:cNvPr>
          <p:cNvSpPr>
            <a:spLocks xmlns:a="http://schemas.openxmlformats.org/drawingml/2006/main" noGrp="1"/>
          </p:cNvSpPr>
          <p:nvPr/>
        </p:nvSpPr>
        <p:spPr>
          <a:xfrm xmlns:a="http://schemas.openxmlformats.org/drawingml/2006/main">
            <a:off x="10163175" y="1828800"/>
            <a:ext cx="1562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83458"/>
          </a:bodyPr>
          <a:lstStyle xmlns:a="http://schemas.openxmlformats.org/drawingml/2006/main"/>
          <a:p xmlns:a="http://schemas.openxmlformats.org/drawingml/2006/main">
            <a:pPr>
              <a:buNone/>
              <a:defRPr sz="1875" b="1">
                <a:solidFill>
                  <a:srgbClr val="1F2937"/>
                </a:solidFill>
                <a:latin typeface="Arial"/>
                <a:ea typeface="Arial"/>
                <a:cs typeface="Arial"/>
              </a:defRPr>
            </a:pPr>
            <a:r>
              <a:rPr sz="1875" b="1">
                <a:solidFill>
                  <a:srgbClr val="1F2937"/>
                </a:solidFill>
                <a:latin typeface="Arial"/>
                <a:ea typeface="Arial"/>
                <a:cs typeface="Arial"/>
              </a:rPr>
              <a:t>Build the matrix</a:t>
            </a:r>
          </a:p>
        </p:txBody>
      </p:sp>
      <p:sp>
        <p:nvSpPr>
          <p:cNvPr id="19" name="step-4-detail">
            <a:extLst xmlns:a="http://schemas.openxmlformats.org/drawingml/2006/main">
              <a:ext uri="{FF2B5EF4-FFF2-40B4-BE49-F238E27FC236}">
                <a16:creationId xmlns:a16="http://schemas.microsoft.com/office/drawing/2014/main" id="{7CD379C5-8077-43AB-ADA3-3AC5D5EFE21B}"/>
              </a:ext>
            </a:extLst>
          </p:cNvPr>
          <p:cNvSpPr>
            <a:spLocks xmlns:a="http://schemas.openxmlformats.org/drawingml/2006/main" noGrp="1"/>
          </p:cNvSpPr>
          <p:nvPr/>
        </p:nvSpPr>
        <p:spPr>
          <a:xfrm xmlns:a="http://schemas.openxmlformats.org/drawingml/2006/main">
            <a:off x="9572625" y="2428875"/>
            <a:ext cx="211455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nSpc>
                <a:spcPct val="105000"/>
              </a:lnSpc>
              <a:buNone/>
              <a:defRPr sz="1425">
                <a:solidFill>
                  <a:srgbClr val="5B6472"/>
                </a:solidFill>
                <a:latin typeface="Arial"/>
                <a:ea typeface="Arial"/>
                <a:cs typeface="Arial"/>
              </a:defRPr>
            </a:pPr>
            <a:r>
              <a:rPr sz="1425">
                <a:solidFill>
                  <a:srgbClr val="5B6472"/>
                </a:solidFill>
                <a:latin typeface="Arial"/>
                <a:ea typeface="Arial"/>
                <a:cs typeface="Arial"/>
              </a:rPr>
              <a:t>Rows are genes; columns are samples</a:t>
            </a:r>
          </a:p>
        </p:txBody>
      </p:sp>
      <p:sp>
        <p:nvSpPr>
          <p:cNvPr id="20" name="workflow-arrow">
            <a:extLst xmlns:a="http://schemas.openxmlformats.org/drawingml/2006/main">
              <a:ext uri="{FF2B5EF4-FFF2-40B4-BE49-F238E27FC236}">
                <a16:creationId xmlns:a16="http://schemas.microsoft.com/office/drawing/2014/main" id="{792401D4-067C-4856-98D0-799F4B773A7C}"/>
              </a:ext>
            </a:extLst>
          </p:cNvPr>
          <p:cNvSpPr>
            <a:spLocks xmlns:a="http://schemas.openxmlformats.org/drawingml/2006/main" noGrp="1"/>
          </p:cNvSpPr>
          <p:nvPr/>
        </p:nvSpPr>
        <p:spPr>
          <a:xfrm xmlns:a="http://schemas.openxmlformats.org/drawingml/2006/main">
            <a:off x="3162300" y="2800350"/>
            <a:ext cx="266700" cy="323850"/>
          </a:xfrm>
          <a:prstGeom xmlns:a="http://schemas.openxmlformats.org/drawingml/2006/main" prst="rightArrow">
            <a:avLst/>
          </a:prstGeom>
          <a:solidFill xmlns:a="http://schemas.openxmlformats.org/drawingml/2006/main">
            <a:srgbClr val="2E9FA3"/>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1" name="workflow-arrow">
            <a:extLst xmlns:a="http://schemas.openxmlformats.org/drawingml/2006/main">
              <a:ext uri="{FF2B5EF4-FFF2-40B4-BE49-F238E27FC236}">
                <a16:creationId xmlns:a16="http://schemas.microsoft.com/office/drawing/2014/main" id="{4CBFDD5B-1E3E-4B36-8EF1-8F7E4BADF52A}"/>
              </a:ext>
            </a:extLst>
          </p:cNvPr>
          <p:cNvSpPr>
            <a:spLocks xmlns:a="http://schemas.openxmlformats.org/drawingml/2006/main" noGrp="1"/>
          </p:cNvSpPr>
          <p:nvPr/>
        </p:nvSpPr>
        <p:spPr>
          <a:xfrm xmlns:a="http://schemas.openxmlformats.org/drawingml/2006/main">
            <a:off x="6086475" y="2800350"/>
            <a:ext cx="266700" cy="323850"/>
          </a:xfrm>
          <a:prstGeom xmlns:a="http://schemas.openxmlformats.org/drawingml/2006/main" prst="rightArrow">
            <a:avLst/>
          </a:prstGeom>
          <a:solidFill xmlns:a="http://schemas.openxmlformats.org/drawingml/2006/main">
            <a:srgbClr val="ED7D3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2" name="workflow-arrow">
            <a:extLst xmlns:a="http://schemas.openxmlformats.org/drawingml/2006/main">
              <a:ext uri="{FF2B5EF4-FFF2-40B4-BE49-F238E27FC236}">
                <a16:creationId xmlns:a16="http://schemas.microsoft.com/office/drawing/2014/main" id="{486B5253-6D23-4C90-924C-42E4CCC36C2C}"/>
              </a:ext>
            </a:extLst>
          </p:cNvPr>
          <p:cNvSpPr>
            <a:spLocks xmlns:a="http://schemas.openxmlformats.org/drawingml/2006/main" noGrp="1"/>
          </p:cNvSpPr>
          <p:nvPr/>
        </p:nvSpPr>
        <p:spPr>
          <a:xfrm xmlns:a="http://schemas.openxmlformats.org/drawingml/2006/main">
            <a:off x="9010650" y="2800350"/>
            <a:ext cx="266700" cy="323850"/>
          </a:xfrm>
          <a:prstGeom xmlns:a="http://schemas.openxmlformats.org/drawingml/2006/main" prst="rightArrow">
            <a:avLst/>
          </a:prstGeom>
          <a:solidFill xmlns:a="http://schemas.openxmlformats.org/drawingml/2006/main">
            <a:srgbClr val="7551A8"/>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3" name="Rectangle: Rounded Corners 22">
            <a:extLst xmlns:a="http://schemas.openxmlformats.org/drawingml/2006/main">
              <a:ext uri="{FF2B5EF4-FFF2-40B4-BE49-F238E27FC236}">
                <a16:creationId xmlns:a16="http://schemas.microsoft.com/office/drawing/2014/main" id="{CA5B4BD6-5371-46A0-BDCF-45CE24CF62A6}"/>
              </a:ext>
            </a:extLst>
          </p:cNvPr>
          <p:cNvSpPr>
            <a:spLocks xmlns:a="http://schemas.openxmlformats.org/drawingml/2006/main" noGrp="1"/>
          </p:cNvSpPr>
          <p:nvPr/>
        </p:nvSpPr>
        <p:spPr>
          <a:xfrm xmlns:a="http://schemas.openxmlformats.org/drawingml/2006/main">
            <a:off x="1428750" y="4857750"/>
            <a:ext cx="9334500" cy="1143000"/>
          </a:xfrm>
          <a:prstGeom xmlns:a="http://schemas.openxmlformats.org/drawingml/2006/main" prst="roundRect">
            <a:avLst>
              <a:gd name="adj" fmla="val 13333"/>
            </a:avLst>
          </a:prstGeom>
          <a:solidFill xmlns:a="http://schemas.openxmlformats.org/drawingml/2006/main">
            <a:srgbClr val="F5F6F8"/>
          </a:solidFill>
          <a:ln xmlns:a="http://schemas.openxmlformats.org/drawingml/2006/main" w="9525">
            <a:solidFill>
              <a:srgbClr val="D5D9E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Rectangle 23">
            <a:extLst xmlns:a="http://schemas.openxmlformats.org/drawingml/2006/main">
              <a:ext uri="{FF2B5EF4-FFF2-40B4-BE49-F238E27FC236}">
                <a16:creationId xmlns:a16="http://schemas.microsoft.com/office/drawing/2014/main" id="{DF5D2476-115B-48D5-9C6F-7B297AE945BA}"/>
              </a:ext>
            </a:extLst>
          </p:cNvPr>
          <p:cNvSpPr>
            <a:spLocks xmlns:a="http://schemas.openxmlformats.org/drawingml/2006/main" noGrp="1"/>
          </p:cNvSpPr>
          <p:nvPr/>
        </p:nvSpPr>
        <p:spPr>
          <a:xfrm xmlns:a="http://schemas.openxmlformats.org/drawingml/2006/main">
            <a:off x="1685925" y="50196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buNone/>
              <a:defRPr sz="1275" b="1">
                <a:solidFill>
                  <a:srgbClr val="5B6472"/>
                </a:solidFill>
                <a:latin typeface="Arial"/>
                <a:ea typeface="Arial"/>
                <a:cs typeface="Arial"/>
              </a:defRPr>
            </a:pPr>
            <a:r>
              <a:rPr sz="1275" b="1">
                <a:solidFill>
                  <a:srgbClr val="5B6472"/>
                </a:solidFill>
                <a:latin typeface="Arial"/>
                <a:ea typeface="Arial"/>
                <a:cs typeface="Arial"/>
              </a:rPr>
              <a:t>Example</a:t>
            </a:r>
          </a:p>
        </p:txBody>
      </p:sp>
      <p:sp>
        <p:nvSpPr>
          <p:cNvPr id="25" name="Rectangle 24">
            <a:extLst xmlns:a="http://schemas.openxmlformats.org/drawingml/2006/main">
              <a:ext uri="{FF2B5EF4-FFF2-40B4-BE49-F238E27FC236}">
                <a16:creationId xmlns:a16="http://schemas.microsoft.com/office/drawing/2014/main" id="{EDA1B28F-5F1B-4AD5-A1BD-AF6A8B57C973}"/>
              </a:ext>
            </a:extLst>
          </p:cNvPr>
          <p:cNvSpPr>
            <a:spLocks xmlns:a="http://schemas.openxmlformats.org/drawingml/2006/main" noGrp="1"/>
          </p:cNvSpPr>
          <p:nvPr/>
        </p:nvSpPr>
        <p:spPr>
          <a:xfrm xmlns:a="http://schemas.openxmlformats.org/drawingml/2006/main">
            <a:off x="3000375" y="4953000"/>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gn="ctr">
              <a:buNone/>
              <a:defRPr sz="2025" b="1">
                <a:solidFill>
                  <a:srgbClr val="1F2937"/>
                </a:solidFill>
                <a:latin typeface="Arial"/>
                <a:ea typeface="Arial"/>
                <a:cs typeface="Arial"/>
              </a:defRPr>
            </a:pPr>
            <a:r>
              <a:rPr sz="2025" b="1">
                <a:solidFill>
                  <a:srgbClr val="1F2937"/>
                </a:solidFill>
                <a:latin typeface="Arial"/>
                <a:ea typeface="Arial"/>
                <a:cs typeface="Arial"/>
              </a:rPr>
              <a:t>Gene A: 5 reads     Gene B: 2 reads</a:t>
            </a:r>
          </a:p>
        </p:txBody>
      </p:sp>
      <p:sp>
        <p:nvSpPr>
          <p:cNvPr id="26" name="Rectangle 25">
            <a:extLst xmlns:a="http://schemas.openxmlformats.org/drawingml/2006/main">
              <a:ext uri="{FF2B5EF4-FFF2-40B4-BE49-F238E27FC236}">
                <a16:creationId xmlns:a16="http://schemas.microsoft.com/office/drawing/2014/main" id="{C80122D4-01A7-40A6-8D4D-9B8ED2CB4293}"/>
              </a:ext>
            </a:extLst>
          </p:cNvPr>
          <p:cNvSpPr>
            <a:spLocks xmlns:a="http://schemas.openxmlformats.org/drawingml/2006/main" noGrp="1"/>
          </p:cNvSpPr>
          <p:nvPr/>
        </p:nvSpPr>
        <p:spPr>
          <a:xfrm xmlns:a="http://schemas.openxmlformats.org/drawingml/2006/main">
            <a:off x="1952625" y="5438775"/>
            <a:ext cx="828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99152"/>
          </a:bodyPr>
          <a:lstStyle xmlns:a="http://schemas.openxmlformats.org/drawingml/2006/main"/>
          <a:p xmlns:a="http://schemas.openxmlformats.org/drawingml/2006/main">
            <a:pPr algn="ctr">
              <a:buNone/>
              <a:defRPr sz="1500">
                <a:solidFill>
                  <a:srgbClr val="5B6472"/>
                </a:solidFill>
                <a:latin typeface="Arial"/>
                <a:ea typeface="Arial"/>
                <a:cs typeface="Arial"/>
              </a:defRPr>
            </a:pPr>
            <a:r>
              <a:rPr sz="1500">
                <a:solidFill>
                  <a:srgbClr val="5B6472"/>
                </a:solidFill>
                <a:latin typeface="Arial"/>
                <a:ea typeface="Arial"/>
                <a:cs typeface="Arial"/>
              </a:rPr>
              <a:t>Repeating this for every gene and sample produces the count matrix used in downstream analysis.</a:t>
            </a:r>
          </a:p>
        </p:txBody>
      </p:sp>
    </p:spTree>
    <p:extLst>
      <p:ext uri="{BB962C8B-B14F-4D97-AF65-F5344CB8AC3E}">
        <p14:creationId xmlns:p14="http://schemas.microsoft.com/office/powerpoint/2010/main" val="171253642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FD4909-D021-4369-9830-1730A120DFD4}"/>
              </a:ext>
            </a:extLst>
          </p:cNvPr>
          <p:cNvSpPr>
            <a:spLocks xmlns:a="http://schemas.openxmlformats.org/drawingml/2006/main" noGrp="1"/>
          </p:cNvSpPr>
          <p:nvPr>
            <p:ph type="title" idx="0"/>
          </p:nvPr>
        </p:nvSpPr>
        <p:spPr>
          <a:xfrm xmlns:a="http://schemas.openxmlformats.org/drawingml/2006/main">
            <a:off x="838200" y="347708"/>
            <a:ext cx="10515600" cy="1325563"/>
          </a:xfrm>
        </p:spPr>
        <p:txBody>
          <a:bodyPr xmlns:a="http://schemas.openxmlformats.org/drawingml/2006/main"/>
          <a:lstStyle xmlns:a="http://schemas.openxmlformats.org/drawingml/2006/main"/>
          <a:p xmlns:a="http://schemas.openxmlformats.org/drawingml/2006/main">
            <a:r>
              <a:t>RNA sequencing data (bulk)</a:t>
            </a:r>
          </a:p>
        </p:txBody>
      </p:sp>
      <p:sp>
        <p:nvSpPr>
          <p:cNvPr id="4" name="Oval 3">
            <a:extLst xmlns:a="http://schemas.openxmlformats.org/drawingml/2006/main">
              <a:ext uri="{FF2B5EF4-FFF2-40B4-BE49-F238E27FC236}">
                <a16:creationId xmlns:a16="http://schemas.microsoft.com/office/drawing/2014/main" id="{A6A753BE-7A54-49A9-ACE4-5CCF1E2FC0B1}"/>
              </a:ext>
            </a:extLst>
          </p:cNvPr>
          <p:cNvSpPr>
            <a:spLocks xmlns:a="http://schemas.openxmlformats.org/drawingml/2006/main" noGrp="1"/>
          </p:cNvSpPr>
          <p:nvPr/>
        </p:nvSpPr>
        <p:spPr>
          <a:xfrm xmlns:a="http://schemas.openxmlformats.org/drawingml/2006/main">
            <a:off x="842596" y="1775797"/>
            <a:ext cx="375857" cy="398090"/>
          </a:xfrm>
          <a:prstGeom xmlns:a="http://schemas.openxmlformats.org/drawingml/2006/main" prst="ellipse">
            <a:avLst/>
          </a:prstGeom>
          <a:solidFill xmlns:a="http://schemas.openxmlformats.org/drawingml/2006/main">
            <a:schemeClr val="accent2">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Oval 4">
            <a:extLst xmlns:a="http://schemas.openxmlformats.org/drawingml/2006/main">
              <a:ext uri="{FF2B5EF4-FFF2-40B4-BE49-F238E27FC236}">
                <a16:creationId xmlns:a16="http://schemas.microsoft.com/office/drawing/2014/main" id="{4823024C-7606-4BE1-82DC-164CEEF502C1}"/>
              </a:ext>
            </a:extLst>
          </p:cNvPr>
          <p:cNvSpPr>
            <a:spLocks xmlns:a="http://schemas.openxmlformats.org/drawingml/2006/main" noGrp="1"/>
          </p:cNvSpPr>
          <p:nvPr/>
        </p:nvSpPr>
        <p:spPr>
          <a:xfrm xmlns:a="http://schemas.openxmlformats.org/drawingml/2006/main">
            <a:off x="891198" y="1904106"/>
            <a:ext cx="139326" cy="141470"/>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Oval 11">
            <a:extLst xmlns:a="http://schemas.openxmlformats.org/drawingml/2006/main">
              <a:ext uri="{FF2B5EF4-FFF2-40B4-BE49-F238E27FC236}">
                <a16:creationId xmlns:a16="http://schemas.microsoft.com/office/drawing/2014/main" id="{ABF799D2-0AFC-4511-B175-CE738F775304}"/>
              </a:ext>
            </a:extLst>
          </p:cNvPr>
          <p:cNvSpPr>
            <a:spLocks xmlns:a="http://schemas.openxmlformats.org/drawingml/2006/main" noGrp="1"/>
          </p:cNvSpPr>
          <p:nvPr/>
        </p:nvSpPr>
        <p:spPr>
          <a:xfrm xmlns:a="http://schemas.openxmlformats.org/drawingml/2006/main">
            <a:off x="1498353" y="2433799"/>
            <a:ext cx="381640" cy="392058"/>
          </a:xfrm>
          <a:prstGeom xmlns:a="http://schemas.openxmlformats.org/drawingml/2006/main" prst="ellipse">
            <a:avLst/>
          </a:prstGeom>
          <a:solidFill xmlns:a="http://schemas.openxmlformats.org/drawingml/2006/main">
            <a:schemeClr val="accent6">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Oval 12">
            <a:extLst xmlns:a="http://schemas.openxmlformats.org/drawingml/2006/main">
              <a:ext uri="{FF2B5EF4-FFF2-40B4-BE49-F238E27FC236}">
                <a16:creationId xmlns:a16="http://schemas.microsoft.com/office/drawing/2014/main" id="{F8C6EC18-63A0-4978-9C11-7D1027B61EB9}"/>
              </a:ext>
            </a:extLst>
          </p:cNvPr>
          <p:cNvSpPr>
            <a:spLocks xmlns:a="http://schemas.openxmlformats.org/drawingml/2006/main" noGrp="1"/>
          </p:cNvSpPr>
          <p:nvPr/>
        </p:nvSpPr>
        <p:spPr>
          <a:xfrm xmlns:a="http://schemas.openxmlformats.org/drawingml/2006/main">
            <a:off x="1547702" y="2560165"/>
            <a:ext cx="141470" cy="139326"/>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Oval 14">
            <a:extLst xmlns:a="http://schemas.openxmlformats.org/drawingml/2006/main">
              <a:ext uri="{FF2B5EF4-FFF2-40B4-BE49-F238E27FC236}">
                <a16:creationId xmlns:a16="http://schemas.microsoft.com/office/drawing/2014/main" id="{405EFF6D-DF61-4096-ACC9-4C4015283C9C}"/>
              </a:ext>
            </a:extLst>
          </p:cNvPr>
          <p:cNvSpPr>
            <a:spLocks xmlns:a="http://schemas.openxmlformats.org/drawingml/2006/main" noGrp="1"/>
          </p:cNvSpPr>
          <p:nvPr/>
        </p:nvSpPr>
        <p:spPr>
          <a:xfrm xmlns:a="http://schemas.openxmlformats.org/drawingml/2006/main">
            <a:off x="733330" y="2925107"/>
            <a:ext cx="375857" cy="398090"/>
          </a:xfrm>
          <a:prstGeom xmlns:a="http://schemas.openxmlformats.org/drawingml/2006/main" prst="ellipse">
            <a:avLst/>
          </a:prstGeom>
          <a:solidFill xmlns:a="http://schemas.openxmlformats.org/drawingml/2006/main">
            <a:schemeClr val="tx2">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Oval 15">
            <a:extLst xmlns:a="http://schemas.openxmlformats.org/drawingml/2006/main">
              <a:ext uri="{FF2B5EF4-FFF2-40B4-BE49-F238E27FC236}">
                <a16:creationId xmlns:a16="http://schemas.microsoft.com/office/drawing/2014/main" id="{C39DDED7-4D5F-44B2-9856-1B9A2E06D995}"/>
              </a:ext>
            </a:extLst>
          </p:cNvPr>
          <p:cNvSpPr>
            <a:spLocks xmlns:a="http://schemas.openxmlformats.org/drawingml/2006/main" noGrp="1"/>
          </p:cNvSpPr>
          <p:nvPr/>
        </p:nvSpPr>
        <p:spPr>
          <a:xfrm xmlns:a="http://schemas.openxmlformats.org/drawingml/2006/main">
            <a:off x="781932" y="3053416"/>
            <a:ext cx="139326" cy="141470"/>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Oval 17">
            <a:extLst xmlns:a="http://schemas.openxmlformats.org/drawingml/2006/main">
              <a:ext uri="{FF2B5EF4-FFF2-40B4-BE49-F238E27FC236}">
                <a16:creationId xmlns:a16="http://schemas.microsoft.com/office/drawing/2014/main" id="{3E311299-DDE5-4BAA-BA17-6230815E4D14}"/>
              </a:ext>
            </a:extLst>
          </p:cNvPr>
          <p:cNvSpPr>
            <a:spLocks xmlns:a="http://schemas.openxmlformats.org/drawingml/2006/main" noGrp="1"/>
          </p:cNvSpPr>
          <p:nvPr/>
        </p:nvSpPr>
        <p:spPr>
          <a:xfrm xmlns:a="http://schemas.openxmlformats.org/drawingml/2006/main">
            <a:off x="1208359" y="2907919"/>
            <a:ext cx="381640" cy="392058"/>
          </a:xfrm>
          <a:prstGeom xmlns:a="http://schemas.openxmlformats.org/drawingml/2006/main" prst="ellipse">
            <a:avLst/>
          </a:prstGeom>
          <a:solidFill xmlns:a="http://schemas.openxmlformats.org/drawingml/2006/main">
            <a:schemeClr val="accent4">
              <a:lumMod val="20000"/>
              <a:lumOff val="8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Oval 18">
            <a:extLst xmlns:a="http://schemas.openxmlformats.org/drawingml/2006/main">
              <a:ext uri="{FF2B5EF4-FFF2-40B4-BE49-F238E27FC236}">
                <a16:creationId xmlns:a16="http://schemas.microsoft.com/office/drawing/2014/main" id="{84E485EB-0103-423A-9590-AE421BC5136D}"/>
              </a:ext>
            </a:extLst>
          </p:cNvPr>
          <p:cNvSpPr>
            <a:spLocks xmlns:a="http://schemas.openxmlformats.org/drawingml/2006/main" noGrp="1"/>
          </p:cNvSpPr>
          <p:nvPr/>
        </p:nvSpPr>
        <p:spPr>
          <a:xfrm xmlns:a="http://schemas.openxmlformats.org/drawingml/2006/main">
            <a:off x="1257708" y="3034285"/>
            <a:ext cx="141470" cy="139326"/>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Oval 20">
            <a:extLst xmlns:a="http://schemas.openxmlformats.org/drawingml/2006/main">
              <a:ext uri="{FF2B5EF4-FFF2-40B4-BE49-F238E27FC236}">
                <a16:creationId xmlns:a16="http://schemas.microsoft.com/office/drawing/2014/main" id="{00AF3EDF-3DC0-43A1-BFD4-66B55AF8C331}"/>
              </a:ext>
            </a:extLst>
          </p:cNvPr>
          <p:cNvSpPr>
            <a:spLocks xmlns:a="http://schemas.openxmlformats.org/drawingml/2006/main" noGrp="1"/>
          </p:cNvSpPr>
          <p:nvPr/>
        </p:nvSpPr>
        <p:spPr>
          <a:xfrm xmlns:a="http://schemas.openxmlformats.org/drawingml/2006/main">
            <a:off x="952926" y="2994235"/>
            <a:ext cx="375857" cy="398090"/>
          </a:xfrm>
          <a:prstGeom xmlns:a="http://schemas.openxmlformats.org/drawingml/2006/main" prst="ellipse">
            <a:avLst/>
          </a:prstGeom>
          <a:solidFill xmlns:a="http://schemas.openxmlformats.org/drawingml/2006/main">
            <a:srgbClr val="FF7C80"/>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Oval 21">
            <a:extLst xmlns:a="http://schemas.openxmlformats.org/drawingml/2006/main">
              <a:ext uri="{FF2B5EF4-FFF2-40B4-BE49-F238E27FC236}">
                <a16:creationId xmlns:a16="http://schemas.microsoft.com/office/drawing/2014/main" id="{18791CF0-E389-4981-B353-36A56EF8E2D0}"/>
              </a:ext>
            </a:extLst>
          </p:cNvPr>
          <p:cNvSpPr>
            <a:spLocks xmlns:a="http://schemas.openxmlformats.org/drawingml/2006/main" noGrp="1"/>
          </p:cNvSpPr>
          <p:nvPr/>
        </p:nvSpPr>
        <p:spPr>
          <a:xfrm xmlns:a="http://schemas.openxmlformats.org/drawingml/2006/main">
            <a:off x="1001528" y="3122544"/>
            <a:ext cx="139326" cy="141470"/>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Oval 23">
            <a:extLst xmlns:a="http://schemas.openxmlformats.org/drawingml/2006/main">
              <a:ext uri="{FF2B5EF4-FFF2-40B4-BE49-F238E27FC236}">
                <a16:creationId xmlns:a16="http://schemas.microsoft.com/office/drawing/2014/main" id="{DF5E5A8C-8394-431E-8BBC-E8FDAF641A90}"/>
              </a:ext>
            </a:extLst>
          </p:cNvPr>
          <p:cNvSpPr>
            <a:spLocks xmlns:a="http://schemas.openxmlformats.org/drawingml/2006/main" noGrp="1"/>
          </p:cNvSpPr>
          <p:nvPr/>
        </p:nvSpPr>
        <p:spPr>
          <a:xfrm xmlns:a="http://schemas.openxmlformats.org/drawingml/2006/main">
            <a:off x="1102434" y="1985193"/>
            <a:ext cx="375857" cy="398090"/>
          </a:xfrm>
          <a:prstGeom xmlns:a="http://schemas.openxmlformats.org/drawingml/2006/main" prst="ellipse">
            <a:avLst/>
          </a:prstGeom>
          <a:solidFill xmlns:a="http://schemas.openxmlformats.org/drawingml/2006/main">
            <a:srgbClr val="FF7C80"/>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Oval 24">
            <a:extLst xmlns:a="http://schemas.openxmlformats.org/drawingml/2006/main">
              <a:ext uri="{FF2B5EF4-FFF2-40B4-BE49-F238E27FC236}">
                <a16:creationId xmlns:a16="http://schemas.microsoft.com/office/drawing/2014/main" id="{1CC476D6-3F9B-40B7-9710-81F290EE75BB}"/>
              </a:ext>
            </a:extLst>
          </p:cNvPr>
          <p:cNvSpPr>
            <a:spLocks xmlns:a="http://schemas.openxmlformats.org/drawingml/2006/main" noGrp="1"/>
          </p:cNvSpPr>
          <p:nvPr/>
        </p:nvSpPr>
        <p:spPr>
          <a:xfrm xmlns:a="http://schemas.openxmlformats.org/drawingml/2006/main">
            <a:off x="1151036" y="2113502"/>
            <a:ext cx="139326" cy="141470"/>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Oval 26">
            <a:extLst xmlns:a="http://schemas.openxmlformats.org/drawingml/2006/main">
              <a:ext uri="{FF2B5EF4-FFF2-40B4-BE49-F238E27FC236}">
                <a16:creationId xmlns:a16="http://schemas.microsoft.com/office/drawing/2014/main" id="{FF3BACC1-8B99-4A55-9CCB-94CCE6A6A8CB}"/>
              </a:ext>
            </a:extLst>
          </p:cNvPr>
          <p:cNvSpPr>
            <a:spLocks xmlns:a="http://schemas.openxmlformats.org/drawingml/2006/main" noGrp="1"/>
          </p:cNvSpPr>
          <p:nvPr/>
        </p:nvSpPr>
        <p:spPr>
          <a:xfrm xmlns:a="http://schemas.openxmlformats.org/drawingml/2006/main">
            <a:off x="788077" y="2546856"/>
            <a:ext cx="375857" cy="398090"/>
          </a:xfrm>
          <a:prstGeom xmlns:a="http://schemas.openxmlformats.org/drawingml/2006/main" prst="ellipse">
            <a:avLst/>
          </a:prstGeom>
          <a:solidFill xmlns:a="http://schemas.openxmlformats.org/drawingml/2006/main">
            <a:schemeClr val="accent2">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Oval 27">
            <a:extLst xmlns:a="http://schemas.openxmlformats.org/drawingml/2006/main">
              <a:ext uri="{FF2B5EF4-FFF2-40B4-BE49-F238E27FC236}">
                <a16:creationId xmlns:a16="http://schemas.microsoft.com/office/drawing/2014/main" id="{034F9041-4148-434A-82DD-D8882AE6BD23}"/>
              </a:ext>
            </a:extLst>
          </p:cNvPr>
          <p:cNvSpPr>
            <a:spLocks xmlns:a="http://schemas.openxmlformats.org/drawingml/2006/main" noGrp="1"/>
          </p:cNvSpPr>
          <p:nvPr/>
        </p:nvSpPr>
        <p:spPr>
          <a:xfrm xmlns:a="http://schemas.openxmlformats.org/drawingml/2006/main">
            <a:off x="836679" y="2675165"/>
            <a:ext cx="139326" cy="141470"/>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Oval 29">
            <a:extLst xmlns:a="http://schemas.openxmlformats.org/drawingml/2006/main">
              <a:ext uri="{FF2B5EF4-FFF2-40B4-BE49-F238E27FC236}">
                <a16:creationId xmlns:a16="http://schemas.microsoft.com/office/drawing/2014/main" id="{08F9B8F7-0DA3-4813-AB9E-55602F288ED4}"/>
              </a:ext>
            </a:extLst>
          </p:cNvPr>
          <p:cNvSpPr>
            <a:spLocks xmlns:a="http://schemas.openxmlformats.org/drawingml/2006/main" noGrp="1"/>
          </p:cNvSpPr>
          <p:nvPr/>
        </p:nvSpPr>
        <p:spPr>
          <a:xfrm xmlns:a="http://schemas.openxmlformats.org/drawingml/2006/main">
            <a:off x="1385382" y="2126734"/>
            <a:ext cx="381640" cy="392058"/>
          </a:xfrm>
          <a:prstGeom xmlns:a="http://schemas.openxmlformats.org/drawingml/2006/main" prst="ellipse">
            <a:avLst/>
          </a:prstGeom>
          <a:solidFill xmlns:a="http://schemas.openxmlformats.org/drawingml/2006/main">
            <a:schemeClr val="accent6">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Oval 30">
            <a:extLst xmlns:a="http://schemas.openxmlformats.org/drawingml/2006/main">
              <a:ext uri="{FF2B5EF4-FFF2-40B4-BE49-F238E27FC236}">
                <a16:creationId xmlns:a16="http://schemas.microsoft.com/office/drawing/2014/main" id="{B3128EA1-1CAE-4DBB-9B17-514B14B74143}"/>
              </a:ext>
            </a:extLst>
          </p:cNvPr>
          <p:cNvSpPr>
            <a:spLocks xmlns:a="http://schemas.openxmlformats.org/drawingml/2006/main" noGrp="1"/>
          </p:cNvSpPr>
          <p:nvPr/>
        </p:nvSpPr>
        <p:spPr>
          <a:xfrm xmlns:a="http://schemas.openxmlformats.org/drawingml/2006/main">
            <a:off x="1434731" y="2253100"/>
            <a:ext cx="141470" cy="139326"/>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Oval 32">
            <a:extLst xmlns:a="http://schemas.openxmlformats.org/drawingml/2006/main">
              <a:ext uri="{FF2B5EF4-FFF2-40B4-BE49-F238E27FC236}">
                <a16:creationId xmlns:a16="http://schemas.microsoft.com/office/drawing/2014/main" id="{8A5C888A-B8AB-42FF-B6E9-865B557E3BDB}"/>
              </a:ext>
            </a:extLst>
          </p:cNvPr>
          <p:cNvSpPr>
            <a:spLocks xmlns:a="http://schemas.openxmlformats.org/drawingml/2006/main" noGrp="1"/>
          </p:cNvSpPr>
          <p:nvPr/>
        </p:nvSpPr>
        <p:spPr>
          <a:xfrm xmlns:a="http://schemas.openxmlformats.org/drawingml/2006/main">
            <a:off x="547774" y="2319800"/>
            <a:ext cx="381640" cy="392058"/>
          </a:xfrm>
          <a:prstGeom xmlns:a="http://schemas.openxmlformats.org/drawingml/2006/main" prst="ellipse">
            <a:avLst/>
          </a:prstGeom>
          <a:solidFill xmlns:a="http://schemas.openxmlformats.org/drawingml/2006/main">
            <a:schemeClr val="accent6">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p>
        </p:txBody>
      </p:sp>
      <p:sp>
        <p:nvSpPr>
          <p:cNvPr id="34" name="Oval 33">
            <a:extLst xmlns:a="http://schemas.openxmlformats.org/drawingml/2006/main">
              <a:ext uri="{FF2B5EF4-FFF2-40B4-BE49-F238E27FC236}">
                <a16:creationId xmlns:a16="http://schemas.microsoft.com/office/drawing/2014/main" id="{AAE1F23E-E92C-4E8D-A3BC-8B4EB68F1756}"/>
              </a:ext>
            </a:extLst>
          </p:cNvPr>
          <p:cNvSpPr>
            <a:spLocks xmlns:a="http://schemas.openxmlformats.org/drawingml/2006/main" noGrp="1"/>
          </p:cNvSpPr>
          <p:nvPr/>
        </p:nvSpPr>
        <p:spPr>
          <a:xfrm xmlns:a="http://schemas.openxmlformats.org/drawingml/2006/main">
            <a:off x="597123" y="2446166"/>
            <a:ext cx="141470" cy="139326"/>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p>
        </p:txBody>
      </p:sp>
      <p:sp>
        <p:nvSpPr>
          <p:cNvPr id="36" name="Oval 35">
            <a:extLst xmlns:a="http://schemas.openxmlformats.org/drawingml/2006/main">
              <a:ext uri="{FF2B5EF4-FFF2-40B4-BE49-F238E27FC236}">
                <a16:creationId xmlns:a16="http://schemas.microsoft.com/office/drawing/2014/main" id="{461C36D0-6681-44DF-9BB4-5CDCE370E789}"/>
              </a:ext>
            </a:extLst>
          </p:cNvPr>
          <p:cNvSpPr>
            <a:spLocks xmlns:a="http://schemas.openxmlformats.org/drawingml/2006/main" noGrp="1"/>
          </p:cNvSpPr>
          <p:nvPr/>
        </p:nvSpPr>
        <p:spPr>
          <a:xfrm xmlns:a="http://schemas.openxmlformats.org/drawingml/2006/main">
            <a:off x="1123303" y="2602375"/>
            <a:ext cx="381640" cy="392058"/>
          </a:xfrm>
          <a:prstGeom xmlns:a="http://schemas.openxmlformats.org/drawingml/2006/main" prst="ellipse">
            <a:avLst/>
          </a:prstGeom>
          <a:solidFill xmlns:a="http://schemas.openxmlformats.org/drawingml/2006/main">
            <a:schemeClr val="accent6">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Oval 36">
            <a:extLst xmlns:a="http://schemas.openxmlformats.org/drawingml/2006/main">
              <a:ext uri="{FF2B5EF4-FFF2-40B4-BE49-F238E27FC236}">
                <a16:creationId xmlns:a16="http://schemas.microsoft.com/office/drawing/2014/main" id="{6557C704-DFFA-4ACB-8F57-BFC8FA3280E6}"/>
              </a:ext>
            </a:extLst>
          </p:cNvPr>
          <p:cNvSpPr>
            <a:spLocks xmlns:a="http://schemas.openxmlformats.org/drawingml/2006/main" noGrp="1"/>
          </p:cNvSpPr>
          <p:nvPr/>
        </p:nvSpPr>
        <p:spPr>
          <a:xfrm xmlns:a="http://schemas.openxmlformats.org/drawingml/2006/main">
            <a:off x="1172652" y="2728741"/>
            <a:ext cx="141470" cy="139326"/>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Oval 38">
            <a:extLst xmlns:a="http://schemas.openxmlformats.org/drawingml/2006/main">
              <a:ext uri="{FF2B5EF4-FFF2-40B4-BE49-F238E27FC236}">
                <a16:creationId xmlns:a16="http://schemas.microsoft.com/office/drawing/2014/main" id="{41B4A3DA-7B5D-43E9-8F91-4CAA47DE0E3D}"/>
              </a:ext>
            </a:extLst>
          </p:cNvPr>
          <p:cNvSpPr>
            <a:spLocks xmlns:a="http://schemas.openxmlformats.org/drawingml/2006/main" noGrp="1"/>
          </p:cNvSpPr>
          <p:nvPr/>
        </p:nvSpPr>
        <p:spPr>
          <a:xfrm xmlns:a="http://schemas.openxmlformats.org/drawingml/2006/main">
            <a:off x="1061737" y="2276849"/>
            <a:ext cx="375857" cy="398090"/>
          </a:xfrm>
          <a:prstGeom xmlns:a="http://schemas.openxmlformats.org/drawingml/2006/main" prst="ellipse">
            <a:avLst/>
          </a:prstGeom>
          <a:solidFill xmlns:a="http://schemas.openxmlformats.org/drawingml/2006/main">
            <a:schemeClr val="tx2">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Oval 39">
            <a:extLst xmlns:a="http://schemas.openxmlformats.org/drawingml/2006/main">
              <a:ext uri="{FF2B5EF4-FFF2-40B4-BE49-F238E27FC236}">
                <a16:creationId xmlns:a16="http://schemas.microsoft.com/office/drawing/2014/main" id="{0D3545B8-45D6-41B9-930F-CAF33B41B8E3}"/>
              </a:ext>
            </a:extLst>
          </p:cNvPr>
          <p:cNvSpPr>
            <a:spLocks xmlns:a="http://schemas.openxmlformats.org/drawingml/2006/main" noGrp="1"/>
          </p:cNvSpPr>
          <p:nvPr/>
        </p:nvSpPr>
        <p:spPr>
          <a:xfrm xmlns:a="http://schemas.openxmlformats.org/drawingml/2006/main">
            <a:off x="1110339" y="2405158"/>
            <a:ext cx="139326" cy="141470"/>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Oval 41">
            <a:extLst xmlns:a="http://schemas.openxmlformats.org/drawingml/2006/main">
              <a:ext uri="{FF2B5EF4-FFF2-40B4-BE49-F238E27FC236}">
                <a16:creationId xmlns:a16="http://schemas.microsoft.com/office/drawing/2014/main" id="{D266126E-B283-49BE-819E-4FE32D31E1FA}"/>
              </a:ext>
            </a:extLst>
          </p:cNvPr>
          <p:cNvSpPr>
            <a:spLocks xmlns:a="http://schemas.openxmlformats.org/drawingml/2006/main" noGrp="1"/>
          </p:cNvSpPr>
          <p:nvPr/>
        </p:nvSpPr>
        <p:spPr>
          <a:xfrm xmlns:a="http://schemas.openxmlformats.org/drawingml/2006/main">
            <a:off x="1595714" y="2926347"/>
            <a:ext cx="381640" cy="392058"/>
          </a:xfrm>
          <a:prstGeom xmlns:a="http://schemas.openxmlformats.org/drawingml/2006/main" prst="ellipse">
            <a:avLst/>
          </a:prstGeom>
          <a:solidFill xmlns:a="http://schemas.openxmlformats.org/drawingml/2006/main">
            <a:schemeClr val="accent4">
              <a:lumMod val="20000"/>
              <a:lumOff val="8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Oval 42">
            <a:extLst xmlns:a="http://schemas.openxmlformats.org/drawingml/2006/main">
              <a:ext uri="{FF2B5EF4-FFF2-40B4-BE49-F238E27FC236}">
                <a16:creationId xmlns:a16="http://schemas.microsoft.com/office/drawing/2014/main" id="{BF73060F-AC53-40F3-8E36-E8C9547EC699}"/>
              </a:ext>
            </a:extLst>
          </p:cNvPr>
          <p:cNvSpPr>
            <a:spLocks xmlns:a="http://schemas.openxmlformats.org/drawingml/2006/main" noGrp="1"/>
          </p:cNvSpPr>
          <p:nvPr/>
        </p:nvSpPr>
        <p:spPr>
          <a:xfrm xmlns:a="http://schemas.openxmlformats.org/drawingml/2006/main">
            <a:off x="1645063" y="3052713"/>
            <a:ext cx="141470" cy="139326"/>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Oval 50">
            <a:extLst xmlns:a="http://schemas.openxmlformats.org/drawingml/2006/main">
              <a:ext uri="{FF2B5EF4-FFF2-40B4-BE49-F238E27FC236}">
                <a16:creationId xmlns:a16="http://schemas.microsoft.com/office/drawing/2014/main" id="{0DDFEE79-AB6B-4775-B55C-100663997678}"/>
              </a:ext>
            </a:extLst>
          </p:cNvPr>
          <p:cNvSpPr>
            <a:spLocks xmlns:a="http://schemas.openxmlformats.org/drawingml/2006/main" noGrp="1"/>
          </p:cNvSpPr>
          <p:nvPr/>
        </p:nvSpPr>
        <p:spPr>
          <a:xfrm xmlns:a="http://schemas.openxmlformats.org/drawingml/2006/main">
            <a:off x="1335442" y="1785136"/>
            <a:ext cx="375857" cy="398090"/>
          </a:xfrm>
          <a:prstGeom xmlns:a="http://schemas.openxmlformats.org/drawingml/2006/main" prst="ellipse">
            <a:avLst/>
          </a:prstGeom>
          <a:solidFill xmlns:a="http://schemas.openxmlformats.org/drawingml/2006/main">
            <a:schemeClr val="tx2">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2" name="Oval 51">
            <a:extLst xmlns:a="http://schemas.openxmlformats.org/drawingml/2006/main">
              <a:ext uri="{FF2B5EF4-FFF2-40B4-BE49-F238E27FC236}">
                <a16:creationId xmlns:a16="http://schemas.microsoft.com/office/drawing/2014/main" id="{241245C6-7B4F-43BE-AAA1-9D4BED3A9F23}"/>
              </a:ext>
            </a:extLst>
          </p:cNvPr>
          <p:cNvSpPr>
            <a:spLocks xmlns:a="http://schemas.openxmlformats.org/drawingml/2006/main" noGrp="1"/>
          </p:cNvSpPr>
          <p:nvPr/>
        </p:nvSpPr>
        <p:spPr>
          <a:xfrm xmlns:a="http://schemas.openxmlformats.org/drawingml/2006/main">
            <a:off x="1384044" y="1913445"/>
            <a:ext cx="139326" cy="141470"/>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4" name="Oval 53">
            <a:extLst xmlns:a="http://schemas.openxmlformats.org/drawingml/2006/main">
              <a:ext uri="{FF2B5EF4-FFF2-40B4-BE49-F238E27FC236}">
                <a16:creationId xmlns:a16="http://schemas.microsoft.com/office/drawing/2014/main" id="{DFC35A11-0458-40CD-9247-5AF8D1C4D417}"/>
              </a:ext>
            </a:extLst>
          </p:cNvPr>
          <p:cNvSpPr>
            <a:spLocks xmlns:a="http://schemas.openxmlformats.org/drawingml/2006/main" noGrp="1"/>
          </p:cNvSpPr>
          <p:nvPr/>
        </p:nvSpPr>
        <p:spPr>
          <a:xfrm xmlns:a="http://schemas.openxmlformats.org/drawingml/2006/main">
            <a:off x="754387" y="2102008"/>
            <a:ext cx="381640" cy="392058"/>
          </a:xfrm>
          <a:prstGeom xmlns:a="http://schemas.openxmlformats.org/drawingml/2006/main" prst="ellipse">
            <a:avLst/>
          </a:prstGeom>
          <a:solidFill xmlns:a="http://schemas.openxmlformats.org/drawingml/2006/main">
            <a:schemeClr val="accent4">
              <a:lumMod val="20000"/>
              <a:lumOff val="8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5" name="Oval 54">
            <a:extLst xmlns:a="http://schemas.openxmlformats.org/drawingml/2006/main">
              <a:ext uri="{FF2B5EF4-FFF2-40B4-BE49-F238E27FC236}">
                <a16:creationId xmlns:a16="http://schemas.microsoft.com/office/drawing/2014/main" id="{AA1B5586-329B-4F80-839A-C03A4B377402}"/>
              </a:ext>
            </a:extLst>
          </p:cNvPr>
          <p:cNvSpPr>
            <a:spLocks xmlns:a="http://schemas.openxmlformats.org/drawingml/2006/main" noGrp="1"/>
          </p:cNvSpPr>
          <p:nvPr/>
        </p:nvSpPr>
        <p:spPr>
          <a:xfrm xmlns:a="http://schemas.openxmlformats.org/drawingml/2006/main">
            <a:off x="803736" y="2228374"/>
            <a:ext cx="141470" cy="139326"/>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7" name="Oval 56">
            <a:extLst xmlns:a="http://schemas.openxmlformats.org/drawingml/2006/main">
              <a:ext uri="{FF2B5EF4-FFF2-40B4-BE49-F238E27FC236}">
                <a16:creationId xmlns:a16="http://schemas.microsoft.com/office/drawing/2014/main" id="{9FF80484-10CB-4AC0-B344-4499E8D7F9E0}"/>
              </a:ext>
            </a:extLst>
          </p:cNvPr>
          <p:cNvSpPr>
            <a:spLocks xmlns:a="http://schemas.openxmlformats.org/drawingml/2006/main" noGrp="1"/>
          </p:cNvSpPr>
          <p:nvPr/>
        </p:nvSpPr>
        <p:spPr>
          <a:xfrm xmlns:a="http://schemas.openxmlformats.org/drawingml/2006/main">
            <a:off x="1353490" y="2611904"/>
            <a:ext cx="375857" cy="398090"/>
          </a:xfrm>
          <a:prstGeom xmlns:a="http://schemas.openxmlformats.org/drawingml/2006/main" prst="ellipse">
            <a:avLst/>
          </a:prstGeom>
          <a:solidFill xmlns:a="http://schemas.openxmlformats.org/drawingml/2006/main">
            <a:srgbClr val="FF7C80"/>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8" name="Oval 57">
            <a:extLst xmlns:a="http://schemas.openxmlformats.org/drawingml/2006/main">
              <a:ext uri="{FF2B5EF4-FFF2-40B4-BE49-F238E27FC236}">
                <a16:creationId xmlns:a16="http://schemas.microsoft.com/office/drawing/2014/main" id="{913B5C4F-89E8-4A93-B499-BF6DB988B294}"/>
              </a:ext>
            </a:extLst>
          </p:cNvPr>
          <p:cNvSpPr>
            <a:spLocks xmlns:a="http://schemas.openxmlformats.org/drawingml/2006/main" noGrp="1"/>
          </p:cNvSpPr>
          <p:nvPr/>
        </p:nvSpPr>
        <p:spPr>
          <a:xfrm xmlns:a="http://schemas.openxmlformats.org/drawingml/2006/main">
            <a:off x="1402092" y="2740213"/>
            <a:ext cx="139326" cy="141470"/>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F520A15-A36A-4CDA-B6A3-F61CE15A300E}"/>
              </a:ext>
            </a:extLst>
          </p:cNvPr>
          <p:cNvSpPr>
            <a:spLocks xmlns:a="http://schemas.openxmlformats.org/drawingml/2006/main" noGrp="1"/>
          </p:cNvSpPr>
          <p:nvPr/>
        </p:nvSpPr>
        <p:spPr>
          <a:xfrm xmlns:a="http://schemas.openxmlformats.org/drawingml/2006/main">
            <a:off x="517732" y="1383704"/>
            <a:ext cx="1489665"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latin typeface="Arial"/>
                <a:ea typeface="Arial"/>
                <a:cs typeface="Arial"/>
              </a:rPr>
              <a:t>Sample 1 </a:t>
            </a:r>
          </a:p>
        </p:txBody>
      </p:sp>
      <p:sp>
        <p:nvSpPr>
          <p:cNvPr id="281" name="Oval 280">
            <a:extLst xmlns:a="http://schemas.openxmlformats.org/drawingml/2006/main">
              <a:ext uri="{FF2B5EF4-FFF2-40B4-BE49-F238E27FC236}">
                <a16:creationId xmlns:a16="http://schemas.microsoft.com/office/drawing/2014/main" id="{0EB45A63-4F1B-4C8D-A71F-BE21FA9AE973}"/>
              </a:ext>
            </a:extLst>
          </p:cNvPr>
          <p:cNvSpPr>
            <a:spLocks xmlns:a="http://schemas.openxmlformats.org/drawingml/2006/main" noGrp="1"/>
          </p:cNvSpPr>
          <p:nvPr/>
        </p:nvSpPr>
        <p:spPr>
          <a:xfrm xmlns:a="http://schemas.openxmlformats.org/drawingml/2006/main">
            <a:off x="464266" y="4623324"/>
            <a:ext cx="375857" cy="398090"/>
          </a:xfrm>
          <a:prstGeom xmlns:a="http://schemas.openxmlformats.org/drawingml/2006/main" prst="ellipse">
            <a:avLst/>
          </a:prstGeom>
          <a:solidFill xmlns:a="http://schemas.openxmlformats.org/drawingml/2006/main">
            <a:schemeClr val="accent2">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2" name="Oval 281">
            <a:extLst xmlns:a="http://schemas.openxmlformats.org/drawingml/2006/main">
              <a:ext uri="{FF2B5EF4-FFF2-40B4-BE49-F238E27FC236}">
                <a16:creationId xmlns:a16="http://schemas.microsoft.com/office/drawing/2014/main" id="{908D95C9-A312-4D83-B6F1-141F8A094EA6}"/>
              </a:ext>
            </a:extLst>
          </p:cNvPr>
          <p:cNvSpPr>
            <a:spLocks xmlns:a="http://schemas.openxmlformats.org/drawingml/2006/main" noGrp="1"/>
          </p:cNvSpPr>
          <p:nvPr/>
        </p:nvSpPr>
        <p:spPr>
          <a:xfrm xmlns:a="http://schemas.openxmlformats.org/drawingml/2006/main">
            <a:off x="512869" y="4751635"/>
            <a:ext cx="139326" cy="141470"/>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9" name="Oval 278">
            <a:extLst xmlns:a="http://schemas.openxmlformats.org/drawingml/2006/main">
              <a:ext uri="{FF2B5EF4-FFF2-40B4-BE49-F238E27FC236}">
                <a16:creationId xmlns:a16="http://schemas.microsoft.com/office/drawing/2014/main" id="{13FC16E3-EA48-46F2-8E4C-C3AE358DC587}"/>
              </a:ext>
            </a:extLst>
          </p:cNvPr>
          <p:cNvSpPr>
            <a:spLocks xmlns:a="http://schemas.openxmlformats.org/drawingml/2006/main" noGrp="1"/>
          </p:cNvSpPr>
          <p:nvPr/>
        </p:nvSpPr>
        <p:spPr>
          <a:xfrm xmlns:a="http://schemas.openxmlformats.org/drawingml/2006/main">
            <a:off x="519589" y="4946423"/>
            <a:ext cx="381640" cy="392058"/>
          </a:xfrm>
          <a:prstGeom xmlns:a="http://schemas.openxmlformats.org/drawingml/2006/main" prst="ellipse">
            <a:avLst/>
          </a:prstGeom>
          <a:solidFill xmlns:a="http://schemas.openxmlformats.org/drawingml/2006/main">
            <a:schemeClr val="accent6">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0" name="Oval 279">
            <a:extLst xmlns:a="http://schemas.openxmlformats.org/drawingml/2006/main">
              <a:ext uri="{FF2B5EF4-FFF2-40B4-BE49-F238E27FC236}">
                <a16:creationId xmlns:a16="http://schemas.microsoft.com/office/drawing/2014/main" id="{9187ECC2-B92D-43B4-ACCB-AD381C0DEA81}"/>
              </a:ext>
            </a:extLst>
          </p:cNvPr>
          <p:cNvSpPr>
            <a:spLocks xmlns:a="http://schemas.openxmlformats.org/drawingml/2006/main" noGrp="1"/>
          </p:cNvSpPr>
          <p:nvPr/>
        </p:nvSpPr>
        <p:spPr>
          <a:xfrm xmlns:a="http://schemas.openxmlformats.org/drawingml/2006/main">
            <a:off x="568939" y="5072788"/>
            <a:ext cx="141470" cy="139327"/>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0" name="Oval 269">
            <a:extLst xmlns:a="http://schemas.openxmlformats.org/drawingml/2006/main">
              <a:ext uri="{FF2B5EF4-FFF2-40B4-BE49-F238E27FC236}">
                <a16:creationId xmlns:a16="http://schemas.microsoft.com/office/drawing/2014/main" id="{A0012D82-E5AC-4537-84C8-6D208DBFC18F}"/>
              </a:ext>
            </a:extLst>
          </p:cNvPr>
          <p:cNvSpPr>
            <a:spLocks xmlns:a="http://schemas.openxmlformats.org/drawingml/2006/main" noGrp="1"/>
          </p:cNvSpPr>
          <p:nvPr/>
        </p:nvSpPr>
        <p:spPr>
          <a:xfrm xmlns:a="http://schemas.openxmlformats.org/drawingml/2006/main">
            <a:off x="842979" y="4948026"/>
            <a:ext cx="375857" cy="398090"/>
          </a:xfrm>
          <a:prstGeom xmlns:a="http://schemas.openxmlformats.org/drawingml/2006/main" prst="ellipse">
            <a:avLst/>
          </a:prstGeom>
          <a:solidFill xmlns:a="http://schemas.openxmlformats.org/drawingml/2006/main">
            <a:schemeClr val="tx2">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1" name="Oval 270">
            <a:extLst xmlns:a="http://schemas.openxmlformats.org/drawingml/2006/main">
              <a:ext uri="{FF2B5EF4-FFF2-40B4-BE49-F238E27FC236}">
                <a16:creationId xmlns:a16="http://schemas.microsoft.com/office/drawing/2014/main" id="{9DF3D607-D077-4764-B39F-9A32060907CC}"/>
              </a:ext>
            </a:extLst>
          </p:cNvPr>
          <p:cNvSpPr>
            <a:spLocks xmlns:a="http://schemas.openxmlformats.org/drawingml/2006/main" noGrp="1"/>
          </p:cNvSpPr>
          <p:nvPr/>
        </p:nvSpPr>
        <p:spPr>
          <a:xfrm xmlns:a="http://schemas.openxmlformats.org/drawingml/2006/main">
            <a:off x="891581" y="5076335"/>
            <a:ext cx="139326" cy="141470"/>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5" name="Oval 264">
            <a:extLst xmlns:a="http://schemas.openxmlformats.org/drawingml/2006/main">
              <a:ext uri="{FF2B5EF4-FFF2-40B4-BE49-F238E27FC236}">
                <a16:creationId xmlns:a16="http://schemas.microsoft.com/office/drawing/2014/main" id="{7848B9D8-1405-43F5-9EC3-DD10705F583F}"/>
              </a:ext>
            </a:extLst>
          </p:cNvPr>
          <p:cNvSpPr>
            <a:spLocks xmlns:a="http://schemas.openxmlformats.org/drawingml/2006/main" noGrp="1"/>
          </p:cNvSpPr>
          <p:nvPr/>
        </p:nvSpPr>
        <p:spPr>
          <a:xfrm xmlns:a="http://schemas.openxmlformats.org/drawingml/2006/main">
            <a:off x="1211153" y="5175337"/>
            <a:ext cx="381640" cy="392058"/>
          </a:xfrm>
          <a:prstGeom xmlns:a="http://schemas.openxmlformats.org/drawingml/2006/main" prst="ellipse">
            <a:avLst/>
          </a:prstGeom>
          <a:solidFill xmlns:a="http://schemas.openxmlformats.org/drawingml/2006/main">
            <a:schemeClr val="accent4">
              <a:lumMod val="20000"/>
              <a:lumOff val="8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9" name="Oval 268">
            <a:extLst xmlns:a="http://schemas.openxmlformats.org/drawingml/2006/main">
              <a:ext uri="{FF2B5EF4-FFF2-40B4-BE49-F238E27FC236}">
                <a16:creationId xmlns:a16="http://schemas.microsoft.com/office/drawing/2014/main" id="{7891FEB4-51C0-42E5-B259-C8973E1806C4}"/>
              </a:ext>
            </a:extLst>
          </p:cNvPr>
          <p:cNvSpPr>
            <a:spLocks xmlns:a="http://schemas.openxmlformats.org/drawingml/2006/main" noGrp="1"/>
          </p:cNvSpPr>
          <p:nvPr/>
        </p:nvSpPr>
        <p:spPr>
          <a:xfrm xmlns:a="http://schemas.openxmlformats.org/drawingml/2006/main">
            <a:off x="1260503" y="5301703"/>
            <a:ext cx="141470" cy="139326"/>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3" name="Oval 262">
            <a:extLst xmlns:a="http://schemas.openxmlformats.org/drawingml/2006/main">
              <a:ext uri="{FF2B5EF4-FFF2-40B4-BE49-F238E27FC236}">
                <a16:creationId xmlns:a16="http://schemas.microsoft.com/office/drawing/2014/main" id="{E6B84225-6827-4718-AA95-0199FA835C28}"/>
              </a:ext>
            </a:extLst>
          </p:cNvPr>
          <p:cNvSpPr>
            <a:spLocks xmlns:a="http://schemas.openxmlformats.org/drawingml/2006/main" noGrp="1"/>
          </p:cNvSpPr>
          <p:nvPr/>
        </p:nvSpPr>
        <p:spPr>
          <a:xfrm xmlns:a="http://schemas.openxmlformats.org/drawingml/2006/main">
            <a:off x="1040406" y="3989802"/>
            <a:ext cx="375857" cy="398090"/>
          </a:xfrm>
          <a:prstGeom xmlns:a="http://schemas.openxmlformats.org/drawingml/2006/main" prst="ellipse">
            <a:avLst/>
          </a:prstGeom>
          <a:solidFill xmlns:a="http://schemas.openxmlformats.org/drawingml/2006/main">
            <a:srgbClr val="FF7C80"/>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4" name="Oval 263">
            <a:extLst xmlns:a="http://schemas.openxmlformats.org/drawingml/2006/main">
              <a:ext uri="{FF2B5EF4-FFF2-40B4-BE49-F238E27FC236}">
                <a16:creationId xmlns:a16="http://schemas.microsoft.com/office/drawing/2014/main" id="{00D4EAB2-A312-447E-80D5-A3E95174ACFD}"/>
              </a:ext>
            </a:extLst>
          </p:cNvPr>
          <p:cNvSpPr>
            <a:spLocks xmlns:a="http://schemas.openxmlformats.org/drawingml/2006/main" noGrp="1"/>
          </p:cNvSpPr>
          <p:nvPr/>
        </p:nvSpPr>
        <p:spPr>
          <a:xfrm xmlns:a="http://schemas.openxmlformats.org/drawingml/2006/main">
            <a:off x="1089008" y="4118111"/>
            <a:ext cx="139326" cy="141470"/>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8" name="Oval 257">
            <a:extLst xmlns:a="http://schemas.openxmlformats.org/drawingml/2006/main">
              <a:ext uri="{FF2B5EF4-FFF2-40B4-BE49-F238E27FC236}">
                <a16:creationId xmlns:a16="http://schemas.microsoft.com/office/drawing/2014/main" id="{5B3D0605-5C86-4D53-927D-952041378993}"/>
              </a:ext>
            </a:extLst>
          </p:cNvPr>
          <p:cNvSpPr>
            <a:spLocks xmlns:a="http://schemas.openxmlformats.org/drawingml/2006/main" noGrp="1"/>
          </p:cNvSpPr>
          <p:nvPr/>
        </p:nvSpPr>
        <p:spPr>
          <a:xfrm xmlns:a="http://schemas.openxmlformats.org/drawingml/2006/main">
            <a:off x="1105229" y="4252610"/>
            <a:ext cx="375857" cy="398090"/>
          </a:xfrm>
          <a:prstGeom xmlns:a="http://schemas.openxmlformats.org/drawingml/2006/main" prst="ellipse">
            <a:avLst/>
          </a:prstGeom>
          <a:solidFill xmlns:a="http://schemas.openxmlformats.org/drawingml/2006/main">
            <a:srgbClr val="FF7C80"/>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9" name="Oval 258">
            <a:extLst xmlns:a="http://schemas.openxmlformats.org/drawingml/2006/main">
              <a:ext uri="{FF2B5EF4-FFF2-40B4-BE49-F238E27FC236}">
                <a16:creationId xmlns:a16="http://schemas.microsoft.com/office/drawing/2014/main" id="{959FA783-43A5-4000-B72D-2FFDFAD45828}"/>
              </a:ext>
            </a:extLst>
          </p:cNvPr>
          <p:cNvSpPr>
            <a:spLocks xmlns:a="http://schemas.openxmlformats.org/drawingml/2006/main" noGrp="1"/>
          </p:cNvSpPr>
          <p:nvPr/>
        </p:nvSpPr>
        <p:spPr>
          <a:xfrm xmlns:a="http://schemas.openxmlformats.org/drawingml/2006/main">
            <a:off x="1153831" y="4380920"/>
            <a:ext cx="139326" cy="141470"/>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4" name="Oval 253">
            <a:extLst xmlns:a="http://schemas.openxmlformats.org/drawingml/2006/main">
              <a:ext uri="{FF2B5EF4-FFF2-40B4-BE49-F238E27FC236}">
                <a16:creationId xmlns:a16="http://schemas.microsoft.com/office/drawing/2014/main" id="{2E6E18B2-A2F3-4377-BFEF-0753FB5DCE84}"/>
              </a:ext>
            </a:extLst>
          </p:cNvPr>
          <p:cNvSpPr>
            <a:spLocks xmlns:a="http://schemas.openxmlformats.org/drawingml/2006/main" noGrp="1"/>
          </p:cNvSpPr>
          <p:nvPr/>
        </p:nvSpPr>
        <p:spPr>
          <a:xfrm xmlns:a="http://schemas.openxmlformats.org/drawingml/2006/main">
            <a:off x="769294" y="4601441"/>
            <a:ext cx="375857" cy="398090"/>
          </a:xfrm>
          <a:prstGeom xmlns:a="http://schemas.openxmlformats.org/drawingml/2006/main" prst="ellipse">
            <a:avLst/>
          </a:prstGeom>
          <a:solidFill xmlns:a="http://schemas.openxmlformats.org/drawingml/2006/main">
            <a:schemeClr val="accent2">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7" name="Oval 256">
            <a:extLst xmlns:a="http://schemas.openxmlformats.org/drawingml/2006/main">
              <a:ext uri="{FF2B5EF4-FFF2-40B4-BE49-F238E27FC236}">
                <a16:creationId xmlns:a16="http://schemas.microsoft.com/office/drawing/2014/main" id="{7890F8A0-9810-412D-817B-3753D16986D5}"/>
              </a:ext>
            </a:extLst>
          </p:cNvPr>
          <p:cNvSpPr>
            <a:spLocks xmlns:a="http://schemas.openxmlformats.org/drawingml/2006/main" noGrp="1"/>
          </p:cNvSpPr>
          <p:nvPr/>
        </p:nvSpPr>
        <p:spPr>
          <a:xfrm xmlns:a="http://schemas.openxmlformats.org/drawingml/2006/main">
            <a:off x="817897" y="4729750"/>
            <a:ext cx="139326" cy="141470"/>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9" name="Oval 238">
            <a:extLst xmlns:a="http://schemas.openxmlformats.org/drawingml/2006/main">
              <a:ext uri="{FF2B5EF4-FFF2-40B4-BE49-F238E27FC236}">
                <a16:creationId xmlns:a16="http://schemas.microsoft.com/office/drawing/2014/main" id="{0917C0C7-D896-4000-B39F-EBC71528D5C7}"/>
              </a:ext>
            </a:extLst>
          </p:cNvPr>
          <p:cNvSpPr>
            <a:spLocks xmlns:a="http://schemas.openxmlformats.org/drawingml/2006/main" noGrp="1"/>
          </p:cNvSpPr>
          <p:nvPr/>
        </p:nvSpPr>
        <p:spPr>
          <a:xfrm xmlns:a="http://schemas.openxmlformats.org/drawingml/2006/main">
            <a:off x="1388176" y="4394152"/>
            <a:ext cx="381640" cy="392058"/>
          </a:xfrm>
          <a:prstGeom xmlns:a="http://schemas.openxmlformats.org/drawingml/2006/main" prst="ellipse">
            <a:avLst/>
          </a:prstGeom>
          <a:solidFill xmlns:a="http://schemas.openxmlformats.org/drawingml/2006/main">
            <a:schemeClr val="accent6">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2" name="Oval 251">
            <a:extLst xmlns:a="http://schemas.openxmlformats.org/drawingml/2006/main">
              <a:ext uri="{FF2B5EF4-FFF2-40B4-BE49-F238E27FC236}">
                <a16:creationId xmlns:a16="http://schemas.microsoft.com/office/drawing/2014/main" id="{E47AC812-ADCD-43EB-B258-173F6A26C146}"/>
              </a:ext>
            </a:extLst>
          </p:cNvPr>
          <p:cNvSpPr>
            <a:spLocks xmlns:a="http://schemas.openxmlformats.org/drawingml/2006/main" noGrp="1"/>
          </p:cNvSpPr>
          <p:nvPr/>
        </p:nvSpPr>
        <p:spPr>
          <a:xfrm xmlns:a="http://schemas.openxmlformats.org/drawingml/2006/main">
            <a:off x="1437526" y="4520518"/>
            <a:ext cx="141470" cy="139326"/>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4" name="Oval 233">
            <a:extLst xmlns:a="http://schemas.openxmlformats.org/drawingml/2006/main">
              <a:ext uri="{FF2B5EF4-FFF2-40B4-BE49-F238E27FC236}">
                <a16:creationId xmlns:a16="http://schemas.microsoft.com/office/drawing/2014/main" id="{40BC0CA9-57E4-4E50-BCDA-280571525C59}"/>
              </a:ext>
            </a:extLst>
          </p:cNvPr>
          <p:cNvSpPr>
            <a:spLocks xmlns:a="http://schemas.openxmlformats.org/drawingml/2006/main" noGrp="1"/>
          </p:cNvSpPr>
          <p:nvPr/>
        </p:nvSpPr>
        <p:spPr>
          <a:xfrm xmlns:a="http://schemas.openxmlformats.org/drawingml/2006/main">
            <a:off x="1023452" y="4616998"/>
            <a:ext cx="381640" cy="392058"/>
          </a:xfrm>
          <a:prstGeom xmlns:a="http://schemas.openxmlformats.org/drawingml/2006/main" prst="ellipse">
            <a:avLst/>
          </a:prstGeom>
          <a:solidFill xmlns:a="http://schemas.openxmlformats.org/drawingml/2006/main">
            <a:schemeClr val="accent6">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p>
        </p:txBody>
      </p:sp>
      <p:sp>
        <p:nvSpPr>
          <p:cNvPr id="235" name="Oval 234">
            <a:extLst xmlns:a="http://schemas.openxmlformats.org/drawingml/2006/main">
              <a:ext uri="{FF2B5EF4-FFF2-40B4-BE49-F238E27FC236}">
                <a16:creationId xmlns:a16="http://schemas.microsoft.com/office/drawing/2014/main" id="{1B5C5A1A-71CB-4C1C-AD2D-5C118477931D}"/>
              </a:ext>
            </a:extLst>
          </p:cNvPr>
          <p:cNvSpPr>
            <a:spLocks xmlns:a="http://schemas.openxmlformats.org/drawingml/2006/main" noGrp="1"/>
          </p:cNvSpPr>
          <p:nvPr/>
        </p:nvSpPr>
        <p:spPr>
          <a:xfrm xmlns:a="http://schemas.openxmlformats.org/drawingml/2006/main">
            <a:off x="1072803" y="4743363"/>
            <a:ext cx="141470" cy="139326"/>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p>
        </p:txBody>
      </p:sp>
      <p:sp>
        <p:nvSpPr>
          <p:cNvPr id="208" name="Oval 207">
            <a:extLst xmlns:a="http://schemas.openxmlformats.org/drawingml/2006/main">
              <a:ext uri="{FF2B5EF4-FFF2-40B4-BE49-F238E27FC236}">
                <a16:creationId xmlns:a16="http://schemas.microsoft.com/office/drawing/2014/main" id="{B6D41C1B-E74B-4A6D-B6F3-C29944661C88}"/>
              </a:ext>
            </a:extLst>
          </p:cNvPr>
          <p:cNvSpPr>
            <a:spLocks xmlns:a="http://schemas.openxmlformats.org/drawingml/2006/main" noGrp="1"/>
          </p:cNvSpPr>
          <p:nvPr/>
        </p:nvSpPr>
        <p:spPr>
          <a:xfrm xmlns:a="http://schemas.openxmlformats.org/drawingml/2006/main">
            <a:off x="1126097" y="4869793"/>
            <a:ext cx="381640" cy="392058"/>
          </a:xfrm>
          <a:prstGeom xmlns:a="http://schemas.openxmlformats.org/drawingml/2006/main" prst="ellipse">
            <a:avLst/>
          </a:prstGeom>
          <a:solidFill xmlns:a="http://schemas.openxmlformats.org/drawingml/2006/main">
            <a:schemeClr val="accent6">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9" name="Oval 208">
            <a:extLst xmlns:a="http://schemas.openxmlformats.org/drawingml/2006/main">
              <a:ext uri="{FF2B5EF4-FFF2-40B4-BE49-F238E27FC236}">
                <a16:creationId xmlns:a16="http://schemas.microsoft.com/office/drawing/2014/main" id="{BF8FBD12-0BB2-428E-B1CD-06061C07CCD1}"/>
              </a:ext>
            </a:extLst>
          </p:cNvPr>
          <p:cNvSpPr>
            <a:spLocks xmlns:a="http://schemas.openxmlformats.org/drawingml/2006/main" noGrp="1"/>
          </p:cNvSpPr>
          <p:nvPr/>
        </p:nvSpPr>
        <p:spPr>
          <a:xfrm xmlns:a="http://schemas.openxmlformats.org/drawingml/2006/main">
            <a:off x="1175447" y="4996159"/>
            <a:ext cx="141470" cy="139326"/>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6" name="Oval 205">
            <a:extLst xmlns:a="http://schemas.openxmlformats.org/drawingml/2006/main">
              <a:ext uri="{FF2B5EF4-FFF2-40B4-BE49-F238E27FC236}">
                <a16:creationId xmlns:a16="http://schemas.microsoft.com/office/drawing/2014/main" id="{62BB3B96-93C9-498A-927B-C478CC00DE42}"/>
              </a:ext>
            </a:extLst>
          </p:cNvPr>
          <p:cNvSpPr>
            <a:spLocks xmlns:a="http://schemas.openxmlformats.org/drawingml/2006/main" noGrp="1"/>
          </p:cNvSpPr>
          <p:nvPr/>
        </p:nvSpPr>
        <p:spPr>
          <a:xfrm xmlns:a="http://schemas.openxmlformats.org/drawingml/2006/main">
            <a:off x="1392734" y="4704815"/>
            <a:ext cx="375857" cy="398090"/>
          </a:xfrm>
          <a:prstGeom xmlns:a="http://schemas.openxmlformats.org/drawingml/2006/main" prst="ellipse">
            <a:avLst/>
          </a:prstGeom>
          <a:solidFill xmlns:a="http://schemas.openxmlformats.org/drawingml/2006/main">
            <a:schemeClr val="tx2">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7" name="Oval 206">
            <a:extLst xmlns:a="http://schemas.openxmlformats.org/drawingml/2006/main">
              <a:ext uri="{FF2B5EF4-FFF2-40B4-BE49-F238E27FC236}">
                <a16:creationId xmlns:a16="http://schemas.microsoft.com/office/drawing/2014/main" id="{A8C8160C-AFD6-475E-9E5B-F81AB0286E3F}"/>
              </a:ext>
            </a:extLst>
          </p:cNvPr>
          <p:cNvSpPr>
            <a:spLocks xmlns:a="http://schemas.openxmlformats.org/drawingml/2006/main" noGrp="1"/>
          </p:cNvSpPr>
          <p:nvPr/>
        </p:nvSpPr>
        <p:spPr>
          <a:xfrm xmlns:a="http://schemas.openxmlformats.org/drawingml/2006/main">
            <a:off x="1441336" y="4833125"/>
            <a:ext cx="139326" cy="141470"/>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4" name="Oval 203">
            <a:extLst xmlns:a="http://schemas.openxmlformats.org/drawingml/2006/main">
              <a:ext uri="{FF2B5EF4-FFF2-40B4-BE49-F238E27FC236}">
                <a16:creationId xmlns:a16="http://schemas.microsoft.com/office/drawing/2014/main" id="{A2048380-A596-44CA-8E44-7535FD1AF141}"/>
              </a:ext>
            </a:extLst>
          </p:cNvPr>
          <p:cNvSpPr>
            <a:spLocks xmlns:a="http://schemas.openxmlformats.org/drawingml/2006/main" noGrp="1"/>
          </p:cNvSpPr>
          <p:nvPr/>
        </p:nvSpPr>
        <p:spPr>
          <a:xfrm xmlns:a="http://schemas.openxmlformats.org/drawingml/2006/main">
            <a:off x="1674015" y="4180593"/>
            <a:ext cx="381640" cy="392057"/>
          </a:xfrm>
          <a:prstGeom xmlns:a="http://schemas.openxmlformats.org/drawingml/2006/main" prst="ellipse">
            <a:avLst/>
          </a:prstGeom>
          <a:solidFill xmlns:a="http://schemas.openxmlformats.org/drawingml/2006/main">
            <a:schemeClr val="accent4">
              <a:lumMod val="20000"/>
              <a:lumOff val="8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5" name="Oval 204">
            <a:extLst xmlns:a="http://schemas.openxmlformats.org/drawingml/2006/main">
              <a:ext uri="{FF2B5EF4-FFF2-40B4-BE49-F238E27FC236}">
                <a16:creationId xmlns:a16="http://schemas.microsoft.com/office/drawing/2014/main" id="{D36D52CA-F62A-47FF-923A-21385E131E6E}"/>
              </a:ext>
            </a:extLst>
          </p:cNvPr>
          <p:cNvSpPr>
            <a:spLocks xmlns:a="http://schemas.openxmlformats.org/drawingml/2006/main" noGrp="1"/>
          </p:cNvSpPr>
          <p:nvPr/>
        </p:nvSpPr>
        <p:spPr>
          <a:xfrm xmlns:a="http://schemas.openxmlformats.org/drawingml/2006/main">
            <a:off x="1723365" y="4306957"/>
            <a:ext cx="141470" cy="139327"/>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2" name="Oval 201">
            <a:extLst xmlns:a="http://schemas.openxmlformats.org/drawingml/2006/main">
              <a:ext uri="{FF2B5EF4-FFF2-40B4-BE49-F238E27FC236}">
                <a16:creationId xmlns:a16="http://schemas.microsoft.com/office/drawing/2014/main" id="{6C8A5537-B6FA-4F56-A737-D5278FE998AA}"/>
              </a:ext>
            </a:extLst>
          </p:cNvPr>
          <p:cNvSpPr>
            <a:spLocks xmlns:a="http://schemas.openxmlformats.org/drawingml/2006/main" noGrp="1"/>
          </p:cNvSpPr>
          <p:nvPr/>
        </p:nvSpPr>
        <p:spPr>
          <a:xfrm xmlns:a="http://schemas.openxmlformats.org/drawingml/2006/main">
            <a:off x="767022" y="4297780"/>
            <a:ext cx="375857" cy="398090"/>
          </a:xfrm>
          <a:prstGeom xmlns:a="http://schemas.openxmlformats.org/drawingml/2006/main" prst="ellipse">
            <a:avLst/>
          </a:prstGeom>
          <a:solidFill xmlns:a="http://schemas.openxmlformats.org/drawingml/2006/main">
            <a:schemeClr val="tx2">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3" name="Oval 202">
            <a:extLst xmlns:a="http://schemas.openxmlformats.org/drawingml/2006/main">
              <a:ext uri="{FF2B5EF4-FFF2-40B4-BE49-F238E27FC236}">
                <a16:creationId xmlns:a16="http://schemas.microsoft.com/office/drawing/2014/main" id="{84E094FF-A5CA-4401-9891-BB4504C47864}"/>
              </a:ext>
            </a:extLst>
          </p:cNvPr>
          <p:cNvSpPr>
            <a:spLocks xmlns:a="http://schemas.openxmlformats.org/drawingml/2006/main" noGrp="1"/>
          </p:cNvSpPr>
          <p:nvPr/>
        </p:nvSpPr>
        <p:spPr>
          <a:xfrm xmlns:a="http://schemas.openxmlformats.org/drawingml/2006/main">
            <a:off x="815624" y="4426090"/>
            <a:ext cx="139326" cy="141470"/>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0" name="Oval 199">
            <a:extLst xmlns:a="http://schemas.openxmlformats.org/drawingml/2006/main">
              <a:ext uri="{FF2B5EF4-FFF2-40B4-BE49-F238E27FC236}">
                <a16:creationId xmlns:a16="http://schemas.microsoft.com/office/drawing/2014/main" id="{06865A90-0852-4BFC-BFC5-2C239D1CC33D}"/>
              </a:ext>
            </a:extLst>
          </p:cNvPr>
          <p:cNvSpPr>
            <a:spLocks xmlns:a="http://schemas.openxmlformats.org/drawingml/2006/main" noGrp="1"/>
          </p:cNvSpPr>
          <p:nvPr/>
        </p:nvSpPr>
        <p:spPr>
          <a:xfrm xmlns:a="http://schemas.openxmlformats.org/drawingml/2006/main">
            <a:off x="650735" y="4033736"/>
            <a:ext cx="381640" cy="392058"/>
          </a:xfrm>
          <a:prstGeom xmlns:a="http://schemas.openxmlformats.org/drawingml/2006/main" prst="ellipse">
            <a:avLst/>
          </a:prstGeom>
          <a:solidFill xmlns:a="http://schemas.openxmlformats.org/drawingml/2006/main">
            <a:schemeClr val="accent4">
              <a:lumMod val="20000"/>
              <a:lumOff val="8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1" name="Oval 200">
            <a:extLst xmlns:a="http://schemas.openxmlformats.org/drawingml/2006/main">
              <a:ext uri="{FF2B5EF4-FFF2-40B4-BE49-F238E27FC236}">
                <a16:creationId xmlns:a16="http://schemas.microsoft.com/office/drawing/2014/main" id="{0BEA4F3F-3351-4E38-8688-3CFE09FD22AC}"/>
              </a:ext>
            </a:extLst>
          </p:cNvPr>
          <p:cNvSpPr>
            <a:spLocks xmlns:a="http://schemas.openxmlformats.org/drawingml/2006/main" noGrp="1"/>
          </p:cNvSpPr>
          <p:nvPr/>
        </p:nvSpPr>
        <p:spPr>
          <a:xfrm xmlns:a="http://schemas.openxmlformats.org/drawingml/2006/main">
            <a:off x="700085" y="4160102"/>
            <a:ext cx="141470" cy="139327"/>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8" name="Oval 197">
            <a:extLst xmlns:a="http://schemas.openxmlformats.org/drawingml/2006/main">
              <a:ext uri="{FF2B5EF4-FFF2-40B4-BE49-F238E27FC236}">
                <a16:creationId xmlns:a16="http://schemas.microsoft.com/office/drawing/2014/main" id="{F56ABD19-1764-4FED-90A2-B2DDB74D3069}"/>
              </a:ext>
            </a:extLst>
          </p:cNvPr>
          <p:cNvSpPr>
            <a:spLocks xmlns:a="http://schemas.openxmlformats.org/drawingml/2006/main" noGrp="1"/>
          </p:cNvSpPr>
          <p:nvPr/>
        </p:nvSpPr>
        <p:spPr>
          <a:xfrm xmlns:a="http://schemas.openxmlformats.org/drawingml/2006/main">
            <a:off x="1578250" y="5184614"/>
            <a:ext cx="375857" cy="398090"/>
          </a:xfrm>
          <a:prstGeom xmlns:a="http://schemas.openxmlformats.org/drawingml/2006/main" prst="ellipse">
            <a:avLst/>
          </a:prstGeom>
          <a:solidFill xmlns:a="http://schemas.openxmlformats.org/drawingml/2006/main">
            <a:srgbClr val="FF7C80"/>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9" name="Oval 198">
            <a:extLst xmlns:a="http://schemas.openxmlformats.org/drawingml/2006/main">
              <a:ext uri="{FF2B5EF4-FFF2-40B4-BE49-F238E27FC236}">
                <a16:creationId xmlns:a16="http://schemas.microsoft.com/office/drawing/2014/main" id="{6EB86FC0-B9C8-4AC3-8148-3FB940FE91FE}"/>
              </a:ext>
            </a:extLst>
          </p:cNvPr>
          <p:cNvSpPr>
            <a:spLocks xmlns:a="http://schemas.openxmlformats.org/drawingml/2006/main" noGrp="1"/>
          </p:cNvSpPr>
          <p:nvPr/>
        </p:nvSpPr>
        <p:spPr>
          <a:xfrm xmlns:a="http://schemas.openxmlformats.org/drawingml/2006/main">
            <a:off x="1626852" y="5312925"/>
            <a:ext cx="139326" cy="141470"/>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9" name="TextBox 328">
            <a:extLst xmlns:a="http://schemas.openxmlformats.org/drawingml/2006/main">
              <a:ext uri="{FF2B5EF4-FFF2-40B4-BE49-F238E27FC236}">
                <a16:creationId xmlns:a16="http://schemas.microsoft.com/office/drawing/2014/main" id="{687E0168-F572-46A3-8CE7-15C270EF166E}"/>
              </a:ext>
            </a:extLst>
          </p:cNvPr>
          <p:cNvSpPr>
            <a:spLocks xmlns:a="http://schemas.openxmlformats.org/drawingml/2006/main" noGrp="1"/>
          </p:cNvSpPr>
          <p:nvPr/>
        </p:nvSpPr>
        <p:spPr>
          <a:xfrm xmlns:a="http://schemas.openxmlformats.org/drawingml/2006/main">
            <a:off x="517732" y="5891849"/>
            <a:ext cx="1489665"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latin typeface="Arial"/>
                <a:ea typeface="Arial"/>
                <a:cs typeface="Arial"/>
              </a:rPr>
              <a:t>Sample 2 </a:t>
            </a:r>
          </a:p>
        </p:txBody>
      </p:sp>
      <p:graphicFrame>
        <p:nvGraphicFramePr>
          <p:cNvPr id="408" name="Table 47"/>
          <p:cNvGraphicFramePr/>
          <p:nvPr/>
        </p:nvGraphicFramePr>
        <p:xfrm>
          <a:off xmlns:a="http://schemas.openxmlformats.org/drawingml/2006/main" x="2998834" y="2008747"/>
          <a:ext xmlns:a="http://schemas.openxmlformats.org/drawingml/2006/main" cx="4142584" cy="3159141"/>
        </p:xfrm>
        <a:graphic xmlns:a="http://schemas.openxmlformats.org/drawingml/2006/main">
          <a:graphicData uri="http://schemas.openxmlformats.org/drawingml/2006/table">
            <a:tbl>
              <a:tblPr firstRow="1" bandRow="1">
                <a:tableStyleId>{5C22544A-7EE6-4342-B048-85BDC9FD1C3A}</a:tableStyleId>
              </a:tblPr>
              <a:tblGrid>
                <a:gridCol w="1556068"/>
                <a:gridCol w="1283018"/>
                <a:gridCol w="1303498"/>
              </a:tblGrid>
              <a:tr h="1053047">
                <a:tc>
                  <a:txBody>
                    <a:bodyPr/>
                    <a:lstStyle/>
                    <a:p>
                      <a:pPr algn="ctr">
                        <a:buNone/>
                      </a:pPr>
                      <a:endParaRPr sz="2400">
                        <a:latin typeface="Arial"/>
                        <a:ea typeface="Arial"/>
                        <a:cs typeface="Arial"/>
                      </a:endParaRPr>
                    </a:p>
                  </a:txBody>
                  <a:tcPr marL="91440" marR="91440" marT="45720" marB="45720" anchor="ctr">
                    <a:lnR w="12700" cmpd="sng">
                      <a:solidFill>
                        <a:schemeClr val="tx1"/>
                      </a:solidFill>
                      <a:prstDash val="solid"/>
                    </a:lnR>
                    <a:lnB w="12700" cmpd="sng">
                      <a:solidFill>
                        <a:schemeClr val="tx1"/>
                      </a:solidFill>
                      <a:prstDash val="solid"/>
                    </a:lnB>
                    <a:solidFill>
                      <a:schemeClr val="bg1"/>
                    </a:solidFill>
                  </a:tcPr>
                </a:tc>
                <a:tc>
                  <a:txBody>
                    <a:bodyPr/>
                    <a:lstStyle/>
                    <a:p>
                      <a:pPr algn="ctr">
                        <a:buNone/>
                      </a:pPr>
                      <a:r>
                        <a:rPr sz="2400">
                          <a:latin typeface="Arial"/>
                          <a:ea typeface="Arial"/>
                          <a:cs typeface="Arial"/>
                        </a:rPr>
                        <a:t>Gene 1</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sz="2400">
                          <a:latin typeface="Arial"/>
                          <a:ea typeface="Arial"/>
                          <a:cs typeface="Arial"/>
                        </a:rPr>
                        <a:t>Gene 2</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solidFill>
                  </a:tcPr>
                </a:tc>
              </a:tr>
              <a:tr h="1053047">
                <a:tc>
                  <a:txBody>
                    <a:bodyPr/>
                    <a:lstStyle/>
                    <a:p>
                      <a:pPr algn="ctr">
                        <a:buNone/>
                      </a:pPr>
                      <a:r>
                        <a:rPr sz="2400">
                          <a:latin typeface="Arial"/>
                          <a:ea typeface="Arial"/>
                          <a:cs typeface="Arial"/>
                        </a:rPr>
                        <a:t>Sample 1</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endParaRPr sz="2800">
                        <a:solidFill>
                          <a:schemeClr val="accent1"/>
                        </a:solidFill>
                        <a:latin typeface="Arial"/>
                        <a:ea typeface="Arial"/>
                        <a:cs typeface="Arial"/>
                      </a:endParaRP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solidFill>
                      <a:schemeClr val="bg1"/>
                    </a:solidFill>
                  </a:tcPr>
                </a:tc>
                <a:tc>
                  <a:txBody>
                    <a:bodyPr/>
                    <a:lstStyle/>
                    <a:p>
                      <a:pPr algn="ctr">
                        <a:buNone/>
                      </a:pPr>
                      <a:endParaRPr sz="2800">
                        <a:solidFill>
                          <a:schemeClr val="accent2"/>
                        </a:solidFill>
                        <a:latin typeface="Arial"/>
                        <a:ea typeface="Arial"/>
                        <a:cs typeface="Arial"/>
                      </a:endParaRP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solidFill>
                      <a:schemeClr val="bg1"/>
                    </a:solidFill>
                  </a:tcPr>
                </a:tc>
              </a:tr>
              <a:tr h="1053047">
                <a:tc>
                  <a:txBody>
                    <a:bodyPr/>
                    <a:lstStyle/>
                    <a:p>
                      <a:pPr algn="ctr">
                        <a:buNone/>
                      </a:pPr>
                      <a:r>
                        <a:rPr sz="2400">
                          <a:latin typeface="Arial"/>
                          <a:ea typeface="Arial"/>
                          <a:cs typeface="Arial"/>
                        </a:rPr>
                        <a:t>Sample 2</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endParaRPr sz="2800">
                        <a:solidFill>
                          <a:schemeClr val="accent1"/>
                        </a:solidFill>
                        <a:latin typeface="Arial"/>
                        <a:ea typeface="Arial"/>
                        <a:cs typeface="Arial"/>
                      </a:endParaRP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solidFill>
                      <a:schemeClr val="bg1"/>
                    </a:solidFill>
                  </a:tcPr>
                </a:tc>
                <a:tc>
                  <a:txBody>
                    <a:bodyPr/>
                    <a:lstStyle/>
                    <a:p>
                      <a:pPr algn="ctr">
                        <a:buNone/>
                      </a:pPr>
                      <a:endParaRPr sz="2800">
                        <a:solidFill>
                          <a:schemeClr val="accent2"/>
                        </a:solidFill>
                        <a:latin typeface="Arial"/>
                        <a:ea typeface="Arial"/>
                        <a:cs typeface="Arial"/>
                      </a:endParaRP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solidFill>
                      <a:schemeClr val="bg1"/>
                    </a:solidFill>
                  </a:tcPr>
                </a:tc>
              </a:tr>
            </a:tbl>
          </a:graphicData>
        </a:graphic>
      </p:graphicFrame>
      <p:sp>
        <p:nvSpPr>
          <p:cNvPr id="336" name="Rectangle 335">
            <a:extLst xmlns:a="http://schemas.openxmlformats.org/drawingml/2006/main">
              <a:ext uri="{FF2B5EF4-FFF2-40B4-BE49-F238E27FC236}">
                <a16:creationId xmlns:a16="http://schemas.microsoft.com/office/drawing/2014/main" id="{E1B73D7C-BEFC-494C-A88C-4EFB7D671722}"/>
              </a:ext>
            </a:extLst>
          </p:cNvPr>
          <p:cNvSpPr>
            <a:spLocks xmlns:a="http://schemas.openxmlformats.org/drawingml/2006/main" noGrp="1"/>
          </p:cNvSpPr>
          <p:nvPr/>
        </p:nvSpPr>
        <p:spPr>
          <a:xfrm xmlns:a="http://schemas.openxmlformats.org/drawingml/2006/main">
            <a:off x="4615327" y="3115698"/>
            <a:ext cx="1127764" cy="955378"/>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3200">
              <a:solidFill>
                <a:schemeClr val="accent1"/>
              </a:solidFill>
            </a:endParaRPr>
          </a:p>
        </p:txBody>
      </p:sp>
      <p:sp>
        <p:nvSpPr>
          <p:cNvPr id="337" name="Rectangle 336">
            <a:extLst xmlns:a="http://schemas.openxmlformats.org/drawingml/2006/main">
              <a:ext uri="{FF2B5EF4-FFF2-40B4-BE49-F238E27FC236}">
                <a16:creationId xmlns:a16="http://schemas.microsoft.com/office/drawing/2014/main" id="{8CED67DA-133F-4F9E-8591-B374892D0A18}"/>
              </a:ext>
            </a:extLst>
          </p:cNvPr>
          <p:cNvSpPr>
            <a:spLocks xmlns:a="http://schemas.openxmlformats.org/drawingml/2006/main" noGrp="1"/>
          </p:cNvSpPr>
          <p:nvPr/>
        </p:nvSpPr>
        <p:spPr>
          <a:xfrm xmlns:a="http://schemas.openxmlformats.org/drawingml/2006/main">
            <a:off x="5892814" y="3103949"/>
            <a:ext cx="1143059" cy="955378"/>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3200">
              <a:solidFill>
                <a:schemeClr val="accent2"/>
              </a:solidFill>
            </a:endParaRPr>
          </a:p>
        </p:txBody>
      </p:sp>
      <p:sp>
        <p:nvSpPr>
          <p:cNvPr id="338" name="Rectangle 337">
            <a:extLst xmlns:a="http://schemas.openxmlformats.org/drawingml/2006/main">
              <a:ext uri="{FF2B5EF4-FFF2-40B4-BE49-F238E27FC236}">
                <a16:creationId xmlns:a16="http://schemas.microsoft.com/office/drawing/2014/main" id="{A9A87976-7912-4407-B96D-5BCB53F5FD4D}"/>
              </a:ext>
            </a:extLst>
          </p:cNvPr>
          <p:cNvSpPr>
            <a:spLocks xmlns:a="http://schemas.openxmlformats.org/drawingml/2006/main" noGrp="1"/>
          </p:cNvSpPr>
          <p:nvPr/>
        </p:nvSpPr>
        <p:spPr>
          <a:xfrm xmlns:a="http://schemas.openxmlformats.org/drawingml/2006/main">
            <a:off x="4615327" y="4146242"/>
            <a:ext cx="1127763" cy="955378"/>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3200">
              <a:solidFill>
                <a:schemeClr val="accent1"/>
              </a:solidFill>
            </a:endParaRPr>
          </a:p>
        </p:txBody>
      </p:sp>
      <p:sp>
        <p:nvSpPr>
          <p:cNvPr id="339" name="Rectangle 338">
            <a:extLst xmlns:a="http://schemas.openxmlformats.org/drawingml/2006/main">
              <a:ext uri="{FF2B5EF4-FFF2-40B4-BE49-F238E27FC236}">
                <a16:creationId xmlns:a16="http://schemas.microsoft.com/office/drawing/2014/main" id="{37C65E5C-C337-438B-ACD4-44770E8FDA16}"/>
              </a:ext>
            </a:extLst>
          </p:cNvPr>
          <p:cNvSpPr>
            <a:spLocks xmlns:a="http://schemas.openxmlformats.org/drawingml/2006/main" noGrp="1"/>
          </p:cNvSpPr>
          <p:nvPr/>
        </p:nvSpPr>
        <p:spPr>
          <a:xfrm xmlns:a="http://schemas.openxmlformats.org/drawingml/2006/main">
            <a:off x="5895293" y="4152933"/>
            <a:ext cx="1127763" cy="955378"/>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3200">
              <a:solidFill>
                <a:schemeClr val="accent2"/>
              </a:solidFill>
            </a:endParaRPr>
          </a:p>
        </p:txBody>
      </p:sp>
      <p:sp>
        <p:nvSpPr>
          <p:cNvPr id="102" name="Straight Connector 101">
            <a:extLst xmlns:a="http://schemas.openxmlformats.org/drawingml/2006/main">
              <a:ext uri="{FF2B5EF4-FFF2-40B4-BE49-F238E27FC236}">
                <a16:creationId xmlns:a16="http://schemas.microsoft.com/office/drawing/2014/main" id="{64286353-9913-4064-BB66-B1D1B69E7D62}"/>
              </a:ext>
            </a:extLst>
          </p:cNvPr>
          <p:cNvSpPr>
            <a:spLocks xmlns:a="http://schemas.openxmlformats.org/drawingml/2006/main" noGrp="1"/>
          </p:cNvSpPr>
          <p:nvPr/>
        </p:nvSpPr>
        <p:spPr>
          <a:xfrm xmlns:a="http://schemas.openxmlformats.org/drawingml/2006/main">
            <a:off x="4724369" y="3533422"/>
            <a:ext cx="684060" cy="0"/>
          </a:xfrm>
          <a:prstGeom xmlns:a="http://schemas.openxmlformats.org/drawingml/2006/main" prst="line">
            <a:avLst/>
          </a:prstGeom>
          <a:ln xmlns:a="http://schemas.openxmlformats.org/drawingml/2006/main" w="57150"/>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11" name="Straight Connector 110">
            <a:extLst xmlns:a="http://schemas.openxmlformats.org/drawingml/2006/main">
              <a:ext uri="{FF2B5EF4-FFF2-40B4-BE49-F238E27FC236}">
                <a16:creationId xmlns:a16="http://schemas.microsoft.com/office/drawing/2014/main" id="{35D85887-B906-440D-ACA0-898F3D749896}"/>
              </a:ext>
            </a:extLst>
          </p:cNvPr>
          <p:cNvSpPr>
            <a:spLocks xmlns:a="http://schemas.openxmlformats.org/drawingml/2006/main" noGrp="1"/>
          </p:cNvSpPr>
          <p:nvPr/>
        </p:nvSpPr>
        <p:spPr>
          <a:xfrm xmlns:a="http://schemas.openxmlformats.org/drawingml/2006/main">
            <a:off x="5967586" y="4496824"/>
            <a:ext cx="684060" cy="0"/>
          </a:xfrm>
          <a:prstGeom xmlns:a="http://schemas.openxmlformats.org/drawingml/2006/main" prst="line">
            <a:avLst/>
          </a:prstGeom>
          <a:ln xmlns:a="http://schemas.openxmlformats.org/drawingml/2006/main" w="57150">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28" name="Straight Connector 127">
            <a:extLst xmlns:a="http://schemas.openxmlformats.org/drawingml/2006/main">
              <a:ext uri="{FF2B5EF4-FFF2-40B4-BE49-F238E27FC236}">
                <a16:creationId xmlns:a16="http://schemas.microsoft.com/office/drawing/2014/main" id="{AFB3F209-D155-4026-9A41-19233792A70F}"/>
              </a:ext>
            </a:extLst>
          </p:cNvPr>
          <p:cNvSpPr>
            <a:spLocks xmlns:a="http://schemas.openxmlformats.org/drawingml/2006/main" noGrp="1"/>
          </p:cNvSpPr>
          <p:nvPr/>
        </p:nvSpPr>
        <p:spPr>
          <a:xfrm xmlns:a="http://schemas.openxmlformats.org/drawingml/2006/main">
            <a:off x="6191614" y="4385044"/>
            <a:ext cx="684060" cy="0"/>
          </a:xfrm>
          <a:prstGeom xmlns:a="http://schemas.openxmlformats.org/drawingml/2006/main" prst="line">
            <a:avLst/>
          </a:prstGeom>
          <a:ln xmlns:a="http://schemas.openxmlformats.org/drawingml/2006/main" w="57150">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29" name="Straight Connector 128">
            <a:extLst xmlns:a="http://schemas.openxmlformats.org/drawingml/2006/main">
              <a:ext uri="{FF2B5EF4-FFF2-40B4-BE49-F238E27FC236}">
                <a16:creationId xmlns:a16="http://schemas.microsoft.com/office/drawing/2014/main" id="{2395216F-5F2A-4BD5-A2F0-C30DB6A1F722}"/>
              </a:ext>
            </a:extLst>
          </p:cNvPr>
          <p:cNvSpPr>
            <a:spLocks xmlns:a="http://schemas.openxmlformats.org/drawingml/2006/main" noGrp="1"/>
          </p:cNvSpPr>
          <p:nvPr/>
        </p:nvSpPr>
        <p:spPr>
          <a:xfrm xmlns:a="http://schemas.openxmlformats.org/drawingml/2006/main">
            <a:off x="6371113" y="3383954"/>
            <a:ext cx="684060" cy="0"/>
          </a:xfrm>
          <a:prstGeom xmlns:a="http://schemas.openxmlformats.org/drawingml/2006/main" prst="line">
            <a:avLst/>
          </a:prstGeom>
          <a:ln xmlns:a="http://schemas.openxmlformats.org/drawingml/2006/main" w="57150">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30" name="Straight Connector 129">
            <a:extLst xmlns:a="http://schemas.openxmlformats.org/drawingml/2006/main">
              <a:ext uri="{FF2B5EF4-FFF2-40B4-BE49-F238E27FC236}">
                <a16:creationId xmlns:a16="http://schemas.microsoft.com/office/drawing/2014/main" id="{495C631A-2236-4AB2-AF62-47ACC99933D6}"/>
              </a:ext>
            </a:extLst>
          </p:cNvPr>
          <p:cNvSpPr>
            <a:spLocks xmlns:a="http://schemas.openxmlformats.org/drawingml/2006/main" noGrp="1"/>
          </p:cNvSpPr>
          <p:nvPr/>
        </p:nvSpPr>
        <p:spPr>
          <a:xfrm xmlns:a="http://schemas.openxmlformats.org/drawingml/2006/main">
            <a:off x="5911275" y="3516777"/>
            <a:ext cx="684060" cy="0"/>
          </a:xfrm>
          <a:prstGeom xmlns:a="http://schemas.openxmlformats.org/drawingml/2006/main" prst="line">
            <a:avLst/>
          </a:prstGeom>
          <a:ln xmlns:a="http://schemas.openxmlformats.org/drawingml/2006/main" w="57150">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44" name="Straight Connector 143">
            <a:extLst xmlns:a="http://schemas.openxmlformats.org/drawingml/2006/main">
              <a:ext uri="{FF2B5EF4-FFF2-40B4-BE49-F238E27FC236}">
                <a16:creationId xmlns:a16="http://schemas.microsoft.com/office/drawing/2014/main" id="{935C8FA4-363F-411B-AF87-B7BE3C29993B}"/>
              </a:ext>
            </a:extLst>
          </p:cNvPr>
          <p:cNvSpPr>
            <a:spLocks xmlns:a="http://schemas.openxmlformats.org/drawingml/2006/main" noGrp="1"/>
          </p:cNvSpPr>
          <p:nvPr/>
        </p:nvSpPr>
        <p:spPr>
          <a:xfrm xmlns:a="http://schemas.openxmlformats.org/drawingml/2006/main">
            <a:off x="4615328" y="4756156"/>
            <a:ext cx="684060" cy="0"/>
          </a:xfrm>
          <a:prstGeom xmlns:a="http://schemas.openxmlformats.org/drawingml/2006/main" prst="line">
            <a:avLst/>
          </a:prstGeom>
          <a:ln xmlns:a="http://schemas.openxmlformats.org/drawingml/2006/main" w="57150">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45" name="Straight Connector 144">
            <a:extLst xmlns:a="http://schemas.openxmlformats.org/drawingml/2006/main">
              <a:ext uri="{FF2B5EF4-FFF2-40B4-BE49-F238E27FC236}">
                <a16:creationId xmlns:a16="http://schemas.microsoft.com/office/drawing/2014/main" id="{9172F9FE-6C10-4295-9948-07E9F8389218}"/>
              </a:ext>
            </a:extLst>
          </p:cNvPr>
          <p:cNvSpPr>
            <a:spLocks xmlns:a="http://schemas.openxmlformats.org/drawingml/2006/main" noGrp="1"/>
          </p:cNvSpPr>
          <p:nvPr/>
        </p:nvSpPr>
        <p:spPr>
          <a:xfrm xmlns:a="http://schemas.openxmlformats.org/drawingml/2006/main">
            <a:off x="5113768" y="4439008"/>
            <a:ext cx="684060" cy="0"/>
          </a:xfrm>
          <a:prstGeom xmlns:a="http://schemas.openxmlformats.org/drawingml/2006/main" prst="line">
            <a:avLst/>
          </a:prstGeom>
          <a:ln xmlns:a="http://schemas.openxmlformats.org/drawingml/2006/main" w="57150"/>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46" name="Straight Connector 145">
            <a:extLst xmlns:a="http://schemas.openxmlformats.org/drawingml/2006/main">
              <a:ext uri="{FF2B5EF4-FFF2-40B4-BE49-F238E27FC236}">
                <a16:creationId xmlns:a16="http://schemas.microsoft.com/office/drawing/2014/main" id="{F024A613-AC38-4B0C-88FE-07FE007FF368}"/>
              </a:ext>
            </a:extLst>
          </p:cNvPr>
          <p:cNvSpPr>
            <a:spLocks xmlns:a="http://schemas.openxmlformats.org/drawingml/2006/main" noGrp="1"/>
          </p:cNvSpPr>
          <p:nvPr/>
        </p:nvSpPr>
        <p:spPr>
          <a:xfrm xmlns:a="http://schemas.openxmlformats.org/drawingml/2006/main">
            <a:off x="4701404" y="4319929"/>
            <a:ext cx="684060" cy="0"/>
          </a:xfrm>
          <a:prstGeom xmlns:a="http://schemas.openxmlformats.org/drawingml/2006/main" prst="line">
            <a:avLst/>
          </a:prstGeom>
          <a:ln xmlns:a="http://schemas.openxmlformats.org/drawingml/2006/main" w="57150"/>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47" name="Straight Connector 146">
            <a:extLst xmlns:a="http://schemas.openxmlformats.org/drawingml/2006/main">
              <a:ext uri="{FF2B5EF4-FFF2-40B4-BE49-F238E27FC236}">
                <a16:creationId xmlns:a16="http://schemas.microsoft.com/office/drawing/2014/main" id="{9A89C2AD-F20C-47C2-945C-C7FE8F097862}"/>
              </a:ext>
            </a:extLst>
          </p:cNvPr>
          <p:cNvSpPr>
            <a:spLocks xmlns:a="http://schemas.openxmlformats.org/drawingml/2006/main" noGrp="1"/>
          </p:cNvSpPr>
          <p:nvPr/>
        </p:nvSpPr>
        <p:spPr>
          <a:xfrm xmlns:a="http://schemas.openxmlformats.org/drawingml/2006/main">
            <a:off x="5014859" y="4865618"/>
            <a:ext cx="684060" cy="0"/>
          </a:xfrm>
          <a:prstGeom xmlns:a="http://schemas.openxmlformats.org/drawingml/2006/main" prst="line">
            <a:avLst/>
          </a:prstGeom>
          <a:ln xmlns:a="http://schemas.openxmlformats.org/drawingml/2006/main" w="57150"/>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48" name="Straight Connector 147">
            <a:extLst xmlns:a="http://schemas.openxmlformats.org/drawingml/2006/main">
              <a:ext uri="{FF2B5EF4-FFF2-40B4-BE49-F238E27FC236}">
                <a16:creationId xmlns:a16="http://schemas.microsoft.com/office/drawing/2014/main" id="{A1D22915-9825-456E-8748-E73A343405F8}"/>
              </a:ext>
            </a:extLst>
          </p:cNvPr>
          <p:cNvSpPr>
            <a:spLocks xmlns:a="http://schemas.openxmlformats.org/drawingml/2006/main" noGrp="1"/>
          </p:cNvSpPr>
          <p:nvPr/>
        </p:nvSpPr>
        <p:spPr>
          <a:xfrm xmlns:a="http://schemas.openxmlformats.org/drawingml/2006/main">
            <a:off x="4836644" y="4564081"/>
            <a:ext cx="684060" cy="0"/>
          </a:xfrm>
          <a:prstGeom xmlns:a="http://schemas.openxmlformats.org/drawingml/2006/main" prst="line">
            <a:avLst/>
          </a:prstGeom>
          <a:ln xmlns:a="http://schemas.openxmlformats.org/drawingml/2006/main" w="57150"/>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61" name="Rectangle 60">
            <a:extLst xmlns:a="http://schemas.openxmlformats.org/drawingml/2006/main">
              <a:ext uri="{FF2B5EF4-FFF2-40B4-BE49-F238E27FC236}">
                <a16:creationId xmlns:a16="http://schemas.microsoft.com/office/drawing/2014/main" id="{48C95A85-5775-4295-A0B0-61A9D296B3D0}"/>
              </a:ext>
            </a:extLst>
          </p:cNvPr>
          <p:cNvSpPr>
            <a:spLocks xmlns:a="http://schemas.openxmlformats.org/drawingml/2006/main" noGrp="1"/>
          </p:cNvSpPr>
          <p:nvPr/>
        </p:nvSpPr>
        <p:spPr>
          <a:xfrm xmlns:a="http://schemas.openxmlformats.org/drawingml/2006/main">
            <a:off x="4581201" y="3140553"/>
            <a:ext cx="1207008" cy="955378"/>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3200">
                <a:solidFill>
                  <a:schemeClr val="accent1"/>
                </a:solidFill>
              </a:rPr>
              <a:t>1</a:t>
            </a:r>
          </a:p>
        </p:txBody>
      </p:sp>
      <p:sp>
        <p:nvSpPr>
          <p:cNvPr id="332" name="Rectangle 331">
            <a:extLst xmlns:a="http://schemas.openxmlformats.org/drawingml/2006/main">
              <a:ext uri="{FF2B5EF4-FFF2-40B4-BE49-F238E27FC236}">
                <a16:creationId xmlns:a16="http://schemas.microsoft.com/office/drawing/2014/main" id="{36C0E306-88EF-42F1-9A71-92D0BD639DFA}"/>
              </a:ext>
            </a:extLst>
          </p:cNvPr>
          <p:cNvSpPr>
            <a:spLocks xmlns:a="http://schemas.openxmlformats.org/drawingml/2006/main" noGrp="1"/>
          </p:cNvSpPr>
          <p:nvPr/>
        </p:nvSpPr>
        <p:spPr>
          <a:xfrm xmlns:a="http://schemas.openxmlformats.org/drawingml/2006/main">
            <a:off x="5873984" y="3128804"/>
            <a:ext cx="1207008" cy="955378"/>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3200">
                <a:solidFill>
                  <a:schemeClr val="accent2"/>
                </a:solidFill>
              </a:rPr>
              <a:t>2</a:t>
            </a:r>
          </a:p>
        </p:txBody>
      </p:sp>
      <p:sp>
        <p:nvSpPr>
          <p:cNvPr id="333" name="Rectangle 332">
            <a:extLst xmlns:a="http://schemas.openxmlformats.org/drawingml/2006/main">
              <a:ext uri="{FF2B5EF4-FFF2-40B4-BE49-F238E27FC236}">
                <a16:creationId xmlns:a16="http://schemas.microsoft.com/office/drawing/2014/main" id="{F7B31E24-0D8E-49C9-928D-F81CF958F70D}"/>
              </a:ext>
            </a:extLst>
          </p:cNvPr>
          <p:cNvSpPr>
            <a:spLocks xmlns:a="http://schemas.openxmlformats.org/drawingml/2006/main" noGrp="1"/>
          </p:cNvSpPr>
          <p:nvPr/>
        </p:nvSpPr>
        <p:spPr>
          <a:xfrm xmlns:a="http://schemas.openxmlformats.org/drawingml/2006/main">
            <a:off x="4581201" y="4171097"/>
            <a:ext cx="1207008" cy="955378"/>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3200">
                <a:solidFill>
                  <a:schemeClr val="accent1"/>
                </a:solidFill>
              </a:rPr>
              <a:t>5</a:t>
            </a:r>
          </a:p>
        </p:txBody>
      </p:sp>
      <p:sp>
        <p:nvSpPr>
          <p:cNvPr id="334" name="Rectangle 333">
            <a:extLst xmlns:a="http://schemas.openxmlformats.org/drawingml/2006/main">
              <a:ext uri="{FF2B5EF4-FFF2-40B4-BE49-F238E27FC236}">
                <a16:creationId xmlns:a16="http://schemas.microsoft.com/office/drawing/2014/main" id="{EF76CFF8-838A-44AD-A910-74DDE527A3D7}"/>
              </a:ext>
            </a:extLst>
          </p:cNvPr>
          <p:cNvSpPr>
            <a:spLocks xmlns:a="http://schemas.openxmlformats.org/drawingml/2006/main" noGrp="1"/>
          </p:cNvSpPr>
          <p:nvPr/>
        </p:nvSpPr>
        <p:spPr>
          <a:xfrm xmlns:a="http://schemas.openxmlformats.org/drawingml/2006/main">
            <a:off x="5861167" y="4177788"/>
            <a:ext cx="1207008" cy="955378"/>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3200">
                <a:solidFill>
                  <a:schemeClr val="accent2"/>
                </a:solidFill>
              </a:rPr>
              <a:t>2</a:t>
            </a:r>
          </a:p>
        </p:txBody>
      </p:sp>
      <p:graphicFrame>
        <p:nvGraphicFramePr>
          <p:cNvPr id="427" name="Table 339"/>
          <p:cNvGraphicFramePr/>
          <p:nvPr/>
        </p:nvGraphicFramePr>
        <p:xfrm>
          <a:off xmlns:a="http://schemas.openxmlformats.org/drawingml/2006/main" x="8439089" y="2715882"/>
          <a:ext xmlns:a="http://schemas.openxmlformats.org/drawingml/2006/main" cx="3046132" cy="2354559"/>
        </p:xfrm>
        <a:graphic xmlns:a="http://schemas.openxmlformats.org/drawingml/2006/main">
          <a:graphicData uri="http://schemas.openxmlformats.org/drawingml/2006/table">
            <a:tbl>
              <a:tblPr firstRow="1" bandRow="1">
                <a:tableStyleId>{5C22544A-7EE6-4342-B048-85BDC9FD1C3A}</a:tableStyleId>
              </a:tblPr>
              <a:tblGrid>
                <a:gridCol w="1144211"/>
                <a:gridCol w="943431"/>
                <a:gridCol w="958490"/>
              </a:tblGrid>
              <a:tr h="784853">
                <a:tc>
                  <a:txBody>
                    <a:bodyPr/>
                    <a:lstStyle/>
                    <a:p>
                      <a:pPr algn="ctr">
                        <a:buNone/>
                      </a:pPr>
                      <a:endParaRPr sz="1600">
                        <a:latin typeface="Arial"/>
                        <a:ea typeface="Arial"/>
                        <a:cs typeface="Arial"/>
                      </a:endParaRPr>
                    </a:p>
                  </a:txBody>
                  <a:tcPr marL="91440" marR="91440" marT="45720" marB="45720" anchor="ctr">
                    <a:lnR w="12700" cmpd="sng">
                      <a:solidFill>
                        <a:schemeClr val="tx1"/>
                      </a:solidFill>
                      <a:prstDash val="solid"/>
                    </a:lnR>
                    <a:lnB w="12700" cmpd="sng">
                      <a:solidFill>
                        <a:schemeClr val="tx1"/>
                      </a:solidFill>
                      <a:prstDash val="solid"/>
                    </a:lnB>
                    <a:solidFill>
                      <a:schemeClr val="bg1"/>
                    </a:solidFill>
                  </a:tcPr>
                </a:tc>
                <a:tc>
                  <a:txBody>
                    <a:bodyPr/>
                    <a:lstStyle/>
                    <a:p>
                      <a:pPr algn="ctr">
                        <a:buNone/>
                      </a:pPr>
                      <a:r>
                        <a:rPr sz="1600">
                          <a:latin typeface="Arial"/>
                          <a:ea typeface="Arial"/>
                          <a:cs typeface="Arial"/>
                        </a:rPr>
                        <a:t>Gene 1</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r>
                        <a:rPr sz="1600">
                          <a:latin typeface="Arial"/>
                          <a:ea typeface="Arial"/>
                          <a:cs typeface="Arial"/>
                        </a:rPr>
                        <a:t>Gene 2</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2"/>
                    </a:solidFill>
                  </a:tcPr>
                </a:tc>
              </a:tr>
              <a:tr h="784853">
                <a:tc>
                  <a:txBody>
                    <a:bodyPr/>
                    <a:lstStyle/>
                    <a:p>
                      <a:pPr algn="ctr">
                        <a:buNone/>
                      </a:pPr>
                      <a:r>
                        <a:rPr sz="1600">
                          <a:latin typeface="Arial"/>
                          <a:ea typeface="Arial"/>
                          <a:cs typeface="Arial"/>
                        </a:rPr>
                        <a:t>Sample 1</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endParaRPr sz="1600">
                        <a:solidFill>
                          <a:schemeClr val="accent1"/>
                        </a:solidFill>
                        <a:latin typeface="Arial"/>
                        <a:ea typeface="Arial"/>
                        <a:cs typeface="Arial"/>
                      </a:endParaRP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solidFill>
                      <a:schemeClr val="accent1">
                        <a:lumMod val="20000"/>
                        <a:lumOff val="80000"/>
                      </a:schemeClr>
                    </a:solidFill>
                  </a:tcPr>
                </a:tc>
                <a:tc>
                  <a:txBody>
                    <a:bodyPr/>
                    <a:lstStyle/>
                    <a:p>
                      <a:pPr algn="ctr">
                        <a:buNone/>
                      </a:pPr>
                      <a:endParaRPr sz="1600">
                        <a:solidFill>
                          <a:schemeClr val="accent2"/>
                        </a:solidFill>
                        <a:latin typeface="Arial"/>
                        <a:ea typeface="Arial"/>
                        <a:cs typeface="Arial"/>
                      </a:endParaRP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solidFill>
                      <a:schemeClr val="accent1">
                        <a:lumMod val="40000"/>
                        <a:lumOff val="60000"/>
                      </a:schemeClr>
                    </a:solidFill>
                  </a:tcPr>
                </a:tc>
              </a:tr>
              <a:tr h="784853">
                <a:tc>
                  <a:txBody>
                    <a:bodyPr/>
                    <a:lstStyle/>
                    <a:p>
                      <a:pPr algn="ctr">
                        <a:buNone/>
                      </a:pPr>
                      <a:r>
                        <a:rPr sz="1600">
                          <a:latin typeface="Arial"/>
                          <a:ea typeface="Arial"/>
                          <a:cs typeface="Arial"/>
                        </a:rPr>
                        <a:t>Sample 2</a:t>
                      </a: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buNone/>
                      </a:pPr>
                      <a:endParaRPr sz="1600">
                        <a:solidFill>
                          <a:schemeClr val="accent1"/>
                        </a:solidFill>
                        <a:latin typeface="Arial"/>
                        <a:ea typeface="Arial"/>
                        <a:cs typeface="Arial"/>
                      </a:endParaRP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solidFill>
                      <a:schemeClr val="accent1">
                        <a:lumMod val="50000"/>
                      </a:schemeClr>
                    </a:solidFill>
                  </a:tcPr>
                </a:tc>
                <a:tc>
                  <a:txBody>
                    <a:bodyPr/>
                    <a:lstStyle/>
                    <a:p>
                      <a:pPr algn="ctr">
                        <a:buNone/>
                      </a:pPr>
                      <a:endParaRPr sz="1600">
                        <a:solidFill>
                          <a:schemeClr val="accent2"/>
                        </a:solidFill>
                        <a:latin typeface="Arial"/>
                        <a:ea typeface="Arial"/>
                        <a:cs typeface="Arial"/>
                      </a:endParaRPr>
                    </a:p>
                  </a:txBody>
                  <a:tcPr marL="91440" marR="91440" marT="45720" marB="45720"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solidFill>
                      <a:schemeClr val="accent1">
                        <a:lumMod val="40000"/>
                        <a:lumOff val="60000"/>
                      </a:schemeClr>
                    </a:solidFill>
                  </a:tcPr>
                </a:tc>
              </a:tr>
            </a:tbl>
          </a:graphicData>
        </a:graphic>
      </p:graphicFrame>
      <p:sp>
        <p:nvSpPr>
          <p:cNvPr id="70" name="TextBox 69">
            <a:extLst xmlns:a="http://schemas.openxmlformats.org/drawingml/2006/main">
              <a:ext uri="{FF2B5EF4-FFF2-40B4-BE49-F238E27FC236}">
                <a16:creationId xmlns:a16="http://schemas.microsoft.com/office/drawing/2014/main" id="{FBC4736B-C980-4B45-9AFF-E5181533288E}"/>
              </a:ext>
            </a:extLst>
          </p:cNvPr>
          <p:cNvSpPr>
            <a:spLocks xmlns:a="http://schemas.openxmlformats.org/drawingml/2006/main" noGrp="1"/>
          </p:cNvSpPr>
          <p:nvPr/>
        </p:nvSpPr>
        <p:spPr>
          <a:xfrm xmlns:a="http://schemas.openxmlformats.org/drawingml/2006/main">
            <a:off x="7816966" y="2451098"/>
            <a:ext cx="1576218"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latin typeface="Arial"/>
                <a:ea typeface="Arial"/>
                <a:cs typeface="Arial"/>
              </a:rPr>
              <a:t>Heatmaps</a:t>
            </a:r>
          </a:p>
        </p:txBody>
      </p:sp>
      <p:graphicFrame>
        <p:nvGraphicFramePr>
          <p:cNvPr id="429" name="Table 70"/>
          <p:cNvGraphicFramePr/>
          <p:nvPr/>
        </p:nvGraphicFramePr>
        <p:xfrm>
          <a:off xmlns:a="http://schemas.openxmlformats.org/drawingml/2006/main" x="9439805" y="5234797"/>
          <a:ext xmlns:a="http://schemas.openxmlformats.org/drawingml/2006/main" cx="1312145" cy="365760"/>
        </p:xfrm>
        <a:graphic xmlns:a="http://schemas.openxmlformats.org/drawingml/2006/main">
          <a:graphicData uri="http://schemas.openxmlformats.org/drawingml/2006/table">
            <a:tbl>
              <a:tblPr firstRow="1" bandRow="1">
                <a:tableStyleId>{5C22544A-7EE6-4342-B048-85BDC9FD1C3A}</a:tableStyleId>
              </a:tblPr>
              <a:tblGrid>
                <a:gridCol w="262429"/>
                <a:gridCol w="262429"/>
                <a:gridCol w="262429"/>
                <a:gridCol w="262429"/>
                <a:gridCol w="262429"/>
              </a:tblGrid>
              <a:tr h="267590">
                <a:tc>
                  <a:txBody>
                    <a:bodyPr/>
                    <a:lstStyle/>
                    <a:p>
                      <a:endParaRPr/>
                    </a:p>
                  </a:txBody>
                  <a:tcPr marL="91440" marR="91440" marT="45720" marB="45720">
                    <a:solidFill>
                      <a:schemeClr val="bg2"/>
                    </a:solidFill>
                  </a:tcPr>
                </a:tc>
                <a:tc>
                  <a:txBody>
                    <a:bodyPr/>
                    <a:lstStyle/>
                    <a:p>
                      <a:endParaRPr/>
                    </a:p>
                  </a:txBody>
                  <a:tcPr marL="91440" marR="91440" marT="45720" marB="45720">
                    <a:solidFill>
                      <a:schemeClr val="accent1">
                        <a:lumMod val="20000"/>
                        <a:lumOff val="80000"/>
                      </a:schemeClr>
                    </a:solidFill>
                  </a:tcPr>
                </a:tc>
                <a:tc>
                  <a:txBody>
                    <a:bodyPr/>
                    <a:lstStyle/>
                    <a:p>
                      <a:endParaRPr/>
                    </a:p>
                  </a:txBody>
                  <a:tcPr marL="91440" marR="91440" marT="45720" marB="45720">
                    <a:solidFill>
                      <a:schemeClr val="accent1">
                        <a:lumMod val="60000"/>
                        <a:lumOff val="40000"/>
                      </a:schemeClr>
                    </a:solidFill>
                  </a:tcPr>
                </a:tc>
                <a:tc>
                  <a:txBody>
                    <a:bodyPr/>
                    <a:lstStyle/>
                    <a:p>
                      <a:endParaRPr/>
                    </a:p>
                  </a:txBody>
                  <a:tcPr marL="91440" marR="91440" marT="45720" marB="45720">
                    <a:solidFill>
                      <a:schemeClr val="accent1">
                        <a:lumMod val="75000"/>
                      </a:schemeClr>
                    </a:solidFill>
                  </a:tcPr>
                </a:tc>
                <a:tc>
                  <a:txBody>
                    <a:bodyPr/>
                    <a:lstStyle/>
                    <a:p>
                      <a:endParaRPr/>
                    </a:p>
                  </a:txBody>
                  <a:tcPr marL="91440" marR="91440" marT="45720" marB="45720">
                    <a:solidFill>
                      <a:schemeClr val="accent1">
                        <a:lumMod val="50000"/>
                      </a:schemeClr>
                    </a:solidFill>
                  </a:tcPr>
                </a:tc>
              </a:tr>
            </a:tbl>
          </a:graphicData>
        </a:graphic>
      </p:graphicFrame>
      <p:sp>
        <p:nvSpPr>
          <p:cNvPr id="73" name="TextBox 72">
            <a:extLst xmlns:a="http://schemas.openxmlformats.org/drawingml/2006/main">
              <a:ext uri="{FF2B5EF4-FFF2-40B4-BE49-F238E27FC236}">
                <a16:creationId xmlns:a16="http://schemas.microsoft.com/office/drawing/2014/main" id="{AD3BD3F4-B193-41CA-90DF-A234817922F2}"/>
              </a:ext>
            </a:extLst>
          </p:cNvPr>
          <p:cNvSpPr>
            <a:spLocks xmlns:a="http://schemas.openxmlformats.org/drawingml/2006/main" noGrp="1"/>
          </p:cNvSpPr>
          <p:nvPr/>
        </p:nvSpPr>
        <p:spPr>
          <a:xfrm xmlns:a="http://schemas.openxmlformats.org/drawingml/2006/main">
            <a:off x="9304737" y="5522517"/>
            <a:ext cx="26650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0</a:t>
            </a:r>
          </a:p>
        </p:txBody>
      </p:sp>
      <p:sp>
        <p:nvSpPr>
          <p:cNvPr id="341" name="TextBox 340">
            <a:extLst xmlns:a="http://schemas.openxmlformats.org/drawingml/2006/main">
              <a:ext uri="{FF2B5EF4-FFF2-40B4-BE49-F238E27FC236}">
                <a16:creationId xmlns:a16="http://schemas.microsoft.com/office/drawing/2014/main" id="{2BA55B6A-31F0-42D1-84A9-42AFAC886455}"/>
              </a:ext>
            </a:extLst>
          </p:cNvPr>
          <p:cNvSpPr>
            <a:spLocks xmlns:a="http://schemas.openxmlformats.org/drawingml/2006/main" noGrp="1"/>
          </p:cNvSpPr>
          <p:nvPr/>
        </p:nvSpPr>
        <p:spPr>
          <a:xfrm xmlns:a="http://schemas.openxmlformats.org/drawingml/2006/main">
            <a:off x="10581184" y="5522517"/>
            <a:ext cx="26650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5</a:t>
            </a:r>
          </a:p>
        </p:txBody>
      </p:sp>
    </p:spTree>
    <p:extLst>
      <p:ext uri="{BB962C8B-B14F-4D97-AF65-F5344CB8AC3E}">
        <p14:creationId xmlns:p14="http://schemas.microsoft.com/office/powerpoint/2010/main" val="37603295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ction-accent">
            <a:extLst xmlns:a="http://schemas.openxmlformats.org/drawingml/2006/main">
              <a:ext uri="{FF2B5EF4-FFF2-40B4-BE49-F238E27FC236}">
                <a16:creationId xmlns:a16="http://schemas.microsoft.com/office/drawing/2014/main" id="{4F8D4360-C567-4EBD-9125-20BC1F3ACC1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ED7D3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section-kicker">
            <a:extLst xmlns:a="http://schemas.openxmlformats.org/drawingml/2006/main">
              <a:ext uri="{FF2B5EF4-FFF2-40B4-BE49-F238E27FC236}">
                <a16:creationId xmlns:a16="http://schemas.microsoft.com/office/drawing/2014/main" id="{387D45BD-2383-41CC-98D2-C9EDA9B5B7B1}"/>
              </a:ext>
            </a:extLst>
          </p:cNvPr>
          <p:cNvSpPr>
            <a:spLocks xmlns:a="http://schemas.openxmlformats.org/drawingml/2006/main" noGrp="1"/>
          </p:cNvSpPr>
          <p:nvPr/>
        </p:nvSpPr>
        <p:spPr>
          <a:xfrm xmlns:a="http://schemas.openxmlformats.org/drawingml/2006/main">
            <a:off x="685800" y="6477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buNone/>
              <a:defRPr sz="1275" b="1">
                <a:solidFill>
                  <a:srgbClr val="4472C4"/>
                </a:solidFill>
                <a:latin typeface="Arial"/>
                <a:ea typeface="Arial"/>
                <a:cs typeface="Arial"/>
              </a:defRPr>
            </a:pPr>
            <a:r>
              <a:rPr sz="1275" b="1">
                <a:solidFill>
                  <a:srgbClr val="4472C4"/>
                </a:solidFill>
                <a:latin typeface="Arial"/>
                <a:ea typeface="Arial"/>
                <a:cs typeface="Arial"/>
              </a:rPr>
              <a:t>SECTION 2</a:t>
            </a:r>
          </a:p>
        </p:txBody>
      </p:sp>
      <p:sp>
        <p:nvSpPr>
          <p:cNvPr id="3" name="section-title">
            <a:extLst xmlns:a="http://schemas.openxmlformats.org/drawingml/2006/main">
              <a:ext uri="{FF2B5EF4-FFF2-40B4-BE49-F238E27FC236}">
                <a16:creationId xmlns:a16="http://schemas.microsoft.com/office/drawing/2014/main" id="{60C80741-2DDE-41DA-9FEE-8E83A4B2AA04}"/>
              </a:ext>
            </a:extLst>
          </p:cNvPr>
          <p:cNvSpPr>
            <a:spLocks xmlns:a="http://schemas.openxmlformats.org/drawingml/2006/main" noGrp="1"/>
          </p:cNvSpPr>
          <p:nvPr/>
        </p:nvSpPr>
        <p:spPr>
          <a:xfrm xmlns:a="http://schemas.openxmlformats.org/drawingml/2006/main">
            <a:off x="666750" y="106680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a:bodyPr>
          <a:lstStyle xmlns:a="http://schemas.openxmlformats.org/drawingml/2006/main"/>
          <a:p xmlns:a="http://schemas.openxmlformats.org/drawingml/2006/main">
            <a:pPr>
              <a:buNone/>
              <a:defRPr sz="3750" b="0">
                <a:solidFill>
                  <a:srgbClr val="111827"/>
                </a:solidFill>
                <a:latin typeface="Arial"/>
                <a:ea typeface="Arial"/>
                <a:cs typeface="Arial"/>
              </a:defRPr>
            </a:pPr>
            <a:r>
              <a:rPr sz="3750" b="0">
                <a:solidFill>
                  <a:srgbClr val="111827"/>
                </a:solidFill>
                <a:latin typeface="Arial"/>
                <a:ea typeface="Arial"/>
                <a:cs typeface="Arial"/>
              </a:rPr>
              <a:t>Single-cell RNA-seq analysis</a:t>
            </a:r>
          </a:p>
        </p:txBody>
      </p:sp>
      <p:sp>
        <p:nvSpPr>
          <p:cNvPr id="4" name="section-subtitle">
            <a:extLst xmlns:a="http://schemas.openxmlformats.org/drawingml/2006/main">
              <a:ext uri="{FF2B5EF4-FFF2-40B4-BE49-F238E27FC236}">
                <a16:creationId xmlns:a16="http://schemas.microsoft.com/office/drawing/2014/main" id="{6D39E898-B4F4-419B-B6A1-B6D6ECA7065C}"/>
              </a:ext>
            </a:extLst>
          </p:cNvPr>
          <p:cNvSpPr>
            <a:spLocks xmlns:a="http://schemas.openxmlformats.org/drawingml/2006/main" noGrp="1"/>
          </p:cNvSpPr>
          <p:nvPr/>
        </p:nvSpPr>
        <p:spPr>
          <a:xfrm xmlns:a="http://schemas.openxmlformats.org/drawingml/2006/main">
            <a:off x="695325" y="257175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nSpc>
                <a:spcPct val="108000"/>
              </a:lnSpc>
              <a:buNone/>
              <a:defRPr sz="1875">
                <a:solidFill>
                  <a:srgbClr val="5B6472"/>
                </a:solidFill>
                <a:latin typeface="Arial"/>
                <a:ea typeface="Arial"/>
                <a:cs typeface="Arial"/>
              </a:defRPr>
            </a:pPr>
            <a:r>
              <a:rPr sz="1875">
                <a:solidFill>
                  <a:srgbClr val="5B6472"/>
                </a:solidFill>
                <a:latin typeface="Arial"/>
                <a:ea typeface="Arial"/>
                <a:cs typeface="Arial"/>
              </a:rPr>
              <a:t>A separate expression profile for every cell reveals cell types and cell states that bulk averages hide.</a:t>
            </a:r>
          </a:p>
        </p:txBody>
      </p:sp>
      <p:pic>
        <p:nvPicPr>
          <p:cNvPr id="14" name="Picture 11"/>
          <p:cNvPicPr>
            <a:picLocks xmlns:a="http://schemas.openxmlformats.org/drawingml/2006/main" noChangeAspect="1"/>
          </p:cNvPicPr>
          <p:nvPr/>
        </p:nvPicPr>
        <p:blipFill>
          <a:blip xmlns:r="http://schemas.openxmlformats.org/officeDocument/2006/relationships" xmlns:a="http://schemas.openxmlformats.org/drawingml/2006/main" r:embed="R95a991dec962495f"/>
          <a:stretch xmlns:a="http://schemas.openxmlformats.org/drawingml/2006/main"/>
        </p:blipFill>
        <p:spPr>
          <a:xfrm xmlns:a="http://schemas.openxmlformats.org/drawingml/2006/main">
            <a:off x="5191125" y="1625425"/>
            <a:ext cx="6477000" cy="3645249"/>
          </a:xfrm>
          <a:prstGeom xmlns:a="http://schemas.openxmlformats.org/drawingml/2006/main" prst="rect">
            <a:avLst/>
          </a:prstGeom>
        </p:spPr>
      </p:pic>
      <p:sp>
        <p:nvSpPr>
          <p:cNvPr id="6" name="Rectangle 5">
            <a:extLst xmlns:a="http://schemas.openxmlformats.org/drawingml/2006/main">
              <a:ext uri="{FF2B5EF4-FFF2-40B4-BE49-F238E27FC236}">
                <a16:creationId xmlns:a16="http://schemas.microsoft.com/office/drawing/2014/main" id="{DCBFB7D0-DB4A-4CE8-A213-76EF52BB4E1B}"/>
              </a:ext>
            </a:extLst>
          </p:cNvPr>
          <p:cNvSpPr>
            <a:spLocks xmlns:a="http://schemas.openxmlformats.org/drawingml/2006/main" noGrp="1"/>
          </p:cNvSpPr>
          <p:nvPr/>
        </p:nvSpPr>
        <p:spPr>
          <a:xfrm xmlns:a="http://schemas.openxmlformats.org/drawingml/2006/main">
            <a:off x="5829300" y="5781675"/>
            <a:ext cx="1952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gn="ctr">
              <a:buNone/>
              <a:defRPr sz="1500" b="1">
                <a:solidFill>
                  <a:srgbClr val="ED7D31"/>
                </a:solidFill>
                <a:latin typeface="Arial"/>
                <a:ea typeface="Arial"/>
                <a:cs typeface="Arial"/>
              </a:defRPr>
            </a:pPr>
            <a:r>
              <a:rPr sz="1500" b="1">
                <a:solidFill>
                  <a:srgbClr val="ED7D31"/>
                </a:solidFill>
                <a:latin typeface="Arial"/>
                <a:ea typeface="Arial"/>
                <a:cs typeface="Arial"/>
              </a:rPr>
              <a:t>Bulk average</a:t>
            </a:r>
          </a:p>
        </p:txBody>
      </p:sp>
      <p:sp>
        <p:nvSpPr>
          <p:cNvPr id="7" name="Rectangle 6">
            <a:extLst xmlns:a="http://schemas.openxmlformats.org/drawingml/2006/main">
              <a:ext uri="{FF2B5EF4-FFF2-40B4-BE49-F238E27FC236}">
                <a16:creationId xmlns:a16="http://schemas.microsoft.com/office/drawing/2014/main" id="{D1688FFC-1CF6-406D-BB09-E64D584BA5DD}"/>
              </a:ext>
            </a:extLst>
          </p:cNvPr>
          <p:cNvSpPr>
            <a:spLocks xmlns:a="http://schemas.openxmlformats.org/drawingml/2006/main" noGrp="1"/>
          </p:cNvSpPr>
          <p:nvPr/>
        </p:nvSpPr>
        <p:spPr>
          <a:xfrm xmlns:a="http://schemas.openxmlformats.org/drawingml/2006/main">
            <a:off x="8572500" y="5781675"/>
            <a:ext cx="257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gn="ctr">
              <a:buNone/>
              <a:defRPr sz="1500" b="1">
                <a:solidFill>
                  <a:srgbClr val="4472C4"/>
                </a:solidFill>
                <a:latin typeface="Arial"/>
                <a:ea typeface="Arial"/>
                <a:cs typeface="Arial"/>
              </a:defRPr>
            </a:pPr>
            <a:r>
              <a:rPr sz="1500" b="1">
                <a:solidFill>
                  <a:srgbClr val="4472C4"/>
                </a:solidFill>
                <a:latin typeface="Arial"/>
                <a:ea typeface="Arial"/>
                <a:cs typeface="Arial"/>
              </a:rPr>
              <a:t>Cell-by-cell profiles</a:t>
            </a:r>
          </a:p>
        </p:txBody>
      </p:sp>
    </p:spTree>
    <p:extLst>
      <p:ext uri="{BB962C8B-B14F-4D97-AF65-F5344CB8AC3E}">
        <p14:creationId xmlns:p14="http://schemas.microsoft.com/office/powerpoint/2010/main" val="336341100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1280BF-777F-4DDF-BA6F-4180373E1B5F}"/>
              </a:ext>
            </a:extLst>
          </p:cNvPr>
          <p:cNvSpPr>
            <a:spLocks xmlns:a="http://schemas.openxmlformats.org/drawingml/2006/main" noGrp="1"/>
          </p:cNvSpPr>
          <p:nvPr>
            <p:ph type="title" idx="0"/>
          </p:nvPr>
        </p:nvSpPr>
        <p:spPr>
          <a:xfrm xmlns:a="http://schemas.openxmlformats.org/drawingml/2006/main">
            <a:off x="838200" y="347708"/>
            <a:ext cx="10515600" cy="1325563"/>
          </a:xfrm>
        </p:spPr>
        <p:txBody>
          <a:bodyPr xmlns:a="http://schemas.openxmlformats.org/drawingml/2006/main"/>
          <a:lstStyle xmlns:a="http://schemas.openxmlformats.org/drawingml/2006/main"/>
          <a:p xmlns:a="http://schemas.openxmlformats.org/drawingml/2006/main">
            <a:r>
              <a:t>Single-cell RNA-seq data</a:t>
            </a:r>
          </a:p>
        </p:txBody>
      </p:sp>
      <p:sp>
        <p:nvSpPr>
          <p:cNvPr id="4" name="Oval 3">
            <a:extLst xmlns:a="http://schemas.openxmlformats.org/drawingml/2006/main">
              <a:ext uri="{FF2B5EF4-FFF2-40B4-BE49-F238E27FC236}">
                <a16:creationId xmlns:a16="http://schemas.microsoft.com/office/drawing/2014/main" id="{E1F7967A-148E-4D13-AB35-0D83DFAF5C27}"/>
              </a:ext>
            </a:extLst>
          </p:cNvPr>
          <p:cNvSpPr>
            <a:spLocks xmlns:a="http://schemas.openxmlformats.org/drawingml/2006/main" noGrp="1"/>
          </p:cNvSpPr>
          <p:nvPr/>
        </p:nvSpPr>
        <p:spPr>
          <a:xfrm xmlns:a="http://schemas.openxmlformats.org/drawingml/2006/main">
            <a:off x="960141" y="2334875"/>
            <a:ext cx="736117" cy="779661"/>
          </a:xfrm>
          <a:prstGeom xmlns:a="http://schemas.openxmlformats.org/drawingml/2006/main" prst="ellipse">
            <a:avLst/>
          </a:prstGeom>
          <a:solidFill xmlns:a="http://schemas.openxmlformats.org/drawingml/2006/main">
            <a:schemeClr val="accent2">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Oval 4">
            <a:extLst xmlns:a="http://schemas.openxmlformats.org/drawingml/2006/main">
              <a:ext uri="{FF2B5EF4-FFF2-40B4-BE49-F238E27FC236}">
                <a16:creationId xmlns:a16="http://schemas.microsoft.com/office/drawing/2014/main" id="{17BA0E9D-D793-4F43-B1FA-2BC7B83E507D}"/>
              </a:ext>
            </a:extLst>
          </p:cNvPr>
          <p:cNvSpPr>
            <a:spLocks xmlns:a="http://schemas.openxmlformats.org/drawingml/2006/main" noGrp="1"/>
          </p:cNvSpPr>
          <p:nvPr/>
        </p:nvSpPr>
        <p:spPr>
          <a:xfrm xmlns:a="http://schemas.openxmlformats.org/drawingml/2006/main">
            <a:off x="1055328" y="2586169"/>
            <a:ext cx="272871" cy="277069"/>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Oval 11">
            <a:extLst xmlns:a="http://schemas.openxmlformats.org/drawingml/2006/main">
              <a:ext uri="{FF2B5EF4-FFF2-40B4-BE49-F238E27FC236}">
                <a16:creationId xmlns:a16="http://schemas.microsoft.com/office/drawing/2014/main" id="{79F1829B-8D42-435A-A038-AEEF8162893C}"/>
              </a:ext>
            </a:extLst>
          </p:cNvPr>
          <p:cNvSpPr>
            <a:spLocks xmlns:a="http://schemas.openxmlformats.org/drawingml/2006/main" noGrp="1"/>
          </p:cNvSpPr>
          <p:nvPr/>
        </p:nvSpPr>
        <p:spPr>
          <a:xfrm xmlns:a="http://schemas.openxmlformats.org/drawingml/2006/main">
            <a:off x="2244444" y="3623574"/>
            <a:ext cx="747444" cy="767847"/>
          </a:xfrm>
          <a:prstGeom xmlns:a="http://schemas.openxmlformats.org/drawingml/2006/main" prst="ellipse">
            <a:avLst/>
          </a:prstGeom>
          <a:solidFill xmlns:a="http://schemas.openxmlformats.org/drawingml/2006/main">
            <a:schemeClr val="accent6">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Oval 12">
            <a:extLst xmlns:a="http://schemas.openxmlformats.org/drawingml/2006/main">
              <a:ext uri="{FF2B5EF4-FFF2-40B4-BE49-F238E27FC236}">
                <a16:creationId xmlns:a16="http://schemas.microsoft.com/office/drawing/2014/main" id="{BBF74F74-C0AE-4FAF-904C-8E93F531D256}"/>
              </a:ext>
            </a:extLst>
          </p:cNvPr>
          <p:cNvSpPr>
            <a:spLocks xmlns:a="http://schemas.openxmlformats.org/drawingml/2006/main" noGrp="1"/>
          </p:cNvSpPr>
          <p:nvPr/>
        </p:nvSpPr>
        <p:spPr>
          <a:xfrm xmlns:a="http://schemas.openxmlformats.org/drawingml/2006/main">
            <a:off x="2341095" y="3871061"/>
            <a:ext cx="277070" cy="272871"/>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Oval 14">
            <a:extLst xmlns:a="http://schemas.openxmlformats.org/drawingml/2006/main">
              <a:ext uri="{FF2B5EF4-FFF2-40B4-BE49-F238E27FC236}">
                <a16:creationId xmlns:a16="http://schemas.microsoft.com/office/drawing/2014/main" id="{A47D1392-A2BF-4B7E-BD5A-78DEE374FB17}"/>
              </a:ext>
            </a:extLst>
          </p:cNvPr>
          <p:cNvSpPr>
            <a:spLocks xmlns:a="http://schemas.openxmlformats.org/drawingml/2006/main" noGrp="1"/>
          </p:cNvSpPr>
          <p:nvPr/>
        </p:nvSpPr>
        <p:spPr>
          <a:xfrm xmlns:a="http://schemas.openxmlformats.org/drawingml/2006/main">
            <a:off x="746145" y="4585800"/>
            <a:ext cx="736117" cy="779661"/>
          </a:xfrm>
          <a:prstGeom xmlns:a="http://schemas.openxmlformats.org/drawingml/2006/main" prst="ellipse">
            <a:avLst/>
          </a:prstGeom>
          <a:solidFill xmlns:a="http://schemas.openxmlformats.org/drawingml/2006/main">
            <a:schemeClr val="tx2">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Oval 15">
            <a:extLst xmlns:a="http://schemas.openxmlformats.org/drawingml/2006/main">
              <a:ext uri="{FF2B5EF4-FFF2-40B4-BE49-F238E27FC236}">
                <a16:creationId xmlns:a16="http://schemas.microsoft.com/office/drawing/2014/main" id="{0ACB0FC1-4C7A-4E19-AD57-2679B6FAC5CE}"/>
              </a:ext>
            </a:extLst>
          </p:cNvPr>
          <p:cNvSpPr>
            <a:spLocks xmlns:a="http://schemas.openxmlformats.org/drawingml/2006/main" noGrp="1"/>
          </p:cNvSpPr>
          <p:nvPr/>
        </p:nvSpPr>
        <p:spPr>
          <a:xfrm xmlns:a="http://schemas.openxmlformats.org/drawingml/2006/main">
            <a:off x="841332" y="4837094"/>
            <a:ext cx="272871" cy="277069"/>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Oval 17">
            <a:extLst xmlns:a="http://schemas.openxmlformats.org/drawingml/2006/main">
              <a:ext uri="{FF2B5EF4-FFF2-40B4-BE49-F238E27FC236}">
                <a16:creationId xmlns:a16="http://schemas.microsoft.com/office/drawing/2014/main" id="{8C2BAD75-4DD8-4BD7-B85E-4E37D19FA343}"/>
              </a:ext>
            </a:extLst>
          </p:cNvPr>
          <p:cNvSpPr>
            <a:spLocks xmlns:a="http://schemas.openxmlformats.org/drawingml/2006/main" noGrp="1"/>
          </p:cNvSpPr>
          <p:nvPr/>
        </p:nvSpPr>
        <p:spPr>
          <a:xfrm xmlns:a="http://schemas.openxmlformats.org/drawingml/2006/main">
            <a:off x="1676491" y="4552139"/>
            <a:ext cx="747444" cy="767847"/>
          </a:xfrm>
          <a:prstGeom xmlns:a="http://schemas.openxmlformats.org/drawingml/2006/main" prst="ellipse">
            <a:avLst/>
          </a:prstGeom>
          <a:solidFill xmlns:a="http://schemas.openxmlformats.org/drawingml/2006/main">
            <a:schemeClr val="accent4">
              <a:lumMod val="20000"/>
              <a:lumOff val="8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Oval 18">
            <a:extLst xmlns:a="http://schemas.openxmlformats.org/drawingml/2006/main">
              <a:ext uri="{FF2B5EF4-FFF2-40B4-BE49-F238E27FC236}">
                <a16:creationId xmlns:a16="http://schemas.microsoft.com/office/drawing/2014/main" id="{763373EC-496F-4A7E-8B51-2C1E0BA3B791}"/>
              </a:ext>
            </a:extLst>
          </p:cNvPr>
          <p:cNvSpPr>
            <a:spLocks xmlns:a="http://schemas.openxmlformats.org/drawingml/2006/main" noGrp="1"/>
          </p:cNvSpPr>
          <p:nvPr/>
        </p:nvSpPr>
        <p:spPr>
          <a:xfrm xmlns:a="http://schemas.openxmlformats.org/drawingml/2006/main">
            <a:off x="1773142" y="4799626"/>
            <a:ext cx="277070" cy="272871"/>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Oval 20">
            <a:extLst xmlns:a="http://schemas.openxmlformats.org/drawingml/2006/main">
              <a:ext uri="{FF2B5EF4-FFF2-40B4-BE49-F238E27FC236}">
                <a16:creationId xmlns:a16="http://schemas.microsoft.com/office/drawing/2014/main" id="{5A778B99-5E1F-460A-AC7B-1BFD11E013E3}"/>
              </a:ext>
            </a:extLst>
          </p:cNvPr>
          <p:cNvSpPr>
            <a:spLocks xmlns:a="http://schemas.openxmlformats.org/drawingml/2006/main" noGrp="1"/>
          </p:cNvSpPr>
          <p:nvPr/>
        </p:nvSpPr>
        <p:spPr>
          <a:xfrm xmlns:a="http://schemas.openxmlformats.org/drawingml/2006/main">
            <a:off x="1176223" y="4721188"/>
            <a:ext cx="736117" cy="779661"/>
          </a:xfrm>
          <a:prstGeom xmlns:a="http://schemas.openxmlformats.org/drawingml/2006/main" prst="ellipse">
            <a:avLst/>
          </a:prstGeom>
          <a:solidFill xmlns:a="http://schemas.openxmlformats.org/drawingml/2006/main">
            <a:srgbClr val="FF7C80"/>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Oval 21">
            <a:extLst xmlns:a="http://schemas.openxmlformats.org/drawingml/2006/main">
              <a:ext uri="{FF2B5EF4-FFF2-40B4-BE49-F238E27FC236}">
                <a16:creationId xmlns:a16="http://schemas.microsoft.com/office/drawing/2014/main" id="{82CFFAB8-C6AE-418A-AAFD-E290567B52A0}"/>
              </a:ext>
            </a:extLst>
          </p:cNvPr>
          <p:cNvSpPr>
            <a:spLocks xmlns:a="http://schemas.openxmlformats.org/drawingml/2006/main" noGrp="1"/>
          </p:cNvSpPr>
          <p:nvPr/>
        </p:nvSpPr>
        <p:spPr>
          <a:xfrm xmlns:a="http://schemas.openxmlformats.org/drawingml/2006/main">
            <a:off x="1271410" y="4972482"/>
            <a:ext cx="272871" cy="277069"/>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Oval 23">
            <a:extLst xmlns:a="http://schemas.openxmlformats.org/drawingml/2006/main">
              <a:ext uri="{FF2B5EF4-FFF2-40B4-BE49-F238E27FC236}">
                <a16:creationId xmlns:a16="http://schemas.microsoft.com/office/drawing/2014/main" id="{03BF7809-FFE1-43DF-9CCF-0CD0F183E0F3}"/>
              </a:ext>
            </a:extLst>
          </p:cNvPr>
          <p:cNvSpPr>
            <a:spLocks xmlns:a="http://schemas.openxmlformats.org/drawingml/2006/main" noGrp="1"/>
          </p:cNvSpPr>
          <p:nvPr/>
        </p:nvSpPr>
        <p:spPr>
          <a:xfrm xmlns:a="http://schemas.openxmlformats.org/drawingml/2006/main">
            <a:off x="1469037" y="2744978"/>
            <a:ext cx="736117" cy="779661"/>
          </a:xfrm>
          <a:prstGeom xmlns:a="http://schemas.openxmlformats.org/drawingml/2006/main" prst="ellipse">
            <a:avLst/>
          </a:prstGeom>
          <a:solidFill xmlns:a="http://schemas.openxmlformats.org/drawingml/2006/main">
            <a:srgbClr val="FF7C80"/>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Oval 24">
            <a:extLst xmlns:a="http://schemas.openxmlformats.org/drawingml/2006/main">
              <a:ext uri="{FF2B5EF4-FFF2-40B4-BE49-F238E27FC236}">
                <a16:creationId xmlns:a16="http://schemas.microsoft.com/office/drawing/2014/main" id="{B2627BDD-614A-40B0-A077-C0AC25711147}"/>
              </a:ext>
            </a:extLst>
          </p:cNvPr>
          <p:cNvSpPr>
            <a:spLocks xmlns:a="http://schemas.openxmlformats.org/drawingml/2006/main" noGrp="1"/>
          </p:cNvSpPr>
          <p:nvPr/>
        </p:nvSpPr>
        <p:spPr>
          <a:xfrm xmlns:a="http://schemas.openxmlformats.org/drawingml/2006/main">
            <a:off x="1564224" y="2996272"/>
            <a:ext cx="272871" cy="277069"/>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Oval 26">
            <a:extLst xmlns:a="http://schemas.openxmlformats.org/drawingml/2006/main">
              <a:ext uri="{FF2B5EF4-FFF2-40B4-BE49-F238E27FC236}">
                <a16:creationId xmlns:a16="http://schemas.microsoft.com/office/drawing/2014/main" id="{CA3D07C7-CD0D-48F0-A7D7-421F90B8ED7A}"/>
              </a:ext>
            </a:extLst>
          </p:cNvPr>
          <p:cNvSpPr>
            <a:spLocks xmlns:a="http://schemas.openxmlformats.org/drawingml/2006/main" noGrp="1"/>
          </p:cNvSpPr>
          <p:nvPr/>
        </p:nvSpPr>
        <p:spPr>
          <a:xfrm xmlns:a="http://schemas.openxmlformats.org/drawingml/2006/main">
            <a:off x="853366" y="3844996"/>
            <a:ext cx="736117" cy="779661"/>
          </a:xfrm>
          <a:prstGeom xmlns:a="http://schemas.openxmlformats.org/drawingml/2006/main" prst="ellipse">
            <a:avLst/>
          </a:prstGeom>
          <a:solidFill xmlns:a="http://schemas.openxmlformats.org/drawingml/2006/main">
            <a:schemeClr val="accent2">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Oval 27">
            <a:extLst xmlns:a="http://schemas.openxmlformats.org/drawingml/2006/main">
              <a:ext uri="{FF2B5EF4-FFF2-40B4-BE49-F238E27FC236}">
                <a16:creationId xmlns:a16="http://schemas.microsoft.com/office/drawing/2014/main" id="{7B3CA567-DF45-4D39-B8E0-89F0FC3C0C97}"/>
              </a:ext>
            </a:extLst>
          </p:cNvPr>
          <p:cNvSpPr>
            <a:spLocks xmlns:a="http://schemas.openxmlformats.org/drawingml/2006/main" noGrp="1"/>
          </p:cNvSpPr>
          <p:nvPr/>
        </p:nvSpPr>
        <p:spPr>
          <a:xfrm xmlns:a="http://schemas.openxmlformats.org/drawingml/2006/main">
            <a:off x="948553" y="4096290"/>
            <a:ext cx="272871" cy="277069"/>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Oval 29">
            <a:extLst xmlns:a="http://schemas.openxmlformats.org/drawingml/2006/main">
              <a:ext uri="{FF2B5EF4-FFF2-40B4-BE49-F238E27FC236}">
                <a16:creationId xmlns:a16="http://schemas.microsoft.com/office/drawing/2014/main" id="{2D8DCFCA-9E5F-4450-98FD-876DE38C3AA5}"/>
              </a:ext>
            </a:extLst>
          </p:cNvPr>
          <p:cNvSpPr>
            <a:spLocks xmlns:a="http://schemas.openxmlformats.org/drawingml/2006/main" noGrp="1"/>
          </p:cNvSpPr>
          <p:nvPr/>
        </p:nvSpPr>
        <p:spPr>
          <a:xfrm xmlns:a="http://schemas.openxmlformats.org/drawingml/2006/main">
            <a:off x="2023190" y="3022187"/>
            <a:ext cx="747444" cy="767847"/>
          </a:xfrm>
          <a:prstGeom xmlns:a="http://schemas.openxmlformats.org/drawingml/2006/main" prst="ellipse">
            <a:avLst/>
          </a:prstGeom>
          <a:solidFill xmlns:a="http://schemas.openxmlformats.org/drawingml/2006/main">
            <a:schemeClr val="accent6">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Oval 30">
            <a:extLst xmlns:a="http://schemas.openxmlformats.org/drawingml/2006/main">
              <a:ext uri="{FF2B5EF4-FFF2-40B4-BE49-F238E27FC236}">
                <a16:creationId xmlns:a16="http://schemas.microsoft.com/office/drawing/2014/main" id="{71813546-463F-4372-9415-C6CE8781EC85}"/>
              </a:ext>
            </a:extLst>
          </p:cNvPr>
          <p:cNvSpPr>
            <a:spLocks xmlns:a="http://schemas.openxmlformats.org/drawingml/2006/main" noGrp="1"/>
          </p:cNvSpPr>
          <p:nvPr/>
        </p:nvSpPr>
        <p:spPr>
          <a:xfrm xmlns:a="http://schemas.openxmlformats.org/drawingml/2006/main">
            <a:off x="2119841" y="3269674"/>
            <a:ext cx="277070" cy="272871"/>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Oval 32">
            <a:extLst xmlns:a="http://schemas.openxmlformats.org/drawingml/2006/main">
              <a:ext uri="{FF2B5EF4-FFF2-40B4-BE49-F238E27FC236}">
                <a16:creationId xmlns:a16="http://schemas.microsoft.com/office/drawing/2014/main" id="{9E3CA248-FF53-424C-A021-A52CDC2B021F}"/>
              </a:ext>
            </a:extLst>
          </p:cNvPr>
          <p:cNvSpPr>
            <a:spLocks xmlns:a="http://schemas.openxmlformats.org/drawingml/2006/main" noGrp="1"/>
          </p:cNvSpPr>
          <p:nvPr/>
        </p:nvSpPr>
        <p:spPr>
          <a:xfrm xmlns:a="http://schemas.openxmlformats.org/drawingml/2006/main">
            <a:off x="382731" y="3400306"/>
            <a:ext cx="747444" cy="767847"/>
          </a:xfrm>
          <a:prstGeom xmlns:a="http://schemas.openxmlformats.org/drawingml/2006/main" prst="ellipse">
            <a:avLst/>
          </a:prstGeom>
          <a:solidFill xmlns:a="http://schemas.openxmlformats.org/drawingml/2006/main">
            <a:schemeClr val="accent6">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p>
        </p:txBody>
      </p:sp>
      <p:sp>
        <p:nvSpPr>
          <p:cNvPr id="34" name="Oval 33">
            <a:extLst xmlns:a="http://schemas.openxmlformats.org/drawingml/2006/main">
              <a:ext uri="{FF2B5EF4-FFF2-40B4-BE49-F238E27FC236}">
                <a16:creationId xmlns:a16="http://schemas.microsoft.com/office/drawing/2014/main" id="{5DDAD872-E1B7-4722-A5FB-5EFF46F5B06F}"/>
              </a:ext>
            </a:extLst>
          </p:cNvPr>
          <p:cNvSpPr>
            <a:spLocks xmlns:a="http://schemas.openxmlformats.org/drawingml/2006/main" noGrp="1"/>
          </p:cNvSpPr>
          <p:nvPr/>
        </p:nvSpPr>
        <p:spPr>
          <a:xfrm xmlns:a="http://schemas.openxmlformats.org/drawingml/2006/main">
            <a:off x="479382" y="3647793"/>
            <a:ext cx="277070" cy="272871"/>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p>
        </p:txBody>
      </p:sp>
      <p:sp>
        <p:nvSpPr>
          <p:cNvPr id="36" name="Oval 35">
            <a:extLst xmlns:a="http://schemas.openxmlformats.org/drawingml/2006/main">
              <a:ext uri="{FF2B5EF4-FFF2-40B4-BE49-F238E27FC236}">
                <a16:creationId xmlns:a16="http://schemas.microsoft.com/office/drawing/2014/main" id="{3904C202-233A-4BA7-BB45-E06C42157EDB}"/>
              </a:ext>
            </a:extLst>
          </p:cNvPr>
          <p:cNvSpPr>
            <a:spLocks xmlns:a="http://schemas.openxmlformats.org/drawingml/2006/main" noGrp="1"/>
          </p:cNvSpPr>
          <p:nvPr/>
        </p:nvSpPr>
        <p:spPr>
          <a:xfrm xmlns:a="http://schemas.openxmlformats.org/drawingml/2006/main">
            <a:off x="1509909" y="3953730"/>
            <a:ext cx="747444" cy="767847"/>
          </a:xfrm>
          <a:prstGeom xmlns:a="http://schemas.openxmlformats.org/drawingml/2006/main" prst="ellipse">
            <a:avLst/>
          </a:prstGeom>
          <a:solidFill xmlns:a="http://schemas.openxmlformats.org/drawingml/2006/main">
            <a:schemeClr val="accent6">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Oval 36">
            <a:extLst xmlns:a="http://schemas.openxmlformats.org/drawingml/2006/main">
              <a:ext uri="{FF2B5EF4-FFF2-40B4-BE49-F238E27FC236}">
                <a16:creationId xmlns:a16="http://schemas.microsoft.com/office/drawing/2014/main" id="{E1A37AFB-C3B0-45AC-B816-D78CCABF5D72}"/>
              </a:ext>
            </a:extLst>
          </p:cNvPr>
          <p:cNvSpPr>
            <a:spLocks xmlns:a="http://schemas.openxmlformats.org/drawingml/2006/main" noGrp="1"/>
          </p:cNvSpPr>
          <p:nvPr/>
        </p:nvSpPr>
        <p:spPr>
          <a:xfrm xmlns:a="http://schemas.openxmlformats.org/drawingml/2006/main">
            <a:off x="1606560" y="4201217"/>
            <a:ext cx="277070" cy="272871"/>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Oval 38">
            <a:extLst xmlns:a="http://schemas.openxmlformats.org/drawingml/2006/main">
              <a:ext uri="{FF2B5EF4-FFF2-40B4-BE49-F238E27FC236}">
                <a16:creationId xmlns:a16="http://schemas.microsoft.com/office/drawing/2014/main" id="{966656AF-B029-4538-AB19-AB7D2279F8BE}"/>
              </a:ext>
            </a:extLst>
          </p:cNvPr>
          <p:cNvSpPr>
            <a:spLocks xmlns:a="http://schemas.openxmlformats.org/drawingml/2006/main" noGrp="1"/>
          </p:cNvSpPr>
          <p:nvPr/>
        </p:nvSpPr>
        <p:spPr>
          <a:xfrm xmlns:a="http://schemas.openxmlformats.org/drawingml/2006/main">
            <a:off x="1389329" y="3316186"/>
            <a:ext cx="736117" cy="779661"/>
          </a:xfrm>
          <a:prstGeom xmlns:a="http://schemas.openxmlformats.org/drawingml/2006/main" prst="ellipse">
            <a:avLst/>
          </a:prstGeom>
          <a:solidFill xmlns:a="http://schemas.openxmlformats.org/drawingml/2006/main">
            <a:schemeClr val="tx2">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Oval 39">
            <a:extLst xmlns:a="http://schemas.openxmlformats.org/drawingml/2006/main">
              <a:ext uri="{FF2B5EF4-FFF2-40B4-BE49-F238E27FC236}">
                <a16:creationId xmlns:a16="http://schemas.microsoft.com/office/drawing/2014/main" id="{15D4CE8E-C59F-40B6-B0EA-17BCFA1B4360}"/>
              </a:ext>
            </a:extLst>
          </p:cNvPr>
          <p:cNvSpPr>
            <a:spLocks xmlns:a="http://schemas.openxmlformats.org/drawingml/2006/main" noGrp="1"/>
          </p:cNvSpPr>
          <p:nvPr/>
        </p:nvSpPr>
        <p:spPr>
          <a:xfrm xmlns:a="http://schemas.openxmlformats.org/drawingml/2006/main">
            <a:off x="1484516" y="3567480"/>
            <a:ext cx="272871" cy="277069"/>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Oval 41">
            <a:extLst xmlns:a="http://schemas.openxmlformats.org/drawingml/2006/main">
              <a:ext uri="{FF2B5EF4-FFF2-40B4-BE49-F238E27FC236}">
                <a16:creationId xmlns:a16="http://schemas.microsoft.com/office/drawing/2014/main" id="{58C0C8A7-FE44-4213-8A3E-0EDC6A511817}"/>
              </a:ext>
            </a:extLst>
          </p:cNvPr>
          <p:cNvSpPr>
            <a:spLocks xmlns:a="http://schemas.openxmlformats.org/drawingml/2006/main" noGrp="1"/>
          </p:cNvSpPr>
          <p:nvPr/>
        </p:nvSpPr>
        <p:spPr>
          <a:xfrm xmlns:a="http://schemas.openxmlformats.org/drawingml/2006/main">
            <a:off x="2435126" y="4588230"/>
            <a:ext cx="747444" cy="767847"/>
          </a:xfrm>
          <a:prstGeom xmlns:a="http://schemas.openxmlformats.org/drawingml/2006/main" prst="ellipse">
            <a:avLst/>
          </a:prstGeom>
          <a:solidFill xmlns:a="http://schemas.openxmlformats.org/drawingml/2006/main">
            <a:schemeClr val="accent4">
              <a:lumMod val="20000"/>
              <a:lumOff val="8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Oval 42">
            <a:extLst xmlns:a="http://schemas.openxmlformats.org/drawingml/2006/main">
              <a:ext uri="{FF2B5EF4-FFF2-40B4-BE49-F238E27FC236}">
                <a16:creationId xmlns:a16="http://schemas.microsoft.com/office/drawing/2014/main" id="{6DAF4440-5902-4694-97CC-40B853752D5D}"/>
              </a:ext>
            </a:extLst>
          </p:cNvPr>
          <p:cNvSpPr>
            <a:spLocks xmlns:a="http://schemas.openxmlformats.org/drawingml/2006/main" noGrp="1"/>
          </p:cNvSpPr>
          <p:nvPr/>
        </p:nvSpPr>
        <p:spPr>
          <a:xfrm xmlns:a="http://schemas.openxmlformats.org/drawingml/2006/main">
            <a:off x="2531777" y="4835717"/>
            <a:ext cx="277070" cy="272871"/>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Oval 44">
            <a:extLst xmlns:a="http://schemas.openxmlformats.org/drawingml/2006/main">
              <a:ext uri="{FF2B5EF4-FFF2-40B4-BE49-F238E27FC236}">
                <a16:creationId xmlns:a16="http://schemas.microsoft.com/office/drawing/2014/main" id="{E6985682-5A44-4E33-BB00-2C76A5ADDCDD}"/>
              </a:ext>
            </a:extLst>
          </p:cNvPr>
          <p:cNvSpPr>
            <a:spLocks xmlns:a="http://schemas.openxmlformats.org/drawingml/2006/main" noGrp="1"/>
          </p:cNvSpPr>
          <p:nvPr/>
        </p:nvSpPr>
        <p:spPr>
          <a:xfrm xmlns:a="http://schemas.openxmlformats.org/drawingml/2006/main">
            <a:off x="2877342" y="3987056"/>
            <a:ext cx="736117" cy="779661"/>
          </a:xfrm>
          <a:prstGeom xmlns:a="http://schemas.openxmlformats.org/drawingml/2006/main" prst="ellipse">
            <a:avLst/>
          </a:prstGeom>
          <a:solidFill xmlns:a="http://schemas.openxmlformats.org/drawingml/2006/main">
            <a:schemeClr val="accent2">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6" name="Oval 45">
            <a:extLst xmlns:a="http://schemas.openxmlformats.org/drawingml/2006/main">
              <a:ext uri="{FF2B5EF4-FFF2-40B4-BE49-F238E27FC236}">
                <a16:creationId xmlns:a16="http://schemas.microsoft.com/office/drawing/2014/main" id="{6C1EEA9D-BADB-45D9-ABEF-DC5992778C6C}"/>
              </a:ext>
            </a:extLst>
          </p:cNvPr>
          <p:cNvSpPr>
            <a:spLocks xmlns:a="http://schemas.openxmlformats.org/drawingml/2006/main" noGrp="1"/>
          </p:cNvSpPr>
          <p:nvPr/>
        </p:nvSpPr>
        <p:spPr>
          <a:xfrm xmlns:a="http://schemas.openxmlformats.org/drawingml/2006/main">
            <a:off x="2972529" y="4238350"/>
            <a:ext cx="272871" cy="277069"/>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Oval 50">
            <a:extLst xmlns:a="http://schemas.openxmlformats.org/drawingml/2006/main">
              <a:ext uri="{FF2B5EF4-FFF2-40B4-BE49-F238E27FC236}">
                <a16:creationId xmlns:a16="http://schemas.microsoft.com/office/drawing/2014/main" id="{1C73B2A4-EC24-459D-806D-33425A07CDE7}"/>
              </a:ext>
            </a:extLst>
          </p:cNvPr>
          <p:cNvSpPr>
            <a:spLocks xmlns:a="http://schemas.openxmlformats.org/drawingml/2006/main" noGrp="1"/>
          </p:cNvSpPr>
          <p:nvPr/>
        </p:nvSpPr>
        <p:spPr>
          <a:xfrm xmlns:a="http://schemas.openxmlformats.org/drawingml/2006/main">
            <a:off x="1925383" y="2353165"/>
            <a:ext cx="736117" cy="779661"/>
          </a:xfrm>
          <a:prstGeom xmlns:a="http://schemas.openxmlformats.org/drawingml/2006/main" prst="ellipse">
            <a:avLst/>
          </a:prstGeom>
          <a:solidFill xmlns:a="http://schemas.openxmlformats.org/drawingml/2006/main">
            <a:schemeClr val="tx2">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2" name="Oval 51">
            <a:extLst xmlns:a="http://schemas.openxmlformats.org/drawingml/2006/main">
              <a:ext uri="{FF2B5EF4-FFF2-40B4-BE49-F238E27FC236}">
                <a16:creationId xmlns:a16="http://schemas.microsoft.com/office/drawing/2014/main" id="{BA6D81CD-E7FC-4105-95B3-BB68DD339D8A}"/>
              </a:ext>
            </a:extLst>
          </p:cNvPr>
          <p:cNvSpPr>
            <a:spLocks xmlns:a="http://schemas.openxmlformats.org/drawingml/2006/main" noGrp="1"/>
          </p:cNvSpPr>
          <p:nvPr/>
        </p:nvSpPr>
        <p:spPr>
          <a:xfrm xmlns:a="http://schemas.openxmlformats.org/drawingml/2006/main">
            <a:off x="2020570" y="2604459"/>
            <a:ext cx="272871" cy="277069"/>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4" name="Oval 53">
            <a:extLst xmlns:a="http://schemas.openxmlformats.org/drawingml/2006/main">
              <a:ext uri="{FF2B5EF4-FFF2-40B4-BE49-F238E27FC236}">
                <a16:creationId xmlns:a16="http://schemas.microsoft.com/office/drawing/2014/main" id="{97AA90B0-A407-4CE6-BCE3-3E57C7540C5D}"/>
              </a:ext>
            </a:extLst>
          </p:cNvPr>
          <p:cNvSpPr>
            <a:spLocks xmlns:a="http://schemas.openxmlformats.org/drawingml/2006/main" noGrp="1"/>
          </p:cNvSpPr>
          <p:nvPr/>
        </p:nvSpPr>
        <p:spPr>
          <a:xfrm xmlns:a="http://schemas.openxmlformats.org/drawingml/2006/main">
            <a:off x="787383" y="2973761"/>
            <a:ext cx="747444" cy="767847"/>
          </a:xfrm>
          <a:prstGeom xmlns:a="http://schemas.openxmlformats.org/drawingml/2006/main" prst="ellipse">
            <a:avLst/>
          </a:prstGeom>
          <a:solidFill xmlns:a="http://schemas.openxmlformats.org/drawingml/2006/main">
            <a:schemeClr val="accent4">
              <a:lumMod val="20000"/>
              <a:lumOff val="8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5" name="Oval 54">
            <a:extLst xmlns:a="http://schemas.openxmlformats.org/drawingml/2006/main">
              <a:ext uri="{FF2B5EF4-FFF2-40B4-BE49-F238E27FC236}">
                <a16:creationId xmlns:a16="http://schemas.microsoft.com/office/drawing/2014/main" id="{EC499695-983A-4991-AC7E-76D40CB7EF84}"/>
              </a:ext>
            </a:extLst>
          </p:cNvPr>
          <p:cNvSpPr>
            <a:spLocks xmlns:a="http://schemas.openxmlformats.org/drawingml/2006/main" noGrp="1"/>
          </p:cNvSpPr>
          <p:nvPr/>
        </p:nvSpPr>
        <p:spPr>
          <a:xfrm xmlns:a="http://schemas.openxmlformats.org/drawingml/2006/main">
            <a:off x="884034" y="3221248"/>
            <a:ext cx="277070" cy="272871"/>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7" name="Oval 56">
            <a:extLst xmlns:a="http://schemas.openxmlformats.org/drawingml/2006/main">
              <a:ext uri="{FF2B5EF4-FFF2-40B4-BE49-F238E27FC236}">
                <a16:creationId xmlns:a16="http://schemas.microsoft.com/office/drawing/2014/main" id="{B85EF98C-9BE9-472E-9D0C-E00C419B3338}"/>
              </a:ext>
            </a:extLst>
          </p:cNvPr>
          <p:cNvSpPr>
            <a:spLocks xmlns:a="http://schemas.openxmlformats.org/drawingml/2006/main" noGrp="1"/>
          </p:cNvSpPr>
          <p:nvPr/>
        </p:nvSpPr>
        <p:spPr>
          <a:xfrm xmlns:a="http://schemas.openxmlformats.org/drawingml/2006/main">
            <a:off x="1960731" y="3972392"/>
            <a:ext cx="736117" cy="779661"/>
          </a:xfrm>
          <a:prstGeom xmlns:a="http://schemas.openxmlformats.org/drawingml/2006/main" prst="ellipse">
            <a:avLst/>
          </a:prstGeom>
          <a:solidFill xmlns:a="http://schemas.openxmlformats.org/drawingml/2006/main">
            <a:srgbClr val="FF7C80"/>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8" name="Oval 57">
            <a:extLst xmlns:a="http://schemas.openxmlformats.org/drawingml/2006/main">
              <a:ext uri="{FF2B5EF4-FFF2-40B4-BE49-F238E27FC236}">
                <a16:creationId xmlns:a16="http://schemas.microsoft.com/office/drawing/2014/main" id="{B2179E02-187A-4C38-BD07-5D1C99D043A4}"/>
              </a:ext>
            </a:extLst>
          </p:cNvPr>
          <p:cNvSpPr>
            <a:spLocks xmlns:a="http://schemas.openxmlformats.org/drawingml/2006/main" noGrp="1"/>
          </p:cNvSpPr>
          <p:nvPr/>
        </p:nvSpPr>
        <p:spPr>
          <a:xfrm xmlns:a="http://schemas.openxmlformats.org/drawingml/2006/main">
            <a:off x="2055918" y="4223686"/>
            <a:ext cx="272871" cy="277069"/>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0" name="Rectangle 59">
            <a:extLst xmlns:a="http://schemas.openxmlformats.org/drawingml/2006/main">
              <a:ext uri="{FF2B5EF4-FFF2-40B4-BE49-F238E27FC236}">
                <a16:creationId xmlns:a16="http://schemas.microsoft.com/office/drawing/2014/main" id="{2D3E7371-1E68-488D-AF05-C8A586945917}"/>
              </a:ext>
            </a:extLst>
          </p:cNvPr>
          <p:cNvSpPr>
            <a:spLocks xmlns:a="http://schemas.openxmlformats.org/drawingml/2006/main" noGrp="1"/>
          </p:cNvSpPr>
          <p:nvPr/>
        </p:nvSpPr>
        <p:spPr>
          <a:xfrm xmlns:a="http://schemas.openxmlformats.org/drawingml/2006/main" rot="16200000">
            <a:off x="4258503" y="4907467"/>
            <a:ext cx="941339" cy="957487"/>
          </a:xfrm>
          <a:prstGeom xmlns:a="http://schemas.openxmlformats.org/drawingml/2006/main" prst="rect">
            <a:avLst/>
          </a:prstGeom>
          <a:solidFill xmlns:a="http://schemas.openxmlformats.org/drawingml/2006/main">
            <a:schemeClr val="accent1">
              <a:lumMod val="40000"/>
              <a:lumOff val="60000"/>
            </a:schemeClr>
          </a:solidFill>
          <a:ln xmlns:a="http://schemas.openxmlformats.org/drawingml/2006/main" w="28575">
            <a:solidFill>
              <a:schemeClr val="tx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2" name="Rectangle 61">
            <a:extLst xmlns:a="http://schemas.openxmlformats.org/drawingml/2006/main">
              <a:ext uri="{FF2B5EF4-FFF2-40B4-BE49-F238E27FC236}">
                <a16:creationId xmlns:a16="http://schemas.microsoft.com/office/drawing/2014/main" id="{F2216A2D-FA03-49D1-906F-C245996C4794}"/>
              </a:ext>
            </a:extLst>
          </p:cNvPr>
          <p:cNvSpPr>
            <a:spLocks xmlns:a="http://schemas.openxmlformats.org/drawingml/2006/main" noGrp="1"/>
          </p:cNvSpPr>
          <p:nvPr/>
        </p:nvSpPr>
        <p:spPr>
          <a:xfrm xmlns:a="http://schemas.openxmlformats.org/drawingml/2006/main" rot="16200000">
            <a:off x="4258503" y="3964983"/>
            <a:ext cx="941339" cy="958155"/>
          </a:xfrm>
          <a:prstGeom xmlns:a="http://schemas.openxmlformats.org/drawingml/2006/main" prst="rect">
            <a:avLst/>
          </a:prstGeom>
          <a:solidFill xmlns:a="http://schemas.openxmlformats.org/drawingml/2006/main">
            <a:schemeClr val="accent1">
              <a:lumMod val="40000"/>
              <a:lumOff val="60000"/>
            </a:schemeClr>
          </a:solidFill>
          <a:ln xmlns:a="http://schemas.openxmlformats.org/drawingml/2006/main" w="28575">
            <a:solidFill>
              <a:schemeClr val="tx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7" name="Rectangle 66">
            <a:extLst xmlns:a="http://schemas.openxmlformats.org/drawingml/2006/main">
              <a:ext uri="{FF2B5EF4-FFF2-40B4-BE49-F238E27FC236}">
                <a16:creationId xmlns:a16="http://schemas.microsoft.com/office/drawing/2014/main" id="{F922B013-8FC5-48A0-BE6F-00017106633D}"/>
              </a:ext>
            </a:extLst>
          </p:cNvPr>
          <p:cNvSpPr>
            <a:spLocks xmlns:a="http://schemas.openxmlformats.org/drawingml/2006/main" noGrp="1"/>
          </p:cNvSpPr>
          <p:nvPr/>
        </p:nvSpPr>
        <p:spPr>
          <a:xfrm xmlns:a="http://schemas.openxmlformats.org/drawingml/2006/main" rot="16200000">
            <a:off x="4256735" y="3021062"/>
            <a:ext cx="941339" cy="961694"/>
          </a:xfrm>
          <a:prstGeom xmlns:a="http://schemas.openxmlformats.org/drawingml/2006/main" prst="rect">
            <a:avLst/>
          </a:prstGeom>
          <a:solidFill xmlns:a="http://schemas.openxmlformats.org/drawingml/2006/main">
            <a:schemeClr val="accent1">
              <a:lumMod val="40000"/>
              <a:lumOff val="60000"/>
            </a:schemeClr>
          </a:solidFill>
          <a:ln xmlns:a="http://schemas.openxmlformats.org/drawingml/2006/main" w="28575">
            <a:solidFill>
              <a:schemeClr val="tx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8" name="Rectangle 67">
            <a:extLst xmlns:a="http://schemas.openxmlformats.org/drawingml/2006/main">
              <a:ext uri="{FF2B5EF4-FFF2-40B4-BE49-F238E27FC236}">
                <a16:creationId xmlns:a16="http://schemas.microsoft.com/office/drawing/2014/main" id="{2C147C52-B1D2-440D-9FC6-C2116C419E32}"/>
              </a:ext>
            </a:extLst>
          </p:cNvPr>
          <p:cNvSpPr>
            <a:spLocks xmlns:a="http://schemas.openxmlformats.org/drawingml/2006/main" noGrp="1"/>
          </p:cNvSpPr>
          <p:nvPr/>
        </p:nvSpPr>
        <p:spPr>
          <a:xfrm xmlns:a="http://schemas.openxmlformats.org/drawingml/2006/main" rot="16200000">
            <a:off x="4256401" y="2078912"/>
            <a:ext cx="941339" cy="961694"/>
          </a:xfrm>
          <a:prstGeom xmlns:a="http://schemas.openxmlformats.org/drawingml/2006/main" prst="rect">
            <a:avLst/>
          </a:prstGeom>
          <a:solidFill xmlns:a="http://schemas.openxmlformats.org/drawingml/2006/main">
            <a:schemeClr val="accent1">
              <a:lumMod val="40000"/>
              <a:lumOff val="60000"/>
            </a:schemeClr>
          </a:solidFill>
          <a:ln xmlns:a="http://schemas.openxmlformats.org/drawingml/2006/main" w="28575">
            <a:solidFill>
              <a:schemeClr val="tx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5" name="Oval 74">
            <a:extLst xmlns:a="http://schemas.openxmlformats.org/drawingml/2006/main">
              <a:ext uri="{FF2B5EF4-FFF2-40B4-BE49-F238E27FC236}">
                <a16:creationId xmlns:a16="http://schemas.microsoft.com/office/drawing/2014/main" id="{473A6729-F76F-4F33-BECA-F39557B65CBE}"/>
              </a:ext>
            </a:extLst>
          </p:cNvPr>
          <p:cNvSpPr>
            <a:spLocks xmlns:a="http://schemas.openxmlformats.org/drawingml/2006/main" noGrp="1"/>
          </p:cNvSpPr>
          <p:nvPr/>
        </p:nvSpPr>
        <p:spPr>
          <a:xfrm xmlns:a="http://schemas.openxmlformats.org/drawingml/2006/main">
            <a:off x="4445365" y="5124213"/>
            <a:ext cx="517697" cy="535424"/>
          </a:xfrm>
          <a:prstGeom xmlns:a="http://schemas.openxmlformats.org/drawingml/2006/main" prst="ellipse">
            <a:avLst/>
          </a:prstGeom>
          <a:solidFill xmlns:a="http://schemas.openxmlformats.org/drawingml/2006/main">
            <a:srgbClr val="FF7C80"/>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6" name="Oval 75">
            <a:extLst xmlns:a="http://schemas.openxmlformats.org/drawingml/2006/main">
              <a:ext uri="{FF2B5EF4-FFF2-40B4-BE49-F238E27FC236}">
                <a16:creationId xmlns:a16="http://schemas.microsoft.com/office/drawing/2014/main" id="{FFC03B28-C485-45E4-92A5-9704A7CD690D}"/>
              </a:ext>
            </a:extLst>
          </p:cNvPr>
          <p:cNvSpPr>
            <a:spLocks xmlns:a="http://schemas.openxmlformats.org/drawingml/2006/main" noGrp="1"/>
          </p:cNvSpPr>
          <p:nvPr/>
        </p:nvSpPr>
        <p:spPr>
          <a:xfrm xmlns:a="http://schemas.openxmlformats.org/drawingml/2006/main">
            <a:off x="4512308" y="5296787"/>
            <a:ext cx="191905" cy="190274"/>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4" name="Oval 83">
            <a:extLst xmlns:a="http://schemas.openxmlformats.org/drawingml/2006/main">
              <a:ext uri="{FF2B5EF4-FFF2-40B4-BE49-F238E27FC236}">
                <a16:creationId xmlns:a16="http://schemas.microsoft.com/office/drawing/2014/main" id="{7B5F58AC-A0C6-402A-AA90-FA988D383323}"/>
              </a:ext>
            </a:extLst>
          </p:cNvPr>
          <p:cNvSpPr>
            <a:spLocks xmlns:a="http://schemas.openxmlformats.org/drawingml/2006/main" noGrp="1"/>
          </p:cNvSpPr>
          <p:nvPr/>
        </p:nvSpPr>
        <p:spPr>
          <a:xfrm xmlns:a="http://schemas.openxmlformats.org/drawingml/2006/main">
            <a:off x="4474087" y="3239913"/>
            <a:ext cx="517697" cy="535424"/>
          </a:xfrm>
          <a:prstGeom xmlns:a="http://schemas.openxmlformats.org/drawingml/2006/main" prst="ellipse">
            <a:avLst/>
          </a:prstGeom>
          <a:solidFill xmlns:a="http://schemas.openxmlformats.org/drawingml/2006/main">
            <a:schemeClr val="accent2">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5" name="Oval 84">
            <a:extLst xmlns:a="http://schemas.openxmlformats.org/drawingml/2006/main">
              <a:ext uri="{FF2B5EF4-FFF2-40B4-BE49-F238E27FC236}">
                <a16:creationId xmlns:a16="http://schemas.microsoft.com/office/drawing/2014/main" id="{75977C9A-3EDD-4944-ADF4-8B212DF666CC}"/>
              </a:ext>
            </a:extLst>
          </p:cNvPr>
          <p:cNvSpPr>
            <a:spLocks xmlns:a="http://schemas.openxmlformats.org/drawingml/2006/main" noGrp="1"/>
          </p:cNvSpPr>
          <p:nvPr/>
        </p:nvSpPr>
        <p:spPr>
          <a:xfrm xmlns:a="http://schemas.openxmlformats.org/drawingml/2006/main">
            <a:off x="4541030" y="3412487"/>
            <a:ext cx="191905" cy="190274"/>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0" name="Oval 89">
            <a:extLst xmlns:a="http://schemas.openxmlformats.org/drawingml/2006/main">
              <a:ext uri="{FF2B5EF4-FFF2-40B4-BE49-F238E27FC236}">
                <a16:creationId xmlns:a16="http://schemas.microsoft.com/office/drawing/2014/main" id="{BF0D9DD7-6D48-4BE8-9CEF-FE61F4310F78}"/>
              </a:ext>
            </a:extLst>
          </p:cNvPr>
          <p:cNvSpPr>
            <a:spLocks xmlns:a="http://schemas.openxmlformats.org/drawingml/2006/main" noGrp="1"/>
          </p:cNvSpPr>
          <p:nvPr/>
        </p:nvSpPr>
        <p:spPr>
          <a:xfrm xmlns:a="http://schemas.openxmlformats.org/drawingml/2006/main">
            <a:off x="4511992" y="2226310"/>
            <a:ext cx="512857" cy="540477"/>
          </a:xfrm>
          <a:prstGeom xmlns:a="http://schemas.openxmlformats.org/drawingml/2006/main" prst="ellipse">
            <a:avLst/>
          </a:prstGeom>
          <a:solidFill xmlns:a="http://schemas.openxmlformats.org/drawingml/2006/main">
            <a:schemeClr val="accent6">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1" name="Oval 90">
            <a:extLst xmlns:a="http://schemas.openxmlformats.org/drawingml/2006/main">
              <a:ext uri="{FF2B5EF4-FFF2-40B4-BE49-F238E27FC236}">
                <a16:creationId xmlns:a16="http://schemas.microsoft.com/office/drawing/2014/main" id="{02BACC4D-035E-409A-8BF8-2635E61361F1}"/>
              </a:ext>
            </a:extLst>
          </p:cNvPr>
          <p:cNvSpPr>
            <a:spLocks xmlns:a="http://schemas.openxmlformats.org/drawingml/2006/main" noGrp="1"/>
          </p:cNvSpPr>
          <p:nvPr/>
        </p:nvSpPr>
        <p:spPr>
          <a:xfrm xmlns:a="http://schemas.openxmlformats.org/drawingml/2006/main">
            <a:off x="4578310" y="2400513"/>
            <a:ext cx="190111" cy="192070"/>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3" name="Oval 92">
            <a:extLst xmlns:a="http://schemas.openxmlformats.org/drawingml/2006/main">
              <a:ext uri="{FF2B5EF4-FFF2-40B4-BE49-F238E27FC236}">
                <a16:creationId xmlns:a16="http://schemas.microsoft.com/office/drawing/2014/main" id="{38B46F43-5CE9-49E1-A049-013A1F7E77FB}"/>
              </a:ext>
            </a:extLst>
          </p:cNvPr>
          <p:cNvSpPr>
            <a:spLocks xmlns:a="http://schemas.openxmlformats.org/drawingml/2006/main" noGrp="1"/>
          </p:cNvSpPr>
          <p:nvPr/>
        </p:nvSpPr>
        <p:spPr>
          <a:xfrm xmlns:a="http://schemas.openxmlformats.org/drawingml/2006/main">
            <a:off x="4482642" y="4146405"/>
            <a:ext cx="502435" cy="551688"/>
          </a:xfrm>
          <a:prstGeom xmlns:a="http://schemas.openxmlformats.org/drawingml/2006/main" prst="ellipse">
            <a:avLst/>
          </a:prstGeom>
          <a:solidFill xmlns:a="http://schemas.openxmlformats.org/drawingml/2006/main">
            <a:schemeClr val="accent4">
              <a:lumMod val="20000"/>
              <a:lumOff val="8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4" name="Oval 93">
            <a:extLst xmlns:a="http://schemas.openxmlformats.org/drawingml/2006/main">
              <a:ext uri="{FF2B5EF4-FFF2-40B4-BE49-F238E27FC236}">
                <a16:creationId xmlns:a16="http://schemas.microsoft.com/office/drawing/2014/main" id="{590B4886-F72C-4FCB-9DAF-D4117C8ACDEE}"/>
              </a:ext>
            </a:extLst>
          </p:cNvPr>
          <p:cNvSpPr>
            <a:spLocks xmlns:a="http://schemas.openxmlformats.org/drawingml/2006/main" noGrp="1"/>
          </p:cNvSpPr>
          <p:nvPr/>
        </p:nvSpPr>
        <p:spPr>
          <a:xfrm xmlns:a="http://schemas.openxmlformats.org/drawingml/2006/main">
            <a:off x="4547612" y="4324222"/>
            <a:ext cx="186247" cy="196054"/>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2" name="Straight Connector 101">
            <a:extLst xmlns:a="http://schemas.openxmlformats.org/drawingml/2006/main">
              <a:ext uri="{FF2B5EF4-FFF2-40B4-BE49-F238E27FC236}">
                <a16:creationId xmlns:a16="http://schemas.microsoft.com/office/drawing/2014/main" id="{9DD700AE-133E-4D23-A447-B6D9057136DF}"/>
              </a:ext>
            </a:extLst>
          </p:cNvPr>
          <p:cNvSpPr>
            <a:spLocks xmlns:a="http://schemas.openxmlformats.org/drawingml/2006/main" noGrp="1"/>
          </p:cNvSpPr>
          <p:nvPr/>
        </p:nvSpPr>
        <p:spPr>
          <a:xfrm xmlns:a="http://schemas.openxmlformats.org/drawingml/2006/main">
            <a:off x="5367038" y="2415433"/>
            <a:ext cx="640782" cy="0"/>
          </a:xfrm>
          <a:prstGeom xmlns:a="http://schemas.openxmlformats.org/drawingml/2006/main" prst="line">
            <a:avLst/>
          </a:prstGeom>
          <a:ln xmlns:a="http://schemas.openxmlformats.org/drawingml/2006/main" w="57150"/>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05" name="Rectangle 104">
            <a:extLst xmlns:a="http://schemas.openxmlformats.org/drawingml/2006/main">
              <a:ext uri="{FF2B5EF4-FFF2-40B4-BE49-F238E27FC236}">
                <a16:creationId xmlns:a16="http://schemas.microsoft.com/office/drawing/2014/main" id="{07C654BF-A19E-47D1-A2BC-82E9EBBD369B}"/>
              </a:ext>
            </a:extLst>
          </p:cNvPr>
          <p:cNvSpPr>
            <a:spLocks xmlns:a="http://schemas.openxmlformats.org/drawingml/2006/main" noGrp="1"/>
          </p:cNvSpPr>
          <p:nvPr/>
        </p:nvSpPr>
        <p:spPr>
          <a:xfrm xmlns:a="http://schemas.openxmlformats.org/drawingml/2006/main">
            <a:off x="5203631" y="1603050"/>
            <a:ext cx="1608378" cy="463903"/>
          </a:xfrm>
          <a:prstGeom xmlns:a="http://schemas.openxmlformats.org/drawingml/2006/main" prst="rect">
            <a:avLst/>
          </a:prstGeom>
          <a:ln xmlns:a="http://schemas.openxmlformats.org/drawingml/2006/main" w="28575">
            <a:solidFill>
              <a:schemeClr val="tx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3600"/>
              <a:t>G1</a:t>
            </a:r>
          </a:p>
        </p:txBody>
      </p:sp>
      <p:sp>
        <p:nvSpPr>
          <p:cNvPr id="106" name="Rectangle 105">
            <a:extLst xmlns:a="http://schemas.openxmlformats.org/drawingml/2006/main">
              <a:ext uri="{FF2B5EF4-FFF2-40B4-BE49-F238E27FC236}">
                <a16:creationId xmlns:a16="http://schemas.microsoft.com/office/drawing/2014/main" id="{FF77B466-A2F9-44FE-9C38-D9F199FF43AE}"/>
              </a:ext>
            </a:extLst>
          </p:cNvPr>
          <p:cNvSpPr>
            <a:spLocks xmlns:a="http://schemas.openxmlformats.org/drawingml/2006/main" noGrp="1"/>
          </p:cNvSpPr>
          <p:nvPr/>
        </p:nvSpPr>
        <p:spPr>
          <a:xfrm xmlns:a="http://schemas.openxmlformats.org/drawingml/2006/main">
            <a:off x="6812009" y="1603049"/>
            <a:ext cx="1012722" cy="463903"/>
          </a:xfrm>
          <a:prstGeom xmlns:a="http://schemas.openxmlformats.org/drawingml/2006/main" prst="rect">
            <a:avLst/>
          </a:prstGeom>
          <a:ln xmlns:a="http://schemas.openxmlformats.org/drawingml/2006/main" w="28575">
            <a:solidFill>
              <a:schemeClr val="tx1"/>
            </a:solidFill>
          </a:ln>
        </p:spPr>
        <p:style>
          <a:lnRef xmlns:a="http://schemas.openxmlformats.org/drawingml/2006/main" idx="2">
            <a:schemeClr val="accent2">
              <a:shade val="50000"/>
            </a:schemeClr>
          </a:lnRef>
          <a:fillRef xmlns:a="http://schemas.openxmlformats.org/drawingml/2006/main" idx="1">
            <a:schemeClr val="accent2"/>
          </a:fillRef>
          <a:effectRef xmlns:a="http://schemas.openxmlformats.org/drawingml/2006/main" idx="0">
            <a:schemeClr val="accent2"/>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3600"/>
              <a:t>G2</a:t>
            </a:r>
          </a:p>
        </p:txBody>
      </p:sp>
      <p:sp>
        <p:nvSpPr>
          <p:cNvPr id="110" name="Straight Connector 109">
            <a:extLst xmlns:a="http://schemas.openxmlformats.org/drawingml/2006/main">
              <a:ext uri="{FF2B5EF4-FFF2-40B4-BE49-F238E27FC236}">
                <a16:creationId xmlns:a16="http://schemas.microsoft.com/office/drawing/2014/main" id="{F2E15C52-037A-47C8-97FF-3A4F227BFF9E}"/>
              </a:ext>
            </a:extLst>
          </p:cNvPr>
          <p:cNvSpPr>
            <a:spLocks xmlns:a="http://schemas.openxmlformats.org/drawingml/2006/main" noGrp="1"/>
          </p:cNvSpPr>
          <p:nvPr/>
        </p:nvSpPr>
        <p:spPr>
          <a:xfrm xmlns:a="http://schemas.openxmlformats.org/drawingml/2006/main">
            <a:off x="5687429" y="2590961"/>
            <a:ext cx="640782" cy="0"/>
          </a:xfrm>
          <a:prstGeom xmlns:a="http://schemas.openxmlformats.org/drawingml/2006/main" prst="line">
            <a:avLst/>
          </a:prstGeom>
          <a:ln xmlns:a="http://schemas.openxmlformats.org/drawingml/2006/main" w="57150"/>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11" name="Straight Connector 110">
            <a:extLst xmlns:a="http://schemas.openxmlformats.org/drawingml/2006/main">
              <a:ext uri="{FF2B5EF4-FFF2-40B4-BE49-F238E27FC236}">
                <a16:creationId xmlns:a16="http://schemas.microsoft.com/office/drawing/2014/main" id="{548931CC-AF5B-40F5-94BA-03503E1B341E}"/>
              </a:ext>
            </a:extLst>
          </p:cNvPr>
          <p:cNvSpPr>
            <a:spLocks xmlns:a="http://schemas.openxmlformats.org/drawingml/2006/main" noGrp="1"/>
          </p:cNvSpPr>
          <p:nvPr/>
        </p:nvSpPr>
        <p:spPr>
          <a:xfrm xmlns:a="http://schemas.openxmlformats.org/drawingml/2006/main">
            <a:off x="6898122" y="2767313"/>
            <a:ext cx="640782" cy="0"/>
          </a:xfrm>
          <a:prstGeom xmlns:a="http://schemas.openxmlformats.org/drawingml/2006/main" prst="line">
            <a:avLst/>
          </a:prstGeom>
          <a:ln xmlns:a="http://schemas.openxmlformats.org/drawingml/2006/main" w="57150">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12" name="Straight Connector 111">
            <a:extLst xmlns:a="http://schemas.openxmlformats.org/drawingml/2006/main">
              <a:ext uri="{FF2B5EF4-FFF2-40B4-BE49-F238E27FC236}">
                <a16:creationId xmlns:a16="http://schemas.microsoft.com/office/drawing/2014/main" id="{5A0D420D-7FD9-49A9-8AF7-4465A78340A7}"/>
              </a:ext>
            </a:extLst>
          </p:cNvPr>
          <p:cNvSpPr>
            <a:spLocks xmlns:a="http://schemas.openxmlformats.org/drawingml/2006/main" noGrp="1"/>
          </p:cNvSpPr>
          <p:nvPr/>
        </p:nvSpPr>
        <p:spPr>
          <a:xfrm xmlns:a="http://schemas.openxmlformats.org/drawingml/2006/main">
            <a:off x="6875925" y="4177239"/>
            <a:ext cx="640782" cy="0"/>
          </a:xfrm>
          <a:prstGeom xmlns:a="http://schemas.openxmlformats.org/drawingml/2006/main" prst="line">
            <a:avLst/>
          </a:prstGeom>
          <a:ln xmlns:a="http://schemas.openxmlformats.org/drawingml/2006/main" w="57150">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15" name="Straight Connector 114">
            <a:extLst xmlns:a="http://schemas.openxmlformats.org/drawingml/2006/main">
              <a:ext uri="{FF2B5EF4-FFF2-40B4-BE49-F238E27FC236}">
                <a16:creationId xmlns:a16="http://schemas.microsoft.com/office/drawing/2014/main" id="{4EE429BE-0268-4572-81CE-0F5755160BD7}"/>
              </a:ext>
            </a:extLst>
          </p:cNvPr>
          <p:cNvSpPr>
            <a:spLocks xmlns:a="http://schemas.openxmlformats.org/drawingml/2006/main" noGrp="1"/>
          </p:cNvSpPr>
          <p:nvPr/>
        </p:nvSpPr>
        <p:spPr>
          <a:xfrm xmlns:a="http://schemas.openxmlformats.org/drawingml/2006/main" flipV="1">
            <a:off x="5203115" y="3049185"/>
            <a:ext cx="2613975" cy="7108"/>
          </a:xfrm>
          <a:prstGeom xmlns:a="http://schemas.openxmlformats.org/drawingml/2006/main" prst="line">
            <a:avLst/>
          </a:prstGeom>
          <a:ln xmlns:a="http://schemas.openxmlformats.org/drawingml/2006/main" w="28575">
            <a:solidFill>
              <a:schemeClr val="bg2">
                <a:lumMod val="50000"/>
              </a:schemeClr>
            </a:solidFill>
            <a:prstDash val="sysDash"/>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21" name="Straight Connector 120">
            <a:extLst xmlns:a="http://schemas.openxmlformats.org/drawingml/2006/main">
              <a:ext uri="{FF2B5EF4-FFF2-40B4-BE49-F238E27FC236}">
                <a16:creationId xmlns:a16="http://schemas.microsoft.com/office/drawing/2014/main" id="{8669CB15-EFFD-43CD-B4D1-A699F75F8086}"/>
              </a:ext>
            </a:extLst>
          </p:cNvPr>
          <p:cNvSpPr>
            <a:spLocks xmlns:a="http://schemas.openxmlformats.org/drawingml/2006/main" noGrp="1"/>
          </p:cNvSpPr>
          <p:nvPr/>
        </p:nvSpPr>
        <p:spPr>
          <a:xfrm xmlns:a="http://schemas.openxmlformats.org/drawingml/2006/main" flipV="1">
            <a:off x="5199758" y="3963014"/>
            <a:ext cx="2617332" cy="4689"/>
          </a:xfrm>
          <a:prstGeom xmlns:a="http://schemas.openxmlformats.org/drawingml/2006/main" prst="line">
            <a:avLst/>
          </a:prstGeom>
          <a:ln xmlns:a="http://schemas.openxmlformats.org/drawingml/2006/main" w="28575">
            <a:solidFill>
              <a:schemeClr val="bg2">
                <a:lumMod val="50000"/>
              </a:schemeClr>
            </a:solidFill>
            <a:prstDash val="sysDash"/>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22" name="Straight Connector 121">
            <a:extLst xmlns:a="http://schemas.openxmlformats.org/drawingml/2006/main">
              <a:ext uri="{FF2B5EF4-FFF2-40B4-BE49-F238E27FC236}">
                <a16:creationId xmlns:a16="http://schemas.microsoft.com/office/drawing/2014/main" id="{543B3737-B9B7-46A1-8135-36FC3E72B479}"/>
              </a:ext>
            </a:extLst>
          </p:cNvPr>
          <p:cNvSpPr>
            <a:spLocks xmlns:a="http://schemas.openxmlformats.org/drawingml/2006/main" noGrp="1"/>
          </p:cNvSpPr>
          <p:nvPr/>
        </p:nvSpPr>
        <p:spPr>
          <a:xfrm xmlns:a="http://schemas.openxmlformats.org/drawingml/2006/main">
            <a:off x="5199758" y="4922049"/>
            <a:ext cx="2617332" cy="5745"/>
          </a:xfrm>
          <a:prstGeom xmlns:a="http://schemas.openxmlformats.org/drawingml/2006/main" prst="line">
            <a:avLst/>
          </a:prstGeom>
          <a:ln xmlns:a="http://schemas.openxmlformats.org/drawingml/2006/main" w="28575">
            <a:solidFill>
              <a:schemeClr val="bg2">
                <a:lumMod val="50000"/>
              </a:schemeClr>
            </a:solidFill>
            <a:prstDash val="sysDash"/>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23" name="Straight Connector 122">
            <a:extLst xmlns:a="http://schemas.openxmlformats.org/drawingml/2006/main">
              <a:ext uri="{FF2B5EF4-FFF2-40B4-BE49-F238E27FC236}">
                <a16:creationId xmlns:a16="http://schemas.microsoft.com/office/drawing/2014/main" id="{EA40CCBB-2781-433D-8F64-8A4A21DA3A1C}"/>
              </a:ext>
            </a:extLst>
          </p:cNvPr>
          <p:cNvSpPr>
            <a:spLocks xmlns:a="http://schemas.openxmlformats.org/drawingml/2006/main" noGrp="1"/>
          </p:cNvSpPr>
          <p:nvPr/>
        </p:nvSpPr>
        <p:spPr>
          <a:xfrm xmlns:a="http://schemas.openxmlformats.org/drawingml/2006/main">
            <a:off x="5207504" y="5857893"/>
            <a:ext cx="2617227" cy="1433"/>
          </a:xfrm>
          <a:prstGeom xmlns:a="http://schemas.openxmlformats.org/drawingml/2006/main" prst="line">
            <a:avLst/>
          </a:prstGeom>
          <a:ln xmlns:a="http://schemas.openxmlformats.org/drawingml/2006/main" w="28575">
            <a:solidFill>
              <a:schemeClr val="bg2">
                <a:lumMod val="50000"/>
              </a:schemeClr>
            </a:solidFill>
            <a:prstDash val="sysDash"/>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25" name="Straight Connector 124">
            <a:extLst xmlns:a="http://schemas.openxmlformats.org/drawingml/2006/main">
              <a:ext uri="{FF2B5EF4-FFF2-40B4-BE49-F238E27FC236}">
                <a16:creationId xmlns:a16="http://schemas.microsoft.com/office/drawing/2014/main" id="{6B1CA282-8FDF-48C8-B714-00A8DBC1E613}"/>
              </a:ext>
            </a:extLst>
          </p:cNvPr>
          <p:cNvSpPr>
            <a:spLocks xmlns:a="http://schemas.openxmlformats.org/drawingml/2006/main" noGrp="1"/>
          </p:cNvSpPr>
          <p:nvPr/>
        </p:nvSpPr>
        <p:spPr>
          <a:xfrm xmlns:a="http://schemas.openxmlformats.org/drawingml/2006/main" flipH="1" flipV="1">
            <a:off x="6815777" y="2056543"/>
            <a:ext cx="3873" cy="3749055"/>
          </a:xfrm>
          <a:prstGeom xmlns:a="http://schemas.openxmlformats.org/drawingml/2006/main" prst="line">
            <a:avLst/>
          </a:prstGeom>
          <a:ln xmlns:a="http://schemas.openxmlformats.org/drawingml/2006/main" w="28575">
            <a:solidFill>
              <a:schemeClr val="bg2">
                <a:lumMod val="50000"/>
              </a:schemeClr>
            </a:solidFill>
            <a:prstDash val="sysDash"/>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26" name="Straight Connector 125">
            <a:extLst xmlns:a="http://schemas.openxmlformats.org/drawingml/2006/main">
              <a:ext uri="{FF2B5EF4-FFF2-40B4-BE49-F238E27FC236}">
                <a16:creationId xmlns:a16="http://schemas.microsoft.com/office/drawing/2014/main" id="{03ACEC72-B151-4F64-A2B9-EFC6BD29497A}"/>
              </a:ext>
            </a:extLst>
          </p:cNvPr>
          <p:cNvSpPr>
            <a:spLocks xmlns:a="http://schemas.openxmlformats.org/drawingml/2006/main" noGrp="1"/>
          </p:cNvSpPr>
          <p:nvPr/>
        </p:nvSpPr>
        <p:spPr>
          <a:xfrm xmlns:a="http://schemas.openxmlformats.org/drawingml/2006/main" flipH="1" flipV="1">
            <a:off x="7817090" y="2079061"/>
            <a:ext cx="3873" cy="3749055"/>
          </a:xfrm>
          <a:prstGeom xmlns:a="http://schemas.openxmlformats.org/drawingml/2006/main" prst="line">
            <a:avLst/>
          </a:prstGeom>
          <a:ln xmlns:a="http://schemas.openxmlformats.org/drawingml/2006/main" w="28575">
            <a:solidFill>
              <a:schemeClr val="bg2">
                <a:lumMod val="50000"/>
              </a:schemeClr>
            </a:solidFill>
            <a:prstDash val="sysDash"/>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27" name="Straight Connector 126">
            <a:extLst xmlns:a="http://schemas.openxmlformats.org/drawingml/2006/main">
              <a:ext uri="{FF2B5EF4-FFF2-40B4-BE49-F238E27FC236}">
                <a16:creationId xmlns:a16="http://schemas.microsoft.com/office/drawing/2014/main" id="{76E0C95B-653D-46F8-B4AC-EFE0BCD94AA1}"/>
              </a:ext>
            </a:extLst>
          </p:cNvPr>
          <p:cNvSpPr>
            <a:spLocks xmlns:a="http://schemas.openxmlformats.org/drawingml/2006/main" noGrp="1"/>
          </p:cNvSpPr>
          <p:nvPr/>
        </p:nvSpPr>
        <p:spPr>
          <a:xfrm xmlns:a="http://schemas.openxmlformats.org/drawingml/2006/main">
            <a:off x="7001852" y="4398816"/>
            <a:ext cx="640782" cy="0"/>
          </a:xfrm>
          <a:prstGeom xmlns:a="http://schemas.openxmlformats.org/drawingml/2006/main" prst="line">
            <a:avLst/>
          </a:prstGeom>
          <a:ln xmlns:a="http://schemas.openxmlformats.org/drawingml/2006/main" w="57150">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28" name="Straight Connector 127">
            <a:extLst xmlns:a="http://schemas.openxmlformats.org/drawingml/2006/main">
              <a:ext uri="{FF2B5EF4-FFF2-40B4-BE49-F238E27FC236}">
                <a16:creationId xmlns:a16="http://schemas.microsoft.com/office/drawing/2014/main" id="{36437FC5-1CD0-45C8-9380-660F8E093617}"/>
              </a:ext>
            </a:extLst>
          </p:cNvPr>
          <p:cNvSpPr>
            <a:spLocks xmlns:a="http://schemas.openxmlformats.org/drawingml/2006/main" noGrp="1"/>
          </p:cNvSpPr>
          <p:nvPr/>
        </p:nvSpPr>
        <p:spPr>
          <a:xfrm xmlns:a="http://schemas.openxmlformats.org/drawingml/2006/main">
            <a:off x="6898122" y="3558368"/>
            <a:ext cx="640782" cy="0"/>
          </a:xfrm>
          <a:prstGeom xmlns:a="http://schemas.openxmlformats.org/drawingml/2006/main" prst="line">
            <a:avLst/>
          </a:prstGeom>
          <a:ln xmlns:a="http://schemas.openxmlformats.org/drawingml/2006/main" w="57150">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29" name="Straight Connector 128">
            <a:extLst xmlns:a="http://schemas.openxmlformats.org/drawingml/2006/main">
              <a:ext uri="{FF2B5EF4-FFF2-40B4-BE49-F238E27FC236}">
                <a16:creationId xmlns:a16="http://schemas.microsoft.com/office/drawing/2014/main" id="{08F96732-F399-4836-A4CD-F2F90F5FA32B}"/>
              </a:ext>
            </a:extLst>
          </p:cNvPr>
          <p:cNvSpPr>
            <a:spLocks xmlns:a="http://schemas.openxmlformats.org/drawingml/2006/main" noGrp="1"/>
          </p:cNvSpPr>
          <p:nvPr/>
        </p:nvSpPr>
        <p:spPr>
          <a:xfrm xmlns:a="http://schemas.openxmlformats.org/drawingml/2006/main">
            <a:off x="7071868" y="2311073"/>
            <a:ext cx="640782" cy="0"/>
          </a:xfrm>
          <a:prstGeom xmlns:a="http://schemas.openxmlformats.org/drawingml/2006/main" prst="line">
            <a:avLst/>
          </a:prstGeom>
          <a:ln xmlns:a="http://schemas.openxmlformats.org/drawingml/2006/main" w="57150">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30" name="Straight Connector 129">
            <a:extLst xmlns:a="http://schemas.openxmlformats.org/drawingml/2006/main">
              <a:ext uri="{FF2B5EF4-FFF2-40B4-BE49-F238E27FC236}">
                <a16:creationId xmlns:a16="http://schemas.microsoft.com/office/drawing/2014/main" id="{E71477D6-AE10-4396-A261-6AE43E09D3BF}"/>
              </a:ext>
            </a:extLst>
          </p:cNvPr>
          <p:cNvSpPr>
            <a:spLocks xmlns:a="http://schemas.openxmlformats.org/drawingml/2006/main" noGrp="1"/>
          </p:cNvSpPr>
          <p:nvPr/>
        </p:nvSpPr>
        <p:spPr>
          <a:xfrm xmlns:a="http://schemas.openxmlformats.org/drawingml/2006/main">
            <a:off x="6872533" y="2498488"/>
            <a:ext cx="640782" cy="0"/>
          </a:xfrm>
          <a:prstGeom xmlns:a="http://schemas.openxmlformats.org/drawingml/2006/main" prst="line">
            <a:avLst/>
          </a:prstGeom>
          <a:ln xmlns:a="http://schemas.openxmlformats.org/drawingml/2006/main" w="57150">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39" name="Straight Connector 138">
            <a:extLst xmlns:a="http://schemas.openxmlformats.org/drawingml/2006/main">
              <a:ext uri="{FF2B5EF4-FFF2-40B4-BE49-F238E27FC236}">
                <a16:creationId xmlns:a16="http://schemas.microsoft.com/office/drawing/2014/main" id="{04B8E475-8094-46C3-99D9-7E3CC50F0313}"/>
              </a:ext>
            </a:extLst>
          </p:cNvPr>
          <p:cNvSpPr>
            <a:spLocks xmlns:a="http://schemas.openxmlformats.org/drawingml/2006/main" noGrp="1"/>
          </p:cNvSpPr>
          <p:nvPr/>
        </p:nvSpPr>
        <p:spPr>
          <a:xfrm xmlns:a="http://schemas.openxmlformats.org/drawingml/2006/main">
            <a:off x="7088766" y="5143104"/>
            <a:ext cx="640782" cy="0"/>
          </a:xfrm>
          <a:prstGeom xmlns:a="http://schemas.openxmlformats.org/drawingml/2006/main" prst="line">
            <a:avLst/>
          </a:prstGeom>
          <a:ln xmlns:a="http://schemas.openxmlformats.org/drawingml/2006/main" w="57150">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40" name="Straight Connector 139">
            <a:extLst xmlns:a="http://schemas.openxmlformats.org/drawingml/2006/main">
              <a:ext uri="{FF2B5EF4-FFF2-40B4-BE49-F238E27FC236}">
                <a16:creationId xmlns:a16="http://schemas.microsoft.com/office/drawing/2014/main" id="{89384BC1-E7F2-4231-93F2-048FE80A7CD7}"/>
              </a:ext>
            </a:extLst>
          </p:cNvPr>
          <p:cNvSpPr>
            <a:spLocks xmlns:a="http://schemas.openxmlformats.org/drawingml/2006/main" noGrp="1"/>
          </p:cNvSpPr>
          <p:nvPr/>
        </p:nvSpPr>
        <p:spPr>
          <a:xfrm xmlns:a="http://schemas.openxmlformats.org/drawingml/2006/main">
            <a:off x="6958656" y="5449421"/>
            <a:ext cx="640782" cy="0"/>
          </a:xfrm>
          <a:prstGeom xmlns:a="http://schemas.openxmlformats.org/drawingml/2006/main" prst="line">
            <a:avLst/>
          </a:prstGeom>
          <a:ln xmlns:a="http://schemas.openxmlformats.org/drawingml/2006/main" w="57150">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41" name="Straight Connector 140">
            <a:extLst xmlns:a="http://schemas.openxmlformats.org/drawingml/2006/main">
              <a:ext uri="{FF2B5EF4-FFF2-40B4-BE49-F238E27FC236}">
                <a16:creationId xmlns:a16="http://schemas.microsoft.com/office/drawing/2014/main" id="{16808591-451C-4BA1-9A26-7FADAB30E289}"/>
              </a:ext>
            </a:extLst>
          </p:cNvPr>
          <p:cNvSpPr>
            <a:spLocks xmlns:a="http://schemas.openxmlformats.org/drawingml/2006/main" noGrp="1"/>
          </p:cNvSpPr>
          <p:nvPr/>
        </p:nvSpPr>
        <p:spPr>
          <a:xfrm xmlns:a="http://schemas.openxmlformats.org/drawingml/2006/main">
            <a:off x="7063507" y="5252185"/>
            <a:ext cx="640782" cy="0"/>
          </a:xfrm>
          <a:prstGeom xmlns:a="http://schemas.openxmlformats.org/drawingml/2006/main" prst="line">
            <a:avLst/>
          </a:prstGeom>
          <a:ln xmlns:a="http://schemas.openxmlformats.org/drawingml/2006/main" w="57150">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42" name="Straight Connector 141">
            <a:extLst xmlns:a="http://schemas.openxmlformats.org/drawingml/2006/main">
              <a:ext uri="{FF2B5EF4-FFF2-40B4-BE49-F238E27FC236}">
                <a16:creationId xmlns:a16="http://schemas.microsoft.com/office/drawing/2014/main" id="{16B5558B-AA0C-4240-8F79-1A92E1F3C142}"/>
              </a:ext>
            </a:extLst>
          </p:cNvPr>
          <p:cNvSpPr>
            <a:spLocks xmlns:a="http://schemas.openxmlformats.org/drawingml/2006/main" noGrp="1"/>
          </p:cNvSpPr>
          <p:nvPr/>
        </p:nvSpPr>
        <p:spPr>
          <a:xfrm xmlns:a="http://schemas.openxmlformats.org/drawingml/2006/main">
            <a:off x="7115239" y="5720769"/>
            <a:ext cx="640782" cy="0"/>
          </a:xfrm>
          <a:prstGeom xmlns:a="http://schemas.openxmlformats.org/drawingml/2006/main" prst="line">
            <a:avLst/>
          </a:prstGeom>
          <a:ln xmlns:a="http://schemas.openxmlformats.org/drawingml/2006/main" w="57150">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43" name="Straight Connector 142">
            <a:extLst xmlns:a="http://schemas.openxmlformats.org/drawingml/2006/main">
              <a:ext uri="{FF2B5EF4-FFF2-40B4-BE49-F238E27FC236}">
                <a16:creationId xmlns:a16="http://schemas.microsoft.com/office/drawing/2014/main" id="{D72F3081-E8D0-4E51-8147-BFB3A54037A3}"/>
              </a:ext>
            </a:extLst>
          </p:cNvPr>
          <p:cNvSpPr>
            <a:spLocks xmlns:a="http://schemas.openxmlformats.org/drawingml/2006/main" noGrp="1"/>
          </p:cNvSpPr>
          <p:nvPr/>
        </p:nvSpPr>
        <p:spPr>
          <a:xfrm xmlns:a="http://schemas.openxmlformats.org/drawingml/2006/main">
            <a:off x="6872533" y="5559541"/>
            <a:ext cx="640782" cy="0"/>
          </a:xfrm>
          <a:prstGeom xmlns:a="http://schemas.openxmlformats.org/drawingml/2006/main" prst="line">
            <a:avLst/>
          </a:prstGeom>
          <a:ln xmlns:a="http://schemas.openxmlformats.org/drawingml/2006/main" w="57150">
            <a:solidFill>
              <a:schemeClr val="accent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44" name="Straight Connector 143">
            <a:extLst xmlns:a="http://schemas.openxmlformats.org/drawingml/2006/main">
              <a:ext uri="{FF2B5EF4-FFF2-40B4-BE49-F238E27FC236}">
                <a16:creationId xmlns:a16="http://schemas.microsoft.com/office/drawing/2014/main" id="{24D72973-8FE1-4C3D-A1C3-45879D766D78}"/>
              </a:ext>
            </a:extLst>
          </p:cNvPr>
          <p:cNvSpPr>
            <a:spLocks xmlns:a="http://schemas.openxmlformats.org/drawingml/2006/main" noGrp="1"/>
          </p:cNvSpPr>
          <p:nvPr/>
        </p:nvSpPr>
        <p:spPr>
          <a:xfrm xmlns:a="http://schemas.openxmlformats.org/drawingml/2006/main">
            <a:off x="5323641" y="3657080"/>
            <a:ext cx="640782" cy="0"/>
          </a:xfrm>
          <a:prstGeom xmlns:a="http://schemas.openxmlformats.org/drawingml/2006/main" prst="line">
            <a:avLst/>
          </a:prstGeom>
          <a:ln xmlns:a="http://schemas.openxmlformats.org/drawingml/2006/main" w="57150"/>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45" name="Straight Connector 144">
            <a:extLst xmlns:a="http://schemas.openxmlformats.org/drawingml/2006/main">
              <a:ext uri="{FF2B5EF4-FFF2-40B4-BE49-F238E27FC236}">
                <a16:creationId xmlns:a16="http://schemas.microsoft.com/office/drawing/2014/main" id="{7B784D53-C426-4937-AF10-F7616026E21D}"/>
              </a:ext>
            </a:extLst>
          </p:cNvPr>
          <p:cNvSpPr>
            <a:spLocks xmlns:a="http://schemas.openxmlformats.org/drawingml/2006/main" noGrp="1"/>
          </p:cNvSpPr>
          <p:nvPr/>
        </p:nvSpPr>
        <p:spPr>
          <a:xfrm xmlns:a="http://schemas.openxmlformats.org/drawingml/2006/main">
            <a:off x="6007820" y="3364128"/>
            <a:ext cx="640782" cy="0"/>
          </a:xfrm>
          <a:prstGeom xmlns:a="http://schemas.openxmlformats.org/drawingml/2006/main" prst="line">
            <a:avLst/>
          </a:prstGeom>
          <a:ln xmlns:a="http://schemas.openxmlformats.org/drawingml/2006/main" w="57150"/>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46" name="Straight Connector 145">
            <a:extLst xmlns:a="http://schemas.openxmlformats.org/drawingml/2006/main">
              <a:ext uri="{FF2B5EF4-FFF2-40B4-BE49-F238E27FC236}">
                <a16:creationId xmlns:a16="http://schemas.microsoft.com/office/drawing/2014/main" id="{A32B4C17-493C-4367-8D92-D06422AC43A4}"/>
              </a:ext>
            </a:extLst>
          </p:cNvPr>
          <p:cNvSpPr>
            <a:spLocks xmlns:a="http://schemas.openxmlformats.org/drawingml/2006/main" noGrp="1"/>
          </p:cNvSpPr>
          <p:nvPr/>
        </p:nvSpPr>
        <p:spPr>
          <a:xfrm xmlns:a="http://schemas.openxmlformats.org/drawingml/2006/main">
            <a:off x="5280098" y="3238724"/>
            <a:ext cx="640782" cy="0"/>
          </a:xfrm>
          <a:prstGeom xmlns:a="http://schemas.openxmlformats.org/drawingml/2006/main" prst="line">
            <a:avLst/>
          </a:prstGeom>
          <a:ln xmlns:a="http://schemas.openxmlformats.org/drawingml/2006/main" w="57150"/>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47" name="Straight Connector 146">
            <a:extLst xmlns:a="http://schemas.openxmlformats.org/drawingml/2006/main">
              <a:ext uri="{FF2B5EF4-FFF2-40B4-BE49-F238E27FC236}">
                <a16:creationId xmlns:a16="http://schemas.microsoft.com/office/drawing/2014/main" id="{3E5E05E4-E789-41AF-A0B5-BF164C409D88}"/>
              </a:ext>
            </a:extLst>
          </p:cNvPr>
          <p:cNvSpPr>
            <a:spLocks xmlns:a="http://schemas.openxmlformats.org/drawingml/2006/main" noGrp="1"/>
          </p:cNvSpPr>
          <p:nvPr/>
        </p:nvSpPr>
        <p:spPr>
          <a:xfrm xmlns:a="http://schemas.openxmlformats.org/drawingml/2006/main">
            <a:off x="6007820" y="3760289"/>
            <a:ext cx="640782" cy="0"/>
          </a:xfrm>
          <a:prstGeom xmlns:a="http://schemas.openxmlformats.org/drawingml/2006/main" prst="line">
            <a:avLst/>
          </a:prstGeom>
          <a:ln xmlns:a="http://schemas.openxmlformats.org/drawingml/2006/main" w="57150"/>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48" name="Straight Connector 147">
            <a:extLst xmlns:a="http://schemas.openxmlformats.org/drawingml/2006/main">
              <a:ext uri="{FF2B5EF4-FFF2-40B4-BE49-F238E27FC236}">
                <a16:creationId xmlns:a16="http://schemas.microsoft.com/office/drawing/2014/main" id="{ED329404-E820-4309-A0A7-88F9CDCD5C23}"/>
              </a:ext>
            </a:extLst>
          </p:cNvPr>
          <p:cNvSpPr>
            <a:spLocks xmlns:a="http://schemas.openxmlformats.org/drawingml/2006/main" noGrp="1"/>
          </p:cNvSpPr>
          <p:nvPr/>
        </p:nvSpPr>
        <p:spPr>
          <a:xfrm xmlns:a="http://schemas.openxmlformats.org/drawingml/2006/main">
            <a:off x="5787578" y="3523720"/>
            <a:ext cx="640782" cy="0"/>
          </a:xfrm>
          <a:prstGeom xmlns:a="http://schemas.openxmlformats.org/drawingml/2006/main" prst="line">
            <a:avLst/>
          </a:prstGeom>
          <a:ln xmlns:a="http://schemas.openxmlformats.org/drawingml/2006/main" w="57150"/>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49" name="Straight Connector 148">
            <a:extLst xmlns:a="http://schemas.openxmlformats.org/drawingml/2006/main">
              <a:ext uri="{FF2B5EF4-FFF2-40B4-BE49-F238E27FC236}">
                <a16:creationId xmlns:a16="http://schemas.microsoft.com/office/drawing/2014/main" id="{B64E8779-40DA-48AD-B001-FE1A0E634C38}"/>
              </a:ext>
            </a:extLst>
          </p:cNvPr>
          <p:cNvSpPr>
            <a:spLocks xmlns:a="http://schemas.openxmlformats.org/drawingml/2006/main" noGrp="1"/>
          </p:cNvSpPr>
          <p:nvPr/>
        </p:nvSpPr>
        <p:spPr>
          <a:xfrm xmlns:a="http://schemas.openxmlformats.org/drawingml/2006/main">
            <a:off x="5441207" y="4208469"/>
            <a:ext cx="640782" cy="0"/>
          </a:xfrm>
          <a:prstGeom xmlns:a="http://schemas.openxmlformats.org/drawingml/2006/main" prst="line">
            <a:avLst/>
          </a:prstGeom>
          <a:ln xmlns:a="http://schemas.openxmlformats.org/drawingml/2006/main" w="57150"/>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50" name="Straight Connector 149">
            <a:extLst xmlns:a="http://schemas.openxmlformats.org/drawingml/2006/main">
              <a:ext uri="{FF2B5EF4-FFF2-40B4-BE49-F238E27FC236}">
                <a16:creationId xmlns:a16="http://schemas.microsoft.com/office/drawing/2014/main" id="{64B516E9-1ED6-4554-87A9-07CDE5DAF804}"/>
              </a:ext>
            </a:extLst>
          </p:cNvPr>
          <p:cNvSpPr>
            <a:spLocks xmlns:a="http://schemas.openxmlformats.org/drawingml/2006/main" noGrp="1"/>
          </p:cNvSpPr>
          <p:nvPr/>
        </p:nvSpPr>
        <p:spPr>
          <a:xfrm xmlns:a="http://schemas.openxmlformats.org/drawingml/2006/main">
            <a:off x="5441207" y="5303613"/>
            <a:ext cx="640782" cy="0"/>
          </a:xfrm>
          <a:prstGeom xmlns:a="http://schemas.openxmlformats.org/drawingml/2006/main" prst="line">
            <a:avLst/>
          </a:prstGeom>
          <a:ln xmlns:a="http://schemas.openxmlformats.org/drawingml/2006/main" w="57150"/>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51" name="Straight Connector 150">
            <a:extLst xmlns:a="http://schemas.openxmlformats.org/drawingml/2006/main">
              <a:ext uri="{FF2B5EF4-FFF2-40B4-BE49-F238E27FC236}">
                <a16:creationId xmlns:a16="http://schemas.microsoft.com/office/drawing/2014/main" id="{F2B9FAC7-348F-4804-8BD9-B30A6F901C48}"/>
              </a:ext>
            </a:extLst>
          </p:cNvPr>
          <p:cNvSpPr>
            <a:spLocks xmlns:a="http://schemas.openxmlformats.org/drawingml/2006/main" noGrp="1"/>
          </p:cNvSpPr>
          <p:nvPr/>
        </p:nvSpPr>
        <p:spPr>
          <a:xfrm xmlns:a="http://schemas.openxmlformats.org/drawingml/2006/main">
            <a:off x="6081989" y="5090029"/>
            <a:ext cx="640782" cy="0"/>
          </a:xfrm>
          <a:prstGeom xmlns:a="http://schemas.openxmlformats.org/drawingml/2006/main" prst="line">
            <a:avLst/>
          </a:prstGeom>
          <a:ln xmlns:a="http://schemas.openxmlformats.org/drawingml/2006/main" w="57150"/>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52" name="Straight Connector 151">
            <a:extLst xmlns:a="http://schemas.openxmlformats.org/drawingml/2006/main">
              <a:ext uri="{FF2B5EF4-FFF2-40B4-BE49-F238E27FC236}">
                <a16:creationId xmlns:a16="http://schemas.microsoft.com/office/drawing/2014/main" id="{46F8A599-A485-4278-B60A-BBEB8D108FFA}"/>
              </a:ext>
            </a:extLst>
          </p:cNvPr>
          <p:cNvSpPr>
            <a:spLocks xmlns:a="http://schemas.openxmlformats.org/drawingml/2006/main" noGrp="1"/>
          </p:cNvSpPr>
          <p:nvPr/>
        </p:nvSpPr>
        <p:spPr>
          <a:xfrm xmlns:a="http://schemas.openxmlformats.org/drawingml/2006/main">
            <a:off x="5964423" y="5449421"/>
            <a:ext cx="640782" cy="0"/>
          </a:xfrm>
          <a:prstGeom xmlns:a="http://schemas.openxmlformats.org/drawingml/2006/main" prst="line">
            <a:avLst/>
          </a:prstGeom>
          <a:ln xmlns:a="http://schemas.openxmlformats.org/drawingml/2006/main" w="57150"/>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53" name="Straight Connector 152">
            <a:extLst xmlns:a="http://schemas.openxmlformats.org/drawingml/2006/main">
              <a:ext uri="{FF2B5EF4-FFF2-40B4-BE49-F238E27FC236}">
                <a16:creationId xmlns:a16="http://schemas.microsoft.com/office/drawing/2014/main" id="{313B2A3D-400C-4A35-885A-AA4E5CC3CA6C}"/>
              </a:ext>
            </a:extLst>
          </p:cNvPr>
          <p:cNvSpPr>
            <a:spLocks xmlns:a="http://schemas.openxmlformats.org/drawingml/2006/main" noGrp="1"/>
          </p:cNvSpPr>
          <p:nvPr/>
        </p:nvSpPr>
        <p:spPr>
          <a:xfrm xmlns:a="http://schemas.openxmlformats.org/drawingml/2006/main">
            <a:off x="5367038" y="5559541"/>
            <a:ext cx="640782" cy="0"/>
          </a:xfrm>
          <a:prstGeom xmlns:a="http://schemas.openxmlformats.org/drawingml/2006/main" prst="line">
            <a:avLst/>
          </a:prstGeom>
          <a:ln xmlns:a="http://schemas.openxmlformats.org/drawingml/2006/main" w="57150"/>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54" name="Straight Connector 153">
            <a:extLst xmlns:a="http://schemas.openxmlformats.org/drawingml/2006/main">
              <a:ext uri="{FF2B5EF4-FFF2-40B4-BE49-F238E27FC236}">
                <a16:creationId xmlns:a16="http://schemas.microsoft.com/office/drawing/2014/main" id="{D319ABFF-5AE4-4BF6-B2EF-2991D7E3BBE7}"/>
              </a:ext>
            </a:extLst>
          </p:cNvPr>
          <p:cNvSpPr>
            <a:spLocks xmlns:a="http://schemas.openxmlformats.org/drawingml/2006/main" noGrp="1"/>
          </p:cNvSpPr>
          <p:nvPr/>
        </p:nvSpPr>
        <p:spPr>
          <a:xfrm xmlns:a="http://schemas.openxmlformats.org/drawingml/2006/main">
            <a:off x="5726909" y="4438344"/>
            <a:ext cx="640782" cy="0"/>
          </a:xfrm>
          <a:prstGeom xmlns:a="http://schemas.openxmlformats.org/drawingml/2006/main" prst="line">
            <a:avLst/>
          </a:prstGeom>
          <a:ln xmlns:a="http://schemas.openxmlformats.org/drawingml/2006/main" w="57150"/>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168" name="Rectangle 167">
            <a:extLst xmlns:a="http://schemas.openxmlformats.org/drawingml/2006/main">
              <a:ext uri="{FF2B5EF4-FFF2-40B4-BE49-F238E27FC236}">
                <a16:creationId xmlns:a16="http://schemas.microsoft.com/office/drawing/2014/main" id="{8AE92CFC-CFE7-4B5F-AD20-1BB82F126BB2}"/>
              </a:ext>
            </a:extLst>
          </p:cNvPr>
          <p:cNvSpPr>
            <a:spLocks xmlns:a="http://schemas.openxmlformats.org/drawingml/2006/main" noGrp="1"/>
          </p:cNvSpPr>
          <p:nvPr/>
        </p:nvSpPr>
        <p:spPr>
          <a:xfrm xmlns:a="http://schemas.openxmlformats.org/drawingml/2006/main">
            <a:off x="5276581" y="2216076"/>
            <a:ext cx="1368504" cy="754531"/>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3600">
                <a:solidFill>
                  <a:schemeClr val="accent1"/>
                </a:solidFill>
              </a:rPr>
              <a:t>4</a:t>
            </a:r>
          </a:p>
        </p:txBody>
      </p:sp>
      <p:sp>
        <p:nvSpPr>
          <p:cNvPr id="169" name="Rectangle 168">
            <a:extLst xmlns:a="http://schemas.openxmlformats.org/drawingml/2006/main">
              <a:ext uri="{FF2B5EF4-FFF2-40B4-BE49-F238E27FC236}">
                <a16:creationId xmlns:a16="http://schemas.microsoft.com/office/drawing/2014/main" id="{DD043BCB-3F60-4724-A204-D2F091B033FB}"/>
              </a:ext>
            </a:extLst>
          </p:cNvPr>
          <p:cNvSpPr>
            <a:spLocks xmlns:a="http://schemas.openxmlformats.org/drawingml/2006/main" noGrp="1"/>
          </p:cNvSpPr>
          <p:nvPr/>
        </p:nvSpPr>
        <p:spPr>
          <a:xfrm xmlns:a="http://schemas.openxmlformats.org/drawingml/2006/main">
            <a:off x="5230034" y="3127978"/>
            <a:ext cx="1503753" cy="754531"/>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3600">
                <a:solidFill>
                  <a:schemeClr val="accent1"/>
                </a:solidFill>
              </a:rPr>
              <a:t>5</a:t>
            </a:r>
          </a:p>
        </p:txBody>
      </p:sp>
      <p:sp>
        <p:nvSpPr>
          <p:cNvPr id="170" name="Rectangle 169">
            <a:extLst xmlns:a="http://schemas.openxmlformats.org/drawingml/2006/main">
              <a:ext uri="{FF2B5EF4-FFF2-40B4-BE49-F238E27FC236}">
                <a16:creationId xmlns:a16="http://schemas.microsoft.com/office/drawing/2014/main" id="{DE4B2662-50B7-40D7-9E99-DFAC1EDAD65F}"/>
              </a:ext>
            </a:extLst>
          </p:cNvPr>
          <p:cNvSpPr>
            <a:spLocks xmlns:a="http://schemas.openxmlformats.org/drawingml/2006/main" noGrp="1"/>
          </p:cNvSpPr>
          <p:nvPr/>
        </p:nvSpPr>
        <p:spPr>
          <a:xfrm xmlns:a="http://schemas.openxmlformats.org/drawingml/2006/main">
            <a:off x="5298348" y="4006442"/>
            <a:ext cx="1368504" cy="754531"/>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3600">
                <a:solidFill>
                  <a:schemeClr val="accent1"/>
                </a:solidFill>
              </a:rPr>
              <a:t>2</a:t>
            </a:r>
          </a:p>
        </p:txBody>
      </p:sp>
      <p:sp>
        <p:nvSpPr>
          <p:cNvPr id="171" name="Rectangle 170">
            <a:extLst xmlns:a="http://schemas.openxmlformats.org/drawingml/2006/main">
              <a:ext uri="{FF2B5EF4-FFF2-40B4-BE49-F238E27FC236}">
                <a16:creationId xmlns:a16="http://schemas.microsoft.com/office/drawing/2014/main" id="{DFE534D4-4E31-4BD4-A063-EF0CFEEDAA16}"/>
              </a:ext>
            </a:extLst>
          </p:cNvPr>
          <p:cNvSpPr>
            <a:spLocks xmlns:a="http://schemas.openxmlformats.org/drawingml/2006/main" noGrp="1"/>
          </p:cNvSpPr>
          <p:nvPr/>
        </p:nvSpPr>
        <p:spPr>
          <a:xfrm xmlns:a="http://schemas.openxmlformats.org/drawingml/2006/main">
            <a:off x="5306992" y="4979317"/>
            <a:ext cx="1412262" cy="754531"/>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3600">
                <a:solidFill>
                  <a:schemeClr val="accent1"/>
                </a:solidFill>
              </a:rPr>
              <a:t>4</a:t>
            </a:r>
          </a:p>
        </p:txBody>
      </p:sp>
      <p:sp>
        <p:nvSpPr>
          <p:cNvPr id="172" name="Rectangle 171">
            <a:extLst xmlns:a="http://schemas.openxmlformats.org/drawingml/2006/main">
              <a:ext uri="{FF2B5EF4-FFF2-40B4-BE49-F238E27FC236}">
                <a16:creationId xmlns:a16="http://schemas.microsoft.com/office/drawing/2014/main" id="{26FA781D-D41B-418A-B998-A3ACF0C0E023}"/>
              </a:ext>
            </a:extLst>
          </p:cNvPr>
          <p:cNvSpPr>
            <a:spLocks xmlns:a="http://schemas.openxmlformats.org/drawingml/2006/main" noGrp="1"/>
          </p:cNvSpPr>
          <p:nvPr/>
        </p:nvSpPr>
        <p:spPr>
          <a:xfrm xmlns:a="http://schemas.openxmlformats.org/drawingml/2006/main">
            <a:off x="6861773" y="2204392"/>
            <a:ext cx="883936" cy="754531"/>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3600">
                <a:solidFill>
                  <a:schemeClr val="accent2"/>
                </a:solidFill>
              </a:rPr>
              <a:t>3</a:t>
            </a:r>
          </a:p>
        </p:txBody>
      </p:sp>
      <p:sp>
        <p:nvSpPr>
          <p:cNvPr id="173" name="Rectangle 172">
            <a:extLst xmlns:a="http://schemas.openxmlformats.org/drawingml/2006/main">
              <a:ext uri="{FF2B5EF4-FFF2-40B4-BE49-F238E27FC236}">
                <a16:creationId xmlns:a16="http://schemas.microsoft.com/office/drawing/2014/main" id="{8C9A3272-C9F7-4F81-A88A-EFEEC520B205}"/>
              </a:ext>
            </a:extLst>
          </p:cNvPr>
          <p:cNvSpPr>
            <a:spLocks xmlns:a="http://schemas.openxmlformats.org/drawingml/2006/main" noGrp="1"/>
          </p:cNvSpPr>
          <p:nvPr/>
        </p:nvSpPr>
        <p:spPr>
          <a:xfrm xmlns:a="http://schemas.openxmlformats.org/drawingml/2006/main">
            <a:off x="6883491" y="3133402"/>
            <a:ext cx="883936" cy="754531"/>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3600">
                <a:solidFill>
                  <a:schemeClr val="accent2"/>
                </a:solidFill>
              </a:rPr>
              <a:t>1</a:t>
            </a:r>
          </a:p>
        </p:txBody>
      </p:sp>
      <p:sp>
        <p:nvSpPr>
          <p:cNvPr id="174" name="Rectangle 173">
            <a:extLst xmlns:a="http://schemas.openxmlformats.org/drawingml/2006/main">
              <a:ext uri="{FF2B5EF4-FFF2-40B4-BE49-F238E27FC236}">
                <a16:creationId xmlns:a16="http://schemas.microsoft.com/office/drawing/2014/main" id="{F7FACF76-51C0-48B3-B23A-FB21A3012316}"/>
              </a:ext>
            </a:extLst>
          </p:cNvPr>
          <p:cNvSpPr>
            <a:spLocks xmlns:a="http://schemas.openxmlformats.org/drawingml/2006/main" noGrp="1"/>
          </p:cNvSpPr>
          <p:nvPr/>
        </p:nvSpPr>
        <p:spPr>
          <a:xfrm xmlns:a="http://schemas.openxmlformats.org/drawingml/2006/main">
            <a:off x="6849952" y="4025832"/>
            <a:ext cx="921667" cy="754531"/>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3600">
                <a:solidFill>
                  <a:schemeClr val="accent2"/>
                </a:solidFill>
              </a:rPr>
              <a:t>2</a:t>
            </a:r>
          </a:p>
        </p:txBody>
      </p:sp>
      <p:sp>
        <p:nvSpPr>
          <p:cNvPr id="175" name="Rectangle 174">
            <a:extLst xmlns:a="http://schemas.openxmlformats.org/drawingml/2006/main">
              <a:ext uri="{FF2B5EF4-FFF2-40B4-BE49-F238E27FC236}">
                <a16:creationId xmlns:a16="http://schemas.microsoft.com/office/drawing/2014/main" id="{3C3DE716-7660-485E-81AD-06EADB51C934}"/>
              </a:ext>
            </a:extLst>
          </p:cNvPr>
          <p:cNvSpPr>
            <a:spLocks xmlns:a="http://schemas.openxmlformats.org/drawingml/2006/main" noGrp="1"/>
          </p:cNvSpPr>
          <p:nvPr/>
        </p:nvSpPr>
        <p:spPr>
          <a:xfrm xmlns:a="http://schemas.openxmlformats.org/drawingml/2006/main">
            <a:off x="6849952" y="4995429"/>
            <a:ext cx="928160" cy="754531"/>
          </a:xfrm>
          <a:prstGeom xmlns:a="http://schemas.openxmlformats.org/drawingml/2006/main" prst="rect">
            <a:avLst/>
          </a:prstGeom>
          <a:solidFill xmlns:a="http://schemas.openxmlformats.org/drawingml/2006/main">
            <a:schemeClr val="bg1"/>
          </a:solidFill>
          <a:ln xmlns:a="http://schemas.openxmlformats.org/drawingml/2006/main">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3600">
                <a:solidFill>
                  <a:schemeClr val="accent2"/>
                </a:solidFill>
              </a:rPr>
              <a:t>5</a:t>
            </a:r>
          </a:p>
        </p:txBody>
      </p:sp>
      <p:sp>
        <p:nvSpPr>
          <p:cNvPr id="210" name="Rectangle 209">
            <a:extLst xmlns:a="http://schemas.openxmlformats.org/drawingml/2006/main">
              <a:ext uri="{FF2B5EF4-FFF2-40B4-BE49-F238E27FC236}">
                <a16:creationId xmlns:a16="http://schemas.microsoft.com/office/drawing/2014/main" id="{087BCD8D-967D-409C-A739-59941F1AC7DF}"/>
              </a:ext>
            </a:extLst>
          </p:cNvPr>
          <p:cNvSpPr>
            <a:spLocks xmlns:a="http://schemas.openxmlformats.org/drawingml/2006/main" noGrp="1"/>
          </p:cNvSpPr>
          <p:nvPr/>
        </p:nvSpPr>
        <p:spPr>
          <a:xfrm xmlns:a="http://schemas.openxmlformats.org/drawingml/2006/main" rot="16200000">
            <a:off x="8807025" y="2825692"/>
            <a:ext cx="582409" cy="576516"/>
          </a:xfrm>
          <a:prstGeom xmlns:a="http://schemas.openxmlformats.org/drawingml/2006/main" prst="rect">
            <a:avLst/>
          </a:prstGeom>
          <a:solidFill xmlns:a="http://schemas.openxmlformats.org/drawingml/2006/main">
            <a:schemeClr val="accent1">
              <a:lumMod val="40000"/>
              <a:lumOff val="60000"/>
            </a:schemeClr>
          </a:solidFill>
          <a:ln xmlns:a="http://schemas.openxmlformats.org/drawingml/2006/main" w="28575">
            <a:solidFill>
              <a:schemeClr val="tx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1" name="Rectangle 210">
            <a:extLst xmlns:a="http://schemas.openxmlformats.org/drawingml/2006/main">
              <a:ext uri="{FF2B5EF4-FFF2-40B4-BE49-F238E27FC236}">
                <a16:creationId xmlns:a16="http://schemas.microsoft.com/office/drawing/2014/main" id="{E0BAE526-F658-4F9D-9F46-05091AB7774A}"/>
              </a:ext>
            </a:extLst>
          </p:cNvPr>
          <p:cNvSpPr>
            <a:spLocks xmlns:a="http://schemas.openxmlformats.org/drawingml/2006/main" noGrp="1"/>
          </p:cNvSpPr>
          <p:nvPr/>
        </p:nvSpPr>
        <p:spPr>
          <a:xfrm xmlns:a="http://schemas.openxmlformats.org/drawingml/2006/main" rot="16200000">
            <a:off x="8807025" y="2258210"/>
            <a:ext cx="582409" cy="576918"/>
          </a:xfrm>
          <a:prstGeom xmlns:a="http://schemas.openxmlformats.org/drawingml/2006/main" prst="rect">
            <a:avLst/>
          </a:prstGeom>
          <a:solidFill xmlns:a="http://schemas.openxmlformats.org/drawingml/2006/main">
            <a:schemeClr val="accent1">
              <a:lumMod val="40000"/>
              <a:lumOff val="60000"/>
            </a:schemeClr>
          </a:solidFill>
          <a:ln xmlns:a="http://schemas.openxmlformats.org/drawingml/2006/main" w="28575">
            <a:solidFill>
              <a:schemeClr val="tx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2" name="Rectangle 211">
            <a:extLst xmlns:a="http://schemas.openxmlformats.org/drawingml/2006/main">
              <a:ext uri="{FF2B5EF4-FFF2-40B4-BE49-F238E27FC236}">
                <a16:creationId xmlns:a16="http://schemas.microsoft.com/office/drawing/2014/main" id="{4ED12765-9CBE-49C0-97C8-3B0BDAE8F510}"/>
              </a:ext>
            </a:extLst>
          </p:cNvPr>
          <p:cNvSpPr>
            <a:spLocks xmlns:a="http://schemas.openxmlformats.org/drawingml/2006/main" noGrp="1"/>
          </p:cNvSpPr>
          <p:nvPr/>
        </p:nvSpPr>
        <p:spPr>
          <a:xfrm xmlns:a="http://schemas.openxmlformats.org/drawingml/2006/main" rot="16200000">
            <a:off x="8805931" y="1689862"/>
            <a:ext cx="582409" cy="579049"/>
          </a:xfrm>
          <a:prstGeom xmlns:a="http://schemas.openxmlformats.org/drawingml/2006/main" prst="rect">
            <a:avLst/>
          </a:prstGeom>
          <a:solidFill xmlns:a="http://schemas.openxmlformats.org/drawingml/2006/main">
            <a:schemeClr val="accent1">
              <a:lumMod val="40000"/>
              <a:lumOff val="60000"/>
            </a:schemeClr>
          </a:solidFill>
          <a:ln xmlns:a="http://schemas.openxmlformats.org/drawingml/2006/main" w="28575">
            <a:solidFill>
              <a:schemeClr val="tx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3" name="Rectangle 212">
            <a:extLst xmlns:a="http://schemas.openxmlformats.org/drawingml/2006/main">
              <a:ext uri="{FF2B5EF4-FFF2-40B4-BE49-F238E27FC236}">
                <a16:creationId xmlns:a16="http://schemas.microsoft.com/office/drawing/2014/main" id="{2C033998-FB50-4060-86A9-8E1AA03E546F}"/>
              </a:ext>
            </a:extLst>
          </p:cNvPr>
          <p:cNvSpPr>
            <a:spLocks xmlns:a="http://schemas.openxmlformats.org/drawingml/2006/main" noGrp="1"/>
          </p:cNvSpPr>
          <p:nvPr/>
        </p:nvSpPr>
        <p:spPr>
          <a:xfrm xmlns:a="http://schemas.openxmlformats.org/drawingml/2006/main" rot="16200000">
            <a:off x="8805724" y="1122580"/>
            <a:ext cx="582409" cy="579049"/>
          </a:xfrm>
          <a:prstGeom xmlns:a="http://schemas.openxmlformats.org/drawingml/2006/main" prst="rect">
            <a:avLst/>
          </a:prstGeom>
          <a:solidFill xmlns:a="http://schemas.openxmlformats.org/drawingml/2006/main">
            <a:schemeClr val="accent1">
              <a:lumMod val="40000"/>
              <a:lumOff val="60000"/>
            </a:schemeClr>
          </a:solidFill>
          <a:ln xmlns:a="http://schemas.openxmlformats.org/drawingml/2006/main" w="28575">
            <a:solidFill>
              <a:schemeClr val="tx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4" name="Oval 223">
            <a:extLst xmlns:a="http://schemas.openxmlformats.org/drawingml/2006/main">
              <a:ext uri="{FF2B5EF4-FFF2-40B4-BE49-F238E27FC236}">
                <a16:creationId xmlns:a16="http://schemas.microsoft.com/office/drawing/2014/main" id="{92567CCB-C443-4732-9938-2C0E3D918D68}"/>
              </a:ext>
            </a:extLst>
          </p:cNvPr>
          <p:cNvSpPr>
            <a:spLocks xmlns:a="http://schemas.openxmlformats.org/drawingml/2006/main" noGrp="1"/>
          </p:cNvSpPr>
          <p:nvPr/>
        </p:nvSpPr>
        <p:spPr>
          <a:xfrm xmlns:a="http://schemas.openxmlformats.org/drawingml/2006/main">
            <a:off x="8922637" y="2956199"/>
            <a:ext cx="320300" cy="322386"/>
          </a:xfrm>
          <a:prstGeom xmlns:a="http://schemas.openxmlformats.org/drawingml/2006/main" prst="ellipse">
            <a:avLst/>
          </a:prstGeom>
          <a:solidFill xmlns:a="http://schemas.openxmlformats.org/drawingml/2006/main">
            <a:srgbClr val="FF7C80"/>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5" name="Oval 224">
            <a:extLst xmlns:a="http://schemas.openxmlformats.org/drawingml/2006/main">
              <a:ext uri="{FF2B5EF4-FFF2-40B4-BE49-F238E27FC236}">
                <a16:creationId xmlns:a16="http://schemas.microsoft.com/office/drawing/2014/main" id="{D0AE0DB2-F430-42CB-931A-635CB1953E18}"/>
              </a:ext>
            </a:extLst>
          </p:cNvPr>
          <p:cNvSpPr>
            <a:spLocks xmlns:a="http://schemas.openxmlformats.org/drawingml/2006/main" noGrp="1"/>
          </p:cNvSpPr>
          <p:nvPr/>
        </p:nvSpPr>
        <p:spPr>
          <a:xfrm xmlns:a="http://schemas.openxmlformats.org/drawingml/2006/main">
            <a:off x="8964055" y="3060108"/>
            <a:ext cx="118732" cy="114567"/>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2" name="Oval 221">
            <a:extLst xmlns:a="http://schemas.openxmlformats.org/drawingml/2006/main">
              <a:ext uri="{FF2B5EF4-FFF2-40B4-BE49-F238E27FC236}">
                <a16:creationId xmlns:a16="http://schemas.microsoft.com/office/drawing/2014/main" id="{721B9AF2-7B0F-492E-B1CF-8354A5060A82}"/>
              </a:ext>
            </a:extLst>
          </p:cNvPr>
          <p:cNvSpPr>
            <a:spLocks xmlns:a="http://schemas.openxmlformats.org/drawingml/2006/main" noGrp="1"/>
          </p:cNvSpPr>
          <p:nvPr/>
        </p:nvSpPr>
        <p:spPr>
          <a:xfrm xmlns:a="http://schemas.openxmlformats.org/drawingml/2006/main">
            <a:off x="8940407" y="1821635"/>
            <a:ext cx="320300" cy="322386"/>
          </a:xfrm>
          <a:prstGeom xmlns:a="http://schemas.openxmlformats.org/drawingml/2006/main" prst="ellipse">
            <a:avLst/>
          </a:prstGeom>
          <a:solidFill xmlns:a="http://schemas.openxmlformats.org/drawingml/2006/main">
            <a:schemeClr val="accent2">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3" name="Oval 222">
            <a:extLst xmlns:a="http://schemas.openxmlformats.org/drawingml/2006/main">
              <a:ext uri="{FF2B5EF4-FFF2-40B4-BE49-F238E27FC236}">
                <a16:creationId xmlns:a16="http://schemas.microsoft.com/office/drawing/2014/main" id="{FE4F3D81-6B4A-4D73-9361-62A5F6A17767}"/>
              </a:ext>
            </a:extLst>
          </p:cNvPr>
          <p:cNvSpPr>
            <a:spLocks xmlns:a="http://schemas.openxmlformats.org/drawingml/2006/main" noGrp="1"/>
          </p:cNvSpPr>
          <p:nvPr/>
        </p:nvSpPr>
        <p:spPr>
          <a:xfrm xmlns:a="http://schemas.openxmlformats.org/drawingml/2006/main">
            <a:off x="8981825" y="1925544"/>
            <a:ext cx="118732" cy="114567"/>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0" name="Oval 219">
            <a:extLst xmlns:a="http://schemas.openxmlformats.org/drawingml/2006/main">
              <a:ext uri="{FF2B5EF4-FFF2-40B4-BE49-F238E27FC236}">
                <a16:creationId xmlns:a16="http://schemas.microsoft.com/office/drawing/2014/main" id="{4120AE77-C8D1-4C62-B9E6-67975AEEE311}"/>
              </a:ext>
            </a:extLst>
          </p:cNvPr>
          <p:cNvSpPr>
            <a:spLocks xmlns:a="http://schemas.openxmlformats.org/drawingml/2006/main" noGrp="1"/>
          </p:cNvSpPr>
          <p:nvPr/>
        </p:nvSpPr>
        <p:spPr>
          <a:xfrm xmlns:a="http://schemas.openxmlformats.org/drawingml/2006/main">
            <a:off x="8963859" y="1211330"/>
            <a:ext cx="317306" cy="325428"/>
          </a:xfrm>
          <a:prstGeom xmlns:a="http://schemas.openxmlformats.org/drawingml/2006/main" prst="ellipse">
            <a:avLst/>
          </a:prstGeom>
          <a:solidFill xmlns:a="http://schemas.openxmlformats.org/drawingml/2006/main">
            <a:schemeClr val="accent6">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1" name="Oval 220">
            <a:extLst xmlns:a="http://schemas.openxmlformats.org/drawingml/2006/main">
              <a:ext uri="{FF2B5EF4-FFF2-40B4-BE49-F238E27FC236}">
                <a16:creationId xmlns:a16="http://schemas.microsoft.com/office/drawing/2014/main" id="{44755EA7-35AE-49B6-BF45-456E35AECBEB}"/>
              </a:ext>
            </a:extLst>
          </p:cNvPr>
          <p:cNvSpPr>
            <a:spLocks xmlns:a="http://schemas.openxmlformats.org/drawingml/2006/main" noGrp="1"/>
          </p:cNvSpPr>
          <p:nvPr/>
        </p:nvSpPr>
        <p:spPr>
          <a:xfrm xmlns:a="http://schemas.openxmlformats.org/drawingml/2006/main">
            <a:off x="9004890" y="1316220"/>
            <a:ext cx="117622" cy="115648"/>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8" name="Oval 217">
            <a:extLst xmlns:a="http://schemas.openxmlformats.org/drawingml/2006/main">
              <a:ext uri="{FF2B5EF4-FFF2-40B4-BE49-F238E27FC236}">
                <a16:creationId xmlns:a16="http://schemas.microsoft.com/office/drawing/2014/main" id="{FAFCF283-2549-4121-A184-9E374E189FDA}"/>
              </a:ext>
            </a:extLst>
          </p:cNvPr>
          <p:cNvSpPr>
            <a:spLocks xmlns:a="http://schemas.openxmlformats.org/drawingml/2006/main" noGrp="1"/>
          </p:cNvSpPr>
          <p:nvPr/>
        </p:nvSpPr>
        <p:spPr>
          <a:xfrm xmlns:a="http://schemas.openxmlformats.org/drawingml/2006/main">
            <a:off x="8945700" y="2367447"/>
            <a:ext cx="310857" cy="332179"/>
          </a:xfrm>
          <a:prstGeom xmlns:a="http://schemas.openxmlformats.org/drawingml/2006/main" prst="ellipse">
            <a:avLst/>
          </a:prstGeom>
          <a:solidFill xmlns:a="http://schemas.openxmlformats.org/drawingml/2006/main">
            <a:schemeClr val="accent4">
              <a:lumMod val="20000"/>
              <a:lumOff val="8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9" name="Oval 218">
            <a:extLst xmlns:a="http://schemas.openxmlformats.org/drawingml/2006/main">
              <a:ext uri="{FF2B5EF4-FFF2-40B4-BE49-F238E27FC236}">
                <a16:creationId xmlns:a16="http://schemas.microsoft.com/office/drawing/2014/main" id="{F7D10E57-0883-47BD-983F-232F997E2DBC}"/>
              </a:ext>
            </a:extLst>
          </p:cNvPr>
          <p:cNvSpPr>
            <a:spLocks xmlns:a="http://schemas.openxmlformats.org/drawingml/2006/main" noGrp="1"/>
          </p:cNvSpPr>
          <p:nvPr/>
        </p:nvSpPr>
        <p:spPr>
          <a:xfrm xmlns:a="http://schemas.openxmlformats.org/drawingml/2006/main">
            <a:off x="8985897" y="2474512"/>
            <a:ext cx="115232" cy="118047"/>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9" name="Rectangle 178">
            <a:extLst xmlns:a="http://schemas.openxmlformats.org/drawingml/2006/main">
              <a:ext uri="{FF2B5EF4-FFF2-40B4-BE49-F238E27FC236}">
                <a16:creationId xmlns:a16="http://schemas.microsoft.com/office/drawing/2014/main" id="{5C1ACDD2-7159-4ACE-BE69-2E1B2121B891}"/>
              </a:ext>
            </a:extLst>
          </p:cNvPr>
          <p:cNvSpPr>
            <a:spLocks xmlns:a="http://schemas.openxmlformats.org/drawingml/2006/main" noGrp="1"/>
          </p:cNvSpPr>
          <p:nvPr/>
        </p:nvSpPr>
        <p:spPr>
          <a:xfrm xmlns:a="http://schemas.openxmlformats.org/drawingml/2006/main">
            <a:off x="9391777" y="836057"/>
            <a:ext cx="995108" cy="279322"/>
          </a:xfrm>
          <a:prstGeom xmlns:a="http://schemas.openxmlformats.org/drawingml/2006/main" prst="rect">
            <a:avLst/>
          </a:prstGeom>
          <a:ln xmlns:a="http://schemas.openxmlformats.org/drawingml/2006/main" w="28575">
            <a:solidFill>
              <a:schemeClr val="tx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t>G1</a:t>
            </a:r>
          </a:p>
        </p:txBody>
      </p:sp>
      <p:sp>
        <p:nvSpPr>
          <p:cNvPr id="180" name="Rectangle 179">
            <a:extLst xmlns:a="http://schemas.openxmlformats.org/drawingml/2006/main">
              <a:ext uri="{FF2B5EF4-FFF2-40B4-BE49-F238E27FC236}">
                <a16:creationId xmlns:a16="http://schemas.microsoft.com/office/drawing/2014/main" id="{A754D66C-32B0-45C2-9CC4-6C76C5B06546}"/>
              </a:ext>
            </a:extLst>
          </p:cNvPr>
          <p:cNvSpPr>
            <a:spLocks xmlns:a="http://schemas.openxmlformats.org/drawingml/2006/main" noGrp="1"/>
          </p:cNvSpPr>
          <p:nvPr/>
        </p:nvSpPr>
        <p:spPr>
          <a:xfrm xmlns:a="http://schemas.openxmlformats.org/drawingml/2006/main">
            <a:off x="10386886" y="836056"/>
            <a:ext cx="626574" cy="279322"/>
          </a:xfrm>
          <a:prstGeom xmlns:a="http://schemas.openxmlformats.org/drawingml/2006/main" prst="rect">
            <a:avLst/>
          </a:prstGeom>
          <a:ln xmlns:a="http://schemas.openxmlformats.org/drawingml/2006/main" w="28575">
            <a:solidFill>
              <a:schemeClr val="tx1"/>
            </a:solidFill>
          </a:ln>
        </p:spPr>
        <p:style>
          <a:lnRef xmlns:a="http://schemas.openxmlformats.org/drawingml/2006/main" idx="2">
            <a:schemeClr val="accent2">
              <a:shade val="50000"/>
            </a:schemeClr>
          </a:lnRef>
          <a:fillRef xmlns:a="http://schemas.openxmlformats.org/drawingml/2006/main" idx="1">
            <a:schemeClr val="accent2"/>
          </a:fillRef>
          <a:effectRef xmlns:a="http://schemas.openxmlformats.org/drawingml/2006/main" idx="0">
            <a:schemeClr val="accent2"/>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600"/>
              <a:t>G2</a:t>
            </a:r>
          </a:p>
        </p:txBody>
      </p:sp>
      <p:sp>
        <p:nvSpPr>
          <p:cNvPr id="188" name="Straight Connector 187">
            <a:extLst xmlns:a="http://schemas.openxmlformats.org/drawingml/2006/main">
              <a:ext uri="{FF2B5EF4-FFF2-40B4-BE49-F238E27FC236}">
                <a16:creationId xmlns:a16="http://schemas.microsoft.com/office/drawing/2014/main" id="{2C2CD420-95C7-41E3-AF27-288DA56DFBCA}"/>
              </a:ext>
            </a:extLst>
          </p:cNvPr>
          <p:cNvSpPr>
            <a:spLocks xmlns:a="http://schemas.openxmlformats.org/drawingml/2006/main" noGrp="1"/>
          </p:cNvSpPr>
          <p:nvPr/>
        </p:nvSpPr>
        <p:spPr>
          <a:xfrm xmlns:a="http://schemas.openxmlformats.org/drawingml/2006/main" flipH="1" flipV="1">
            <a:off x="10389217" y="1109111"/>
            <a:ext cx="2396" cy="2257359"/>
          </a:xfrm>
          <a:prstGeom xmlns:a="http://schemas.openxmlformats.org/drawingml/2006/main" prst="line">
            <a:avLst/>
          </a:prstGeom>
          <a:ln xmlns:a="http://schemas.openxmlformats.org/drawingml/2006/main" w="28575">
            <a:solidFill>
              <a:schemeClr val="bg2">
                <a:lumMod val="50000"/>
              </a:schemeClr>
            </a:solidFill>
            <a:prstDash val="sysDash"/>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59" name="Rectangle 58">
            <a:extLst xmlns:a="http://schemas.openxmlformats.org/drawingml/2006/main">
              <a:ext uri="{FF2B5EF4-FFF2-40B4-BE49-F238E27FC236}">
                <a16:creationId xmlns:a16="http://schemas.microsoft.com/office/drawing/2014/main" id="{77613098-D10F-4770-8D65-C3ADBD8F9AB6}"/>
              </a:ext>
            </a:extLst>
          </p:cNvPr>
          <p:cNvSpPr>
            <a:spLocks xmlns:a="http://schemas.openxmlformats.org/drawingml/2006/main" noGrp="1"/>
          </p:cNvSpPr>
          <p:nvPr/>
        </p:nvSpPr>
        <p:spPr>
          <a:xfrm xmlns:a="http://schemas.openxmlformats.org/drawingml/2006/main">
            <a:off x="9400166" y="1133308"/>
            <a:ext cx="995157" cy="577767"/>
          </a:xfrm>
          <a:prstGeom xmlns:a="http://schemas.openxmlformats.org/drawingml/2006/main" prst="rect">
            <a:avLst/>
          </a:prstGeom>
          <a:solidFill xmlns:a="http://schemas.openxmlformats.org/drawingml/2006/main">
            <a:schemeClr val="accent1">
              <a:lumMod val="75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6" name="Rectangle 225">
            <a:extLst xmlns:a="http://schemas.openxmlformats.org/drawingml/2006/main">
              <a:ext uri="{FF2B5EF4-FFF2-40B4-BE49-F238E27FC236}">
                <a16:creationId xmlns:a16="http://schemas.microsoft.com/office/drawing/2014/main" id="{86C6AE48-7A6B-4B36-A3DD-E3B59BC777FE}"/>
              </a:ext>
            </a:extLst>
          </p:cNvPr>
          <p:cNvSpPr>
            <a:spLocks xmlns:a="http://schemas.openxmlformats.org/drawingml/2006/main" noGrp="1"/>
          </p:cNvSpPr>
          <p:nvPr/>
        </p:nvSpPr>
        <p:spPr>
          <a:xfrm xmlns:a="http://schemas.openxmlformats.org/drawingml/2006/main">
            <a:off x="9404517" y="1686312"/>
            <a:ext cx="995157" cy="577767"/>
          </a:xfrm>
          <a:prstGeom xmlns:a="http://schemas.openxmlformats.org/drawingml/2006/main" prst="rect">
            <a:avLst/>
          </a:prstGeom>
          <a:solidFill xmlns:a="http://schemas.openxmlformats.org/drawingml/2006/main">
            <a:schemeClr val="accent1">
              <a:lumMod val="5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7" name="Rectangle 226">
            <a:extLst xmlns:a="http://schemas.openxmlformats.org/drawingml/2006/main">
              <a:ext uri="{FF2B5EF4-FFF2-40B4-BE49-F238E27FC236}">
                <a16:creationId xmlns:a16="http://schemas.microsoft.com/office/drawing/2014/main" id="{92F1D029-3B58-4C9B-AA50-FBA98345D934}"/>
              </a:ext>
            </a:extLst>
          </p:cNvPr>
          <p:cNvSpPr>
            <a:spLocks xmlns:a="http://schemas.openxmlformats.org/drawingml/2006/main" noGrp="1"/>
          </p:cNvSpPr>
          <p:nvPr/>
        </p:nvSpPr>
        <p:spPr>
          <a:xfrm xmlns:a="http://schemas.openxmlformats.org/drawingml/2006/main">
            <a:off x="9407706" y="2261801"/>
            <a:ext cx="995157" cy="577767"/>
          </a:xfrm>
          <a:prstGeom xmlns:a="http://schemas.openxmlformats.org/drawingml/2006/main" prst="rect">
            <a:avLst/>
          </a:prstGeom>
          <a:solidFill xmlns:a="http://schemas.openxmlformats.org/drawingml/2006/main">
            <a:schemeClr val="accent1">
              <a:lumMod val="40000"/>
              <a:lumOff val="6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8" name="Rectangle 227">
            <a:extLst xmlns:a="http://schemas.openxmlformats.org/drawingml/2006/main">
              <a:ext uri="{FF2B5EF4-FFF2-40B4-BE49-F238E27FC236}">
                <a16:creationId xmlns:a16="http://schemas.microsoft.com/office/drawing/2014/main" id="{1A4FFB2F-7BEF-4170-859C-FD1DFDE373E6}"/>
              </a:ext>
            </a:extLst>
          </p:cNvPr>
          <p:cNvSpPr>
            <a:spLocks xmlns:a="http://schemas.openxmlformats.org/drawingml/2006/main" noGrp="1"/>
          </p:cNvSpPr>
          <p:nvPr/>
        </p:nvSpPr>
        <p:spPr>
          <a:xfrm xmlns:a="http://schemas.openxmlformats.org/drawingml/2006/main">
            <a:off x="9403997" y="2832830"/>
            <a:ext cx="995157" cy="577767"/>
          </a:xfrm>
          <a:prstGeom xmlns:a="http://schemas.openxmlformats.org/drawingml/2006/main" prst="rect">
            <a:avLst/>
          </a:prstGeom>
          <a:solidFill xmlns:a="http://schemas.openxmlformats.org/drawingml/2006/main">
            <a:schemeClr val="accent1">
              <a:lumMod val="75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9" name="Rectangle 228">
            <a:extLst xmlns:a="http://schemas.openxmlformats.org/drawingml/2006/main">
              <a:ext uri="{FF2B5EF4-FFF2-40B4-BE49-F238E27FC236}">
                <a16:creationId xmlns:a16="http://schemas.microsoft.com/office/drawing/2014/main" id="{C10A5A8F-29F9-4933-A4DF-E0C5E11E48E5}"/>
              </a:ext>
            </a:extLst>
          </p:cNvPr>
          <p:cNvSpPr>
            <a:spLocks xmlns:a="http://schemas.openxmlformats.org/drawingml/2006/main" noGrp="1"/>
          </p:cNvSpPr>
          <p:nvPr/>
        </p:nvSpPr>
        <p:spPr>
          <a:xfrm xmlns:a="http://schemas.openxmlformats.org/drawingml/2006/main">
            <a:off x="10401249" y="2250286"/>
            <a:ext cx="624901" cy="577767"/>
          </a:xfrm>
          <a:prstGeom xmlns:a="http://schemas.openxmlformats.org/drawingml/2006/main" prst="rect">
            <a:avLst/>
          </a:prstGeom>
          <a:solidFill xmlns:a="http://schemas.openxmlformats.org/drawingml/2006/main">
            <a:schemeClr val="accent1">
              <a:lumMod val="40000"/>
              <a:lumOff val="6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0" name="Rectangle 229">
            <a:extLst xmlns:a="http://schemas.openxmlformats.org/drawingml/2006/main">
              <a:ext uri="{FF2B5EF4-FFF2-40B4-BE49-F238E27FC236}">
                <a16:creationId xmlns:a16="http://schemas.microsoft.com/office/drawing/2014/main" id="{10531FBF-F2DF-4523-9896-46984877671F}"/>
              </a:ext>
            </a:extLst>
          </p:cNvPr>
          <p:cNvSpPr>
            <a:spLocks xmlns:a="http://schemas.openxmlformats.org/drawingml/2006/main" noGrp="1"/>
          </p:cNvSpPr>
          <p:nvPr/>
        </p:nvSpPr>
        <p:spPr>
          <a:xfrm xmlns:a="http://schemas.openxmlformats.org/drawingml/2006/main">
            <a:off x="10395316" y="1679825"/>
            <a:ext cx="624901" cy="577767"/>
          </a:xfrm>
          <a:prstGeom xmlns:a="http://schemas.openxmlformats.org/drawingml/2006/main" prst="rect">
            <a:avLst/>
          </a:prstGeom>
          <a:solidFill xmlns:a="http://schemas.openxmlformats.org/drawingml/2006/main">
            <a:schemeClr val="accent1">
              <a:lumMod val="20000"/>
              <a:lumOff val="8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1" name="Rectangle 230">
            <a:extLst xmlns:a="http://schemas.openxmlformats.org/drawingml/2006/main">
              <a:ext uri="{FF2B5EF4-FFF2-40B4-BE49-F238E27FC236}">
                <a16:creationId xmlns:a16="http://schemas.microsoft.com/office/drawing/2014/main" id="{F879DB82-03F0-439A-B902-8D82515B66E2}"/>
              </a:ext>
            </a:extLst>
          </p:cNvPr>
          <p:cNvSpPr>
            <a:spLocks xmlns:a="http://schemas.openxmlformats.org/drawingml/2006/main" noGrp="1"/>
          </p:cNvSpPr>
          <p:nvPr/>
        </p:nvSpPr>
        <p:spPr>
          <a:xfrm xmlns:a="http://schemas.openxmlformats.org/drawingml/2006/main">
            <a:off x="10397926" y="1119587"/>
            <a:ext cx="624901" cy="577767"/>
          </a:xfrm>
          <a:prstGeom xmlns:a="http://schemas.openxmlformats.org/drawingml/2006/main" prst="rect">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2" name="Rectangle 231">
            <a:extLst xmlns:a="http://schemas.openxmlformats.org/drawingml/2006/main">
              <a:ext uri="{FF2B5EF4-FFF2-40B4-BE49-F238E27FC236}">
                <a16:creationId xmlns:a16="http://schemas.microsoft.com/office/drawing/2014/main" id="{D7BE0AED-4264-42B2-8C30-572DCE6DEBC7}"/>
              </a:ext>
            </a:extLst>
          </p:cNvPr>
          <p:cNvSpPr>
            <a:spLocks xmlns:a="http://schemas.openxmlformats.org/drawingml/2006/main" noGrp="1"/>
          </p:cNvSpPr>
          <p:nvPr/>
        </p:nvSpPr>
        <p:spPr>
          <a:xfrm xmlns:a="http://schemas.openxmlformats.org/drawingml/2006/main">
            <a:off x="10402824" y="2833907"/>
            <a:ext cx="624901" cy="577767"/>
          </a:xfrm>
          <a:prstGeom xmlns:a="http://schemas.openxmlformats.org/drawingml/2006/main" prst="rect">
            <a:avLst/>
          </a:prstGeom>
          <a:solidFill xmlns:a="http://schemas.openxmlformats.org/drawingml/2006/main">
            <a:schemeClr val="accent1">
              <a:lumMod val="5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cxnSp>
        <p:nvCxnSpPr>
          <p:cNvPr id="717" name="Straight Arrow Connector 62"/>
          <p:cNvCxnSpPr/>
          <p:nvPr/>
        </p:nvCxnSpPr>
        <p:spPr>
          <a:xfrm xmlns:a="http://schemas.openxmlformats.org/drawingml/2006/main">
            <a:off x="8933389" y="6215211"/>
            <a:ext cx="2615569" cy="17417"/>
          </a:xfrm>
          <a:prstGeom xmlns:a="http://schemas.openxmlformats.org/drawingml/2006/main" prst="straightConnector1">
            <a:avLst/>
          </a:prstGeom>
          <a:ln xmlns:a="http://schemas.openxmlformats.org/drawingml/2006/main" w="38100">
            <a:solidFill>
              <a:schemeClr val="tx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718" name="Straight Arrow Connector 232"/>
          <p:cNvCxnSpPr/>
          <p:nvPr/>
        </p:nvCxnSpPr>
        <p:spPr>
          <a:xfrm xmlns:a="http://schemas.openxmlformats.org/drawingml/2006/main" flipH="1" flipV="1">
            <a:off x="8904764" y="4116446"/>
            <a:ext cx="35377" cy="2098766"/>
          </a:xfrm>
          <a:prstGeom xmlns:a="http://schemas.openxmlformats.org/drawingml/2006/main" prst="straightConnector1">
            <a:avLst/>
          </a:prstGeom>
          <a:ln xmlns:a="http://schemas.openxmlformats.org/drawingml/2006/main" w="38100">
            <a:solidFill>
              <a:schemeClr val="tx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72" name="Straight Connector 71">
            <a:extLst xmlns:a="http://schemas.openxmlformats.org/drawingml/2006/main">
              <a:ext uri="{FF2B5EF4-FFF2-40B4-BE49-F238E27FC236}">
                <a16:creationId xmlns:a16="http://schemas.microsoft.com/office/drawing/2014/main" id="{8045F414-D327-4A7A-967B-0BCC8C9563B5}"/>
              </a:ext>
            </a:extLst>
          </p:cNvPr>
          <p:cNvSpPr>
            <a:spLocks xmlns:a="http://schemas.openxmlformats.org/drawingml/2006/main" noGrp="1"/>
          </p:cNvSpPr>
          <p:nvPr/>
        </p:nvSpPr>
        <p:spPr>
          <a:xfrm xmlns:a="http://schemas.openxmlformats.org/drawingml/2006/main">
            <a:off x="9395831" y="6095617"/>
            <a:ext cx="1512" cy="270226"/>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236" name="Straight Connector 235">
            <a:extLst xmlns:a="http://schemas.openxmlformats.org/drawingml/2006/main">
              <a:ext uri="{FF2B5EF4-FFF2-40B4-BE49-F238E27FC236}">
                <a16:creationId xmlns:a16="http://schemas.microsoft.com/office/drawing/2014/main" id="{A3BEA0B8-FCCA-4124-B286-27D14226A6AA}"/>
              </a:ext>
            </a:extLst>
          </p:cNvPr>
          <p:cNvSpPr>
            <a:spLocks xmlns:a="http://schemas.openxmlformats.org/drawingml/2006/main" noGrp="1"/>
          </p:cNvSpPr>
          <p:nvPr/>
        </p:nvSpPr>
        <p:spPr>
          <a:xfrm xmlns:a="http://schemas.openxmlformats.org/drawingml/2006/main">
            <a:off x="9884418" y="6095617"/>
            <a:ext cx="1512" cy="270226"/>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237" name="Straight Connector 236">
            <a:extLst xmlns:a="http://schemas.openxmlformats.org/drawingml/2006/main">
              <a:ext uri="{FF2B5EF4-FFF2-40B4-BE49-F238E27FC236}">
                <a16:creationId xmlns:a16="http://schemas.microsoft.com/office/drawing/2014/main" id="{17B3DBB7-149F-4B1F-A61D-D4E3C69F8BBB}"/>
              </a:ext>
            </a:extLst>
          </p:cNvPr>
          <p:cNvSpPr>
            <a:spLocks xmlns:a="http://schemas.openxmlformats.org/drawingml/2006/main" noGrp="1"/>
          </p:cNvSpPr>
          <p:nvPr/>
        </p:nvSpPr>
        <p:spPr>
          <a:xfrm xmlns:a="http://schemas.openxmlformats.org/drawingml/2006/main">
            <a:off x="10371493" y="6095617"/>
            <a:ext cx="1512" cy="270226"/>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238" name="Straight Connector 237">
            <a:extLst xmlns:a="http://schemas.openxmlformats.org/drawingml/2006/main">
              <a:ext uri="{FF2B5EF4-FFF2-40B4-BE49-F238E27FC236}">
                <a16:creationId xmlns:a16="http://schemas.microsoft.com/office/drawing/2014/main" id="{E36AB32A-2BE9-43BD-803C-A2FB8E5DD1CB}"/>
              </a:ext>
            </a:extLst>
          </p:cNvPr>
          <p:cNvSpPr>
            <a:spLocks xmlns:a="http://schemas.openxmlformats.org/drawingml/2006/main" noGrp="1"/>
          </p:cNvSpPr>
          <p:nvPr/>
        </p:nvSpPr>
        <p:spPr>
          <a:xfrm xmlns:a="http://schemas.openxmlformats.org/drawingml/2006/main">
            <a:off x="10857056" y="6080098"/>
            <a:ext cx="1512" cy="270226"/>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240" name="Straight Connector 239">
            <a:extLst xmlns:a="http://schemas.openxmlformats.org/drawingml/2006/main">
              <a:ext uri="{FF2B5EF4-FFF2-40B4-BE49-F238E27FC236}">
                <a16:creationId xmlns:a16="http://schemas.microsoft.com/office/drawing/2014/main" id="{23AE8672-AC01-4785-AF28-B6B204AB6C8B}"/>
              </a:ext>
            </a:extLst>
          </p:cNvPr>
          <p:cNvSpPr>
            <a:spLocks xmlns:a="http://schemas.openxmlformats.org/drawingml/2006/main" noGrp="1"/>
          </p:cNvSpPr>
          <p:nvPr/>
        </p:nvSpPr>
        <p:spPr>
          <a:xfrm xmlns:a="http://schemas.openxmlformats.org/drawingml/2006/main" flipH="1">
            <a:off x="8732472" y="5867017"/>
            <a:ext cx="367908" cy="0"/>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241" name="Straight Connector 240">
            <a:extLst xmlns:a="http://schemas.openxmlformats.org/drawingml/2006/main">
              <a:ext uri="{FF2B5EF4-FFF2-40B4-BE49-F238E27FC236}">
                <a16:creationId xmlns:a16="http://schemas.microsoft.com/office/drawing/2014/main" id="{C2766825-6563-4B85-B56C-CF03834D0B41}"/>
              </a:ext>
            </a:extLst>
          </p:cNvPr>
          <p:cNvSpPr>
            <a:spLocks xmlns:a="http://schemas.openxmlformats.org/drawingml/2006/main" noGrp="1"/>
          </p:cNvSpPr>
          <p:nvPr/>
        </p:nvSpPr>
        <p:spPr>
          <a:xfrm xmlns:a="http://schemas.openxmlformats.org/drawingml/2006/main" flipH="1">
            <a:off x="8718183" y="5481254"/>
            <a:ext cx="367908" cy="0"/>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242" name="Straight Connector 241">
            <a:extLst xmlns:a="http://schemas.openxmlformats.org/drawingml/2006/main">
              <a:ext uri="{FF2B5EF4-FFF2-40B4-BE49-F238E27FC236}">
                <a16:creationId xmlns:a16="http://schemas.microsoft.com/office/drawing/2014/main" id="{1C3B212F-5797-4737-AD9A-DEAE682148BA}"/>
              </a:ext>
            </a:extLst>
          </p:cNvPr>
          <p:cNvSpPr>
            <a:spLocks xmlns:a="http://schemas.openxmlformats.org/drawingml/2006/main" noGrp="1"/>
          </p:cNvSpPr>
          <p:nvPr/>
        </p:nvSpPr>
        <p:spPr>
          <a:xfrm xmlns:a="http://schemas.openxmlformats.org/drawingml/2006/main" flipH="1">
            <a:off x="8712528" y="5106682"/>
            <a:ext cx="367908" cy="0"/>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243" name="Straight Connector 242">
            <a:extLst xmlns:a="http://schemas.openxmlformats.org/drawingml/2006/main">
              <a:ext uri="{FF2B5EF4-FFF2-40B4-BE49-F238E27FC236}">
                <a16:creationId xmlns:a16="http://schemas.microsoft.com/office/drawing/2014/main" id="{41D3A296-B0B8-43C4-A506-5CCDABF0D442}"/>
              </a:ext>
            </a:extLst>
          </p:cNvPr>
          <p:cNvSpPr>
            <a:spLocks xmlns:a="http://schemas.openxmlformats.org/drawingml/2006/main" noGrp="1"/>
          </p:cNvSpPr>
          <p:nvPr/>
        </p:nvSpPr>
        <p:spPr>
          <a:xfrm xmlns:a="http://schemas.openxmlformats.org/drawingml/2006/main" flipH="1">
            <a:off x="8702535" y="4711017"/>
            <a:ext cx="367908" cy="0"/>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244" name="Straight Connector 243">
            <a:extLst xmlns:a="http://schemas.openxmlformats.org/drawingml/2006/main">
              <a:ext uri="{FF2B5EF4-FFF2-40B4-BE49-F238E27FC236}">
                <a16:creationId xmlns:a16="http://schemas.microsoft.com/office/drawing/2014/main" id="{D09BC612-DEDA-423F-A6F0-8C3896ED9B2B}"/>
              </a:ext>
            </a:extLst>
          </p:cNvPr>
          <p:cNvSpPr>
            <a:spLocks xmlns:a="http://schemas.openxmlformats.org/drawingml/2006/main" noGrp="1"/>
          </p:cNvSpPr>
          <p:nvPr/>
        </p:nvSpPr>
        <p:spPr>
          <a:xfrm xmlns:a="http://schemas.openxmlformats.org/drawingml/2006/main" flipH="1">
            <a:off x="8702535" y="4357886"/>
            <a:ext cx="367908" cy="0"/>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79" name="TextBox 78">
            <a:extLst xmlns:a="http://schemas.openxmlformats.org/drawingml/2006/main">
              <a:ext uri="{FF2B5EF4-FFF2-40B4-BE49-F238E27FC236}">
                <a16:creationId xmlns:a16="http://schemas.microsoft.com/office/drawing/2014/main" id="{D21EFE08-A7D6-4BA6-A874-4CEAFC26F375}"/>
              </a:ext>
            </a:extLst>
          </p:cNvPr>
          <p:cNvSpPr>
            <a:spLocks xmlns:a="http://schemas.openxmlformats.org/drawingml/2006/main" noGrp="1"/>
          </p:cNvSpPr>
          <p:nvPr/>
        </p:nvSpPr>
        <p:spPr>
          <a:xfrm xmlns:a="http://schemas.openxmlformats.org/drawingml/2006/main">
            <a:off x="9253245" y="6316290"/>
            <a:ext cx="25842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1</a:t>
            </a:r>
          </a:p>
        </p:txBody>
      </p:sp>
      <p:sp>
        <p:nvSpPr>
          <p:cNvPr id="245" name="TextBox 244">
            <a:extLst xmlns:a="http://schemas.openxmlformats.org/drawingml/2006/main">
              <a:ext uri="{FF2B5EF4-FFF2-40B4-BE49-F238E27FC236}">
                <a16:creationId xmlns:a16="http://schemas.microsoft.com/office/drawing/2014/main" id="{D13F3D9C-3485-4789-889A-A91FFE42D4A7}"/>
              </a:ext>
            </a:extLst>
          </p:cNvPr>
          <p:cNvSpPr>
            <a:spLocks xmlns:a="http://schemas.openxmlformats.org/drawingml/2006/main" noGrp="1"/>
          </p:cNvSpPr>
          <p:nvPr/>
        </p:nvSpPr>
        <p:spPr>
          <a:xfrm xmlns:a="http://schemas.openxmlformats.org/drawingml/2006/main">
            <a:off x="8486101" y="5682351"/>
            <a:ext cx="25842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1</a:t>
            </a:r>
          </a:p>
        </p:txBody>
      </p:sp>
      <p:sp>
        <p:nvSpPr>
          <p:cNvPr id="246" name="TextBox 245">
            <a:extLst xmlns:a="http://schemas.openxmlformats.org/drawingml/2006/main">
              <a:ext uri="{FF2B5EF4-FFF2-40B4-BE49-F238E27FC236}">
                <a16:creationId xmlns:a16="http://schemas.microsoft.com/office/drawing/2014/main" id="{F0FDCE17-E92E-4E0E-9808-8ABE0007C5DF}"/>
              </a:ext>
            </a:extLst>
          </p:cNvPr>
          <p:cNvSpPr>
            <a:spLocks xmlns:a="http://schemas.openxmlformats.org/drawingml/2006/main" noGrp="1"/>
          </p:cNvSpPr>
          <p:nvPr/>
        </p:nvSpPr>
        <p:spPr>
          <a:xfrm xmlns:a="http://schemas.openxmlformats.org/drawingml/2006/main">
            <a:off x="9735355" y="6321053"/>
            <a:ext cx="25842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2</a:t>
            </a:r>
          </a:p>
        </p:txBody>
      </p:sp>
      <p:sp>
        <p:nvSpPr>
          <p:cNvPr id="247" name="TextBox 246">
            <a:extLst xmlns:a="http://schemas.openxmlformats.org/drawingml/2006/main">
              <a:ext uri="{FF2B5EF4-FFF2-40B4-BE49-F238E27FC236}">
                <a16:creationId xmlns:a16="http://schemas.microsoft.com/office/drawing/2014/main" id="{77ACAA81-3996-4E38-845B-B7F3AE95C1DD}"/>
              </a:ext>
            </a:extLst>
          </p:cNvPr>
          <p:cNvSpPr>
            <a:spLocks xmlns:a="http://schemas.openxmlformats.org/drawingml/2006/main" noGrp="1"/>
          </p:cNvSpPr>
          <p:nvPr/>
        </p:nvSpPr>
        <p:spPr>
          <a:xfrm xmlns:a="http://schemas.openxmlformats.org/drawingml/2006/main">
            <a:off x="8467904" y="5286686"/>
            <a:ext cx="25842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2</a:t>
            </a:r>
          </a:p>
        </p:txBody>
      </p:sp>
      <p:sp>
        <p:nvSpPr>
          <p:cNvPr id="248" name="TextBox 247">
            <a:extLst xmlns:a="http://schemas.openxmlformats.org/drawingml/2006/main">
              <a:ext uri="{FF2B5EF4-FFF2-40B4-BE49-F238E27FC236}">
                <a16:creationId xmlns:a16="http://schemas.microsoft.com/office/drawing/2014/main" id="{DE369BD5-9188-4284-8A78-573C76065910}"/>
              </a:ext>
            </a:extLst>
          </p:cNvPr>
          <p:cNvSpPr>
            <a:spLocks xmlns:a="http://schemas.openxmlformats.org/drawingml/2006/main" noGrp="1"/>
          </p:cNvSpPr>
          <p:nvPr/>
        </p:nvSpPr>
        <p:spPr>
          <a:xfrm xmlns:a="http://schemas.openxmlformats.org/drawingml/2006/main">
            <a:off x="8471784" y="4933721"/>
            <a:ext cx="25842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3</a:t>
            </a:r>
          </a:p>
        </p:txBody>
      </p:sp>
      <p:sp>
        <p:nvSpPr>
          <p:cNvPr id="249" name="TextBox 248">
            <a:extLst xmlns:a="http://schemas.openxmlformats.org/drawingml/2006/main">
              <a:ext uri="{FF2B5EF4-FFF2-40B4-BE49-F238E27FC236}">
                <a16:creationId xmlns:a16="http://schemas.microsoft.com/office/drawing/2014/main" id="{B134F2B1-3C5B-4CE4-9BAC-772B92AB1870}"/>
              </a:ext>
            </a:extLst>
          </p:cNvPr>
          <p:cNvSpPr>
            <a:spLocks xmlns:a="http://schemas.openxmlformats.org/drawingml/2006/main" noGrp="1"/>
          </p:cNvSpPr>
          <p:nvPr/>
        </p:nvSpPr>
        <p:spPr>
          <a:xfrm xmlns:a="http://schemas.openxmlformats.org/drawingml/2006/main">
            <a:off x="8453222" y="4534601"/>
            <a:ext cx="25842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4</a:t>
            </a:r>
          </a:p>
        </p:txBody>
      </p:sp>
      <p:sp>
        <p:nvSpPr>
          <p:cNvPr id="250" name="TextBox 249">
            <a:extLst xmlns:a="http://schemas.openxmlformats.org/drawingml/2006/main">
              <a:ext uri="{FF2B5EF4-FFF2-40B4-BE49-F238E27FC236}">
                <a16:creationId xmlns:a16="http://schemas.microsoft.com/office/drawing/2014/main" id="{1E789557-6E09-456A-9BB9-AFE3F021641D}"/>
              </a:ext>
            </a:extLst>
          </p:cNvPr>
          <p:cNvSpPr>
            <a:spLocks xmlns:a="http://schemas.openxmlformats.org/drawingml/2006/main" noGrp="1"/>
          </p:cNvSpPr>
          <p:nvPr/>
        </p:nvSpPr>
        <p:spPr>
          <a:xfrm xmlns:a="http://schemas.openxmlformats.org/drawingml/2006/main">
            <a:off x="8463639" y="4158559"/>
            <a:ext cx="25842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5</a:t>
            </a:r>
          </a:p>
        </p:txBody>
      </p:sp>
      <p:sp>
        <p:nvSpPr>
          <p:cNvPr id="251" name="TextBox 250">
            <a:extLst xmlns:a="http://schemas.openxmlformats.org/drawingml/2006/main">
              <a:ext uri="{FF2B5EF4-FFF2-40B4-BE49-F238E27FC236}">
                <a16:creationId xmlns:a16="http://schemas.microsoft.com/office/drawing/2014/main" id="{BAD63A0E-332E-4F90-82F1-63C3EB68CF2B}"/>
              </a:ext>
            </a:extLst>
          </p:cNvPr>
          <p:cNvSpPr>
            <a:spLocks xmlns:a="http://schemas.openxmlformats.org/drawingml/2006/main" noGrp="1"/>
          </p:cNvSpPr>
          <p:nvPr/>
        </p:nvSpPr>
        <p:spPr>
          <a:xfrm xmlns:a="http://schemas.openxmlformats.org/drawingml/2006/main">
            <a:off x="10219406" y="6316290"/>
            <a:ext cx="25842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3</a:t>
            </a:r>
          </a:p>
        </p:txBody>
      </p:sp>
      <p:sp>
        <p:nvSpPr>
          <p:cNvPr id="253" name="TextBox 252">
            <a:extLst xmlns:a="http://schemas.openxmlformats.org/drawingml/2006/main">
              <a:ext uri="{FF2B5EF4-FFF2-40B4-BE49-F238E27FC236}">
                <a16:creationId xmlns:a16="http://schemas.microsoft.com/office/drawing/2014/main" id="{F55493C9-FEA4-4B26-8BA0-6617AEF5A0A4}"/>
              </a:ext>
            </a:extLst>
          </p:cNvPr>
          <p:cNvSpPr>
            <a:spLocks xmlns:a="http://schemas.openxmlformats.org/drawingml/2006/main" noGrp="1"/>
          </p:cNvSpPr>
          <p:nvPr/>
        </p:nvSpPr>
        <p:spPr>
          <a:xfrm xmlns:a="http://schemas.openxmlformats.org/drawingml/2006/main">
            <a:off x="10697714" y="6316290"/>
            <a:ext cx="25842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4</a:t>
            </a:r>
          </a:p>
        </p:txBody>
      </p:sp>
      <p:sp>
        <p:nvSpPr>
          <p:cNvPr id="255" name="TextBox 254">
            <a:extLst xmlns:a="http://schemas.openxmlformats.org/drawingml/2006/main">
              <a:ext uri="{FF2B5EF4-FFF2-40B4-BE49-F238E27FC236}">
                <a16:creationId xmlns:a16="http://schemas.microsoft.com/office/drawing/2014/main" id="{2FA3F2E8-B65F-4201-94E2-91407FAF592A}"/>
              </a:ext>
            </a:extLst>
          </p:cNvPr>
          <p:cNvSpPr>
            <a:spLocks xmlns:a="http://schemas.openxmlformats.org/drawingml/2006/main" noGrp="1"/>
          </p:cNvSpPr>
          <p:nvPr/>
        </p:nvSpPr>
        <p:spPr>
          <a:xfrm xmlns:a="http://schemas.openxmlformats.org/drawingml/2006/main">
            <a:off x="11170160" y="6312746"/>
            <a:ext cx="25842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5</a:t>
            </a:r>
          </a:p>
        </p:txBody>
      </p:sp>
      <p:sp>
        <p:nvSpPr>
          <p:cNvPr id="256" name="Straight Connector 255">
            <a:extLst xmlns:a="http://schemas.openxmlformats.org/drawingml/2006/main">
              <a:ext uri="{FF2B5EF4-FFF2-40B4-BE49-F238E27FC236}">
                <a16:creationId xmlns:a16="http://schemas.microsoft.com/office/drawing/2014/main" id="{D8BB6311-23C5-4912-99BF-784EC90AF9A1}"/>
              </a:ext>
            </a:extLst>
          </p:cNvPr>
          <p:cNvSpPr>
            <a:spLocks xmlns:a="http://schemas.openxmlformats.org/drawingml/2006/main" noGrp="1"/>
          </p:cNvSpPr>
          <p:nvPr/>
        </p:nvSpPr>
        <p:spPr>
          <a:xfrm xmlns:a="http://schemas.openxmlformats.org/drawingml/2006/main">
            <a:off x="11294875" y="6089623"/>
            <a:ext cx="1512" cy="270226"/>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261" name="Oval 260">
            <a:extLst xmlns:a="http://schemas.openxmlformats.org/drawingml/2006/main">
              <a:ext uri="{FF2B5EF4-FFF2-40B4-BE49-F238E27FC236}">
                <a16:creationId xmlns:a16="http://schemas.microsoft.com/office/drawing/2014/main" id="{85EFA753-3B44-483E-B477-7D88E5F6CD13}"/>
              </a:ext>
            </a:extLst>
          </p:cNvPr>
          <p:cNvSpPr>
            <a:spLocks xmlns:a="http://schemas.openxmlformats.org/drawingml/2006/main" noGrp="1"/>
          </p:cNvSpPr>
          <p:nvPr/>
        </p:nvSpPr>
        <p:spPr>
          <a:xfrm xmlns:a="http://schemas.openxmlformats.org/drawingml/2006/main">
            <a:off x="11186957" y="5704695"/>
            <a:ext cx="259200" cy="259353"/>
          </a:xfrm>
          <a:prstGeom xmlns:a="http://schemas.openxmlformats.org/drawingml/2006/main" prst="ellipse">
            <a:avLst/>
          </a:prstGeom>
          <a:solidFill xmlns:a="http://schemas.openxmlformats.org/drawingml/2006/main">
            <a:schemeClr val="accent4">
              <a:lumMod val="20000"/>
              <a:lumOff val="8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2" name="Oval 261">
            <a:extLst xmlns:a="http://schemas.openxmlformats.org/drawingml/2006/main">
              <a:ext uri="{FF2B5EF4-FFF2-40B4-BE49-F238E27FC236}">
                <a16:creationId xmlns:a16="http://schemas.microsoft.com/office/drawing/2014/main" id="{75BBADE4-6019-44C7-AD93-2F12CFFAFB64}"/>
              </a:ext>
            </a:extLst>
          </p:cNvPr>
          <p:cNvSpPr>
            <a:spLocks xmlns:a="http://schemas.openxmlformats.org/drawingml/2006/main" noGrp="1"/>
          </p:cNvSpPr>
          <p:nvPr/>
        </p:nvSpPr>
        <p:spPr>
          <a:xfrm xmlns:a="http://schemas.openxmlformats.org/drawingml/2006/main">
            <a:off x="11220474" y="5788288"/>
            <a:ext cx="96082" cy="92166"/>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7" name="Oval 266">
            <a:extLst xmlns:a="http://schemas.openxmlformats.org/drawingml/2006/main">
              <a:ext uri="{FF2B5EF4-FFF2-40B4-BE49-F238E27FC236}">
                <a16:creationId xmlns:a16="http://schemas.microsoft.com/office/drawing/2014/main" id="{4EDC5162-6D77-408C-887D-87E97CB94A1F}"/>
              </a:ext>
            </a:extLst>
          </p:cNvPr>
          <p:cNvSpPr>
            <a:spLocks xmlns:a="http://schemas.openxmlformats.org/drawingml/2006/main" noGrp="1"/>
          </p:cNvSpPr>
          <p:nvPr/>
        </p:nvSpPr>
        <p:spPr>
          <a:xfrm xmlns:a="http://schemas.openxmlformats.org/drawingml/2006/main">
            <a:off x="10696938" y="4992546"/>
            <a:ext cx="259200" cy="259200"/>
          </a:xfrm>
          <a:prstGeom xmlns:a="http://schemas.openxmlformats.org/drawingml/2006/main" prst="ellipse">
            <a:avLst/>
          </a:prstGeom>
          <a:solidFill xmlns:a="http://schemas.openxmlformats.org/drawingml/2006/main">
            <a:srgbClr val="FF7C80"/>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8" name="Oval 267">
            <a:extLst xmlns:a="http://schemas.openxmlformats.org/drawingml/2006/main">
              <a:ext uri="{FF2B5EF4-FFF2-40B4-BE49-F238E27FC236}">
                <a16:creationId xmlns:a16="http://schemas.microsoft.com/office/drawing/2014/main" id="{1A8D5EB1-73CB-47CF-8FBA-203E1F21119A}"/>
              </a:ext>
            </a:extLst>
          </p:cNvPr>
          <p:cNvSpPr>
            <a:spLocks xmlns:a="http://schemas.openxmlformats.org/drawingml/2006/main" noGrp="1"/>
          </p:cNvSpPr>
          <p:nvPr/>
        </p:nvSpPr>
        <p:spPr>
          <a:xfrm xmlns:a="http://schemas.openxmlformats.org/drawingml/2006/main">
            <a:off x="10730455" y="5076089"/>
            <a:ext cx="96082" cy="92112"/>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3" name="Oval 272">
            <a:extLst xmlns:a="http://schemas.openxmlformats.org/drawingml/2006/main">
              <a:ext uri="{FF2B5EF4-FFF2-40B4-BE49-F238E27FC236}">
                <a16:creationId xmlns:a16="http://schemas.microsoft.com/office/drawing/2014/main" id="{4086E1FE-7383-418E-AFEA-33360F965A84}"/>
              </a:ext>
            </a:extLst>
          </p:cNvPr>
          <p:cNvSpPr>
            <a:spLocks xmlns:a="http://schemas.openxmlformats.org/drawingml/2006/main" noGrp="1"/>
          </p:cNvSpPr>
          <p:nvPr/>
        </p:nvSpPr>
        <p:spPr>
          <a:xfrm xmlns:a="http://schemas.openxmlformats.org/drawingml/2006/main">
            <a:off x="9712338" y="5346172"/>
            <a:ext cx="259200" cy="259200"/>
          </a:xfrm>
          <a:prstGeom xmlns:a="http://schemas.openxmlformats.org/drawingml/2006/main" prst="ellipse">
            <a:avLst/>
          </a:prstGeom>
          <a:solidFill xmlns:a="http://schemas.openxmlformats.org/drawingml/2006/main">
            <a:schemeClr val="accent2">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4" name="Oval 273">
            <a:extLst xmlns:a="http://schemas.openxmlformats.org/drawingml/2006/main">
              <a:ext uri="{FF2B5EF4-FFF2-40B4-BE49-F238E27FC236}">
                <a16:creationId xmlns:a16="http://schemas.microsoft.com/office/drawing/2014/main" id="{F78B0B07-66E7-439B-97F1-22AFDC9711E4}"/>
              </a:ext>
            </a:extLst>
          </p:cNvPr>
          <p:cNvSpPr>
            <a:spLocks xmlns:a="http://schemas.openxmlformats.org/drawingml/2006/main" noGrp="1"/>
          </p:cNvSpPr>
          <p:nvPr/>
        </p:nvSpPr>
        <p:spPr>
          <a:xfrm xmlns:a="http://schemas.openxmlformats.org/drawingml/2006/main">
            <a:off x="9745855" y="5429715"/>
            <a:ext cx="96082" cy="92112"/>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6" name="Oval 275">
            <a:extLst xmlns:a="http://schemas.openxmlformats.org/drawingml/2006/main">
              <a:ext uri="{FF2B5EF4-FFF2-40B4-BE49-F238E27FC236}">
                <a16:creationId xmlns:a16="http://schemas.microsoft.com/office/drawing/2014/main" id="{B7B23878-B1CB-41A0-ABA9-5E3B5F424307}"/>
              </a:ext>
            </a:extLst>
          </p:cNvPr>
          <p:cNvSpPr>
            <a:spLocks xmlns:a="http://schemas.openxmlformats.org/drawingml/2006/main" noGrp="1"/>
          </p:cNvSpPr>
          <p:nvPr/>
        </p:nvSpPr>
        <p:spPr>
          <a:xfrm xmlns:a="http://schemas.openxmlformats.org/drawingml/2006/main">
            <a:off x="10648896" y="4228286"/>
            <a:ext cx="259200" cy="259200"/>
          </a:xfrm>
          <a:prstGeom xmlns:a="http://schemas.openxmlformats.org/drawingml/2006/main" prst="ellipse">
            <a:avLst/>
          </a:prstGeom>
          <a:solidFill xmlns:a="http://schemas.openxmlformats.org/drawingml/2006/main">
            <a:schemeClr val="accent6">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7" name="Oval 276">
            <a:extLst xmlns:a="http://schemas.openxmlformats.org/drawingml/2006/main">
              <a:ext uri="{FF2B5EF4-FFF2-40B4-BE49-F238E27FC236}">
                <a16:creationId xmlns:a16="http://schemas.microsoft.com/office/drawing/2014/main" id="{5B4DC1D4-A054-4213-B5AE-7E7E9EB2CDAB}"/>
              </a:ext>
            </a:extLst>
          </p:cNvPr>
          <p:cNvSpPr>
            <a:spLocks xmlns:a="http://schemas.openxmlformats.org/drawingml/2006/main" noGrp="1"/>
          </p:cNvSpPr>
          <p:nvPr/>
        </p:nvSpPr>
        <p:spPr>
          <a:xfrm xmlns:a="http://schemas.openxmlformats.org/drawingml/2006/main">
            <a:off x="10682413" y="4311829"/>
            <a:ext cx="96082" cy="92112"/>
          </a:xfrm>
          <a:prstGeom xmlns:a="http://schemas.openxmlformats.org/drawingml/2006/main" prst="ellipse">
            <a:avLst/>
          </a:prstGeom>
          <a:solidFill xmlns:a="http://schemas.openxmlformats.org/drawingml/2006/main">
            <a:schemeClr val="accent1">
              <a:lumMod val="60000"/>
              <a:lumOff val="40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0" name="TextBox 79">
            <a:extLst xmlns:a="http://schemas.openxmlformats.org/drawingml/2006/main">
              <a:ext uri="{FF2B5EF4-FFF2-40B4-BE49-F238E27FC236}">
                <a16:creationId xmlns:a16="http://schemas.microsoft.com/office/drawing/2014/main" id="{F1EBD8F7-768E-4F2D-8173-378B1B4D8082}"/>
              </a:ext>
            </a:extLst>
          </p:cNvPr>
          <p:cNvSpPr>
            <a:spLocks xmlns:a="http://schemas.openxmlformats.org/drawingml/2006/main" noGrp="1"/>
          </p:cNvSpPr>
          <p:nvPr/>
        </p:nvSpPr>
        <p:spPr>
          <a:xfrm xmlns:a="http://schemas.openxmlformats.org/drawingml/2006/main">
            <a:off x="11492236" y="6283672"/>
            <a:ext cx="674915"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G1</a:t>
            </a:r>
          </a:p>
        </p:txBody>
      </p:sp>
      <p:sp>
        <p:nvSpPr>
          <p:cNvPr id="278" name="TextBox 277">
            <a:extLst xmlns:a="http://schemas.openxmlformats.org/drawingml/2006/main">
              <a:ext uri="{FF2B5EF4-FFF2-40B4-BE49-F238E27FC236}">
                <a16:creationId xmlns:a16="http://schemas.microsoft.com/office/drawing/2014/main" id="{00E8FAD8-5EBD-47B3-AAC9-E9C1CC13B1B9}"/>
              </a:ext>
            </a:extLst>
          </p:cNvPr>
          <p:cNvSpPr>
            <a:spLocks xmlns:a="http://schemas.openxmlformats.org/drawingml/2006/main" noGrp="1"/>
          </p:cNvSpPr>
          <p:nvPr/>
        </p:nvSpPr>
        <p:spPr>
          <a:xfrm xmlns:a="http://schemas.openxmlformats.org/drawingml/2006/main">
            <a:off x="8422137" y="3801269"/>
            <a:ext cx="674915"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G2</a:t>
            </a:r>
          </a:p>
        </p:txBody>
      </p:sp>
    </p:spTree>
    <p:extLst>
      <p:ext uri="{BB962C8B-B14F-4D97-AF65-F5344CB8AC3E}">
        <p14:creationId xmlns:p14="http://schemas.microsoft.com/office/powerpoint/2010/main" val="18048062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slide-title">
            <a:extLst xmlns:a="http://schemas.openxmlformats.org/drawingml/2006/main">
              <a:ext uri="{FF2B5EF4-FFF2-40B4-BE49-F238E27FC236}">
                <a16:creationId xmlns:a16="http://schemas.microsoft.com/office/drawing/2014/main" id="{323452F7-D377-47C9-818D-2114B995A173}"/>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3225">
                <a:solidFill>
                  <a:srgbClr val="111827"/>
                </a:solidFill>
                <a:latin typeface="Arial"/>
                <a:ea typeface="Arial"/>
                <a:cs typeface="Arial"/>
              </a:defRPr>
            </a:pPr>
            <a:r>
              <a:rPr sz="3225">
                <a:solidFill>
                  <a:srgbClr val="111827"/>
                </a:solidFill>
                <a:latin typeface="Arial"/>
                <a:ea typeface="Arial"/>
                <a:cs typeface="Arial"/>
              </a:rPr>
              <a:t>Single-cell analysis workflow</a:t>
            </a:r>
          </a:p>
        </p:txBody>
      </p:sp>
      <p:sp>
        <p:nvSpPr>
          <p:cNvPr id="2" name="title-accent">
            <a:extLst xmlns:a="http://schemas.openxmlformats.org/drawingml/2006/main">
              <a:ext uri="{FF2B5EF4-FFF2-40B4-BE49-F238E27FC236}">
                <a16:creationId xmlns:a16="http://schemas.microsoft.com/office/drawing/2014/main" id="{E80032BA-64C0-43CB-A353-4203C3E7C68A}"/>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sp>
      <p:sp>
        <p:nvSpPr>
          <p:cNvPr id="3" name="slide-subtitle">
            <a:extLst xmlns:a="http://schemas.openxmlformats.org/drawingml/2006/main">
              <a:ext uri="{FF2B5EF4-FFF2-40B4-BE49-F238E27FC236}">
                <a16:creationId xmlns:a16="http://schemas.microsoft.com/office/drawing/2014/main" id="{3061F422-45A6-4BA9-BB95-FA030B35788C}"/>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425">
                <a:solidFill>
                  <a:srgbClr val="5B6472"/>
                </a:solidFill>
                <a:latin typeface="Arial"/>
                <a:ea typeface="Arial"/>
                <a:cs typeface="Arial"/>
              </a:defRPr>
            </a:pPr>
            <a:r>
              <a:rPr sz="1425">
                <a:solidFill>
                  <a:srgbClr val="5B6472"/>
                </a:solidFill>
                <a:latin typeface="Arial"/>
                <a:ea typeface="Arial"/>
                <a:cs typeface="Arial"/>
              </a:rPr>
              <a:t>The notebooks follow the same sequence from counts to biological labels</a:t>
            </a:r>
          </a:p>
        </p:txBody>
      </p:sp>
      <p:sp>
        <p:nvSpPr>
          <p:cNvPr id="4" name="">
            <a:extLst xmlns:a="http://schemas.openxmlformats.org/drawingml/2006/main">
              <a:ext uri="{FF2B5EF4-FFF2-40B4-BE49-F238E27FC236}">
                <a16:creationId xmlns:a16="http://schemas.microsoft.com/office/drawing/2014/main" id="{1E7AF536-1E1E-4CC9-8C64-6980382ED879}"/>
              </a:ext>
            </a:extLst>
          </p:cNvPr>
          <p:cNvSpPr>
            <a:spLocks xmlns:a="http://schemas.openxmlformats.org/drawingml/2006/main" noGrp="1"/>
          </p:cNvSpPr>
          <p:nvPr/>
        </p:nvSpPr>
        <p:spPr>
          <a:xfrm xmlns:a="http://schemas.openxmlformats.org/drawingml/2006/main">
            <a:off x="685800" y="1809750"/>
            <a:ext cx="495300" cy="495300"/>
          </a:xfrm>
          <a:prstGeom xmlns:a="http://schemas.openxmlformats.org/drawingml/2006/main" prst="ellipse">
            <a:avLst/>
          </a:prstGeom>
          <a:solidFill xmlns:a="http://schemas.openxmlformats.org/drawingml/2006/main">
            <a:srgbClr val="4472C4"/>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3A5ECA2C-B0D7-490A-9ABD-25F80FC230A4}"/>
              </a:ext>
            </a:extLst>
          </p:cNvPr>
          <p:cNvSpPr>
            <a:spLocks xmlns:a="http://schemas.openxmlformats.org/drawingml/2006/main" noGrp="1"/>
          </p:cNvSpPr>
          <p:nvPr/>
        </p:nvSpPr>
        <p:spPr>
          <a:xfrm xmlns:a="http://schemas.openxmlformats.org/drawingml/2006/main">
            <a:off x="1276350" y="1790700"/>
            <a:ext cx="1762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575" b="1">
                <a:solidFill>
                  <a:srgbClr val="1F2937"/>
                </a:solidFill>
                <a:latin typeface="Arial"/>
                <a:ea typeface="Arial"/>
                <a:cs typeface="Arial"/>
              </a:defRPr>
            </a:pPr>
            <a:r>
              <a:rPr sz="1575" b="1">
                <a:solidFill>
                  <a:srgbClr val="1F2937"/>
                </a:solidFill>
                <a:latin typeface="Arial"/>
                <a:ea typeface="Arial"/>
                <a:cs typeface="Arial"/>
              </a:rPr>
              <a:t>Seurat object</a:t>
            </a:r>
          </a:p>
        </p:txBody>
      </p:sp>
      <p:sp>
        <p:nvSpPr>
          <p:cNvPr id="6" name="">
            <a:extLst xmlns:a="http://schemas.openxmlformats.org/drawingml/2006/main">
              <a:ext uri="{FF2B5EF4-FFF2-40B4-BE49-F238E27FC236}">
                <a16:creationId xmlns:a16="http://schemas.microsoft.com/office/drawing/2014/main" id="{C1659BAD-8C66-4774-8EF9-45303516092B}"/>
              </a:ext>
            </a:extLst>
          </p:cNvPr>
          <p:cNvSpPr>
            <a:spLocks xmlns:a="http://schemas.openxmlformats.org/drawingml/2006/main" noGrp="1"/>
          </p:cNvSpPr>
          <p:nvPr/>
        </p:nvSpPr>
        <p:spPr>
          <a:xfrm xmlns:a="http://schemas.openxmlformats.org/drawingml/2006/main">
            <a:off x="2743200" y="1924050"/>
            <a:ext cx="285750" cy="266700"/>
          </a:xfrm>
          <a:prstGeom xmlns:a="http://schemas.openxmlformats.org/drawingml/2006/main" prst="rightArrow">
            <a:avLst/>
          </a:prstGeom>
          <a:solidFill xmlns:a="http://schemas.openxmlformats.org/drawingml/2006/main">
            <a:srgbClr val="2E9FA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E12F8CA-B42E-4EBE-81EE-2933861F660A}"/>
              </a:ext>
            </a:extLst>
          </p:cNvPr>
          <p:cNvSpPr>
            <a:spLocks xmlns:a="http://schemas.openxmlformats.org/drawingml/2006/main" noGrp="1"/>
          </p:cNvSpPr>
          <p:nvPr/>
        </p:nvSpPr>
        <p:spPr>
          <a:xfrm xmlns:a="http://schemas.openxmlformats.org/drawingml/2006/main">
            <a:off x="3143250" y="1809750"/>
            <a:ext cx="495300" cy="495300"/>
          </a:xfrm>
          <a:prstGeom xmlns:a="http://schemas.openxmlformats.org/drawingml/2006/main" prst="ellipse">
            <a:avLst/>
          </a:prstGeom>
          <a:solidFill xmlns:a="http://schemas.openxmlformats.org/drawingml/2006/main">
            <a:srgbClr val="2E9FA3"/>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0E36CCDB-D702-4FCD-9087-CA6E33FD5F07}"/>
              </a:ext>
            </a:extLst>
          </p:cNvPr>
          <p:cNvSpPr>
            <a:spLocks xmlns:a="http://schemas.openxmlformats.org/drawingml/2006/main" noGrp="1"/>
          </p:cNvSpPr>
          <p:nvPr/>
        </p:nvSpPr>
        <p:spPr>
          <a:xfrm xmlns:a="http://schemas.openxmlformats.org/drawingml/2006/main">
            <a:off x="3733800" y="1790700"/>
            <a:ext cx="1762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575" b="1">
                <a:solidFill>
                  <a:srgbClr val="1F2937"/>
                </a:solidFill>
                <a:latin typeface="Arial"/>
                <a:ea typeface="Arial"/>
                <a:cs typeface="Arial"/>
              </a:defRPr>
            </a:pPr>
            <a:r>
              <a:rPr sz="1575" b="1">
                <a:solidFill>
                  <a:srgbClr val="1F2937"/>
                </a:solidFill>
                <a:latin typeface="Arial"/>
                <a:ea typeface="Arial"/>
                <a:cs typeface="Arial"/>
              </a:rPr>
              <a:t>Quality control</a:t>
            </a:r>
          </a:p>
        </p:txBody>
      </p:sp>
      <p:sp>
        <p:nvSpPr>
          <p:cNvPr id="9" name="">
            <a:extLst xmlns:a="http://schemas.openxmlformats.org/drawingml/2006/main">
              <a:ext uri="{FF2B5EF4-FFF2-40B4-BE49-F238E27FC236}">
                <a16:creationId xmlns:a16="http://schemas.microsoft.com/office/drawing/2014/main" id="{BDE16ABA-3181-44A6-8F71-BFDF2A078B0A}"/>
              </a:ext>
            </a:extLst>
          </p:cNvPr>
          <p:cNvSpPr>
            <a:spLocks xmlns:a="http://schemas.openxmlformats.org/drawingml/2006/main" noGrp="1"/>
          </p:cNvSpPr>
          <p:nvPr/>
        </p:nvSpPr>
        <p:spPr>
          <a:xfrm xmlns:a="http://schemas.openxmlformats.org/drawingml/2006/main">
            <a:off x="5200650" y="1924050"/>
            <a:ext cx="285750" cy="2667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8F3A0FF-57CD-4ABA-AB3F-FD5938BCAC95}"/>
              </a:ext>
            </a:extLst>
          </p:cNvPr>
          <p:cNvSpPr>
            <a:spLocks xmlns:a="http://schemas.openxmlformats.org/drawingml/2006/main" noGrp="1"/>
          </p:cNvSpPr>
          <p:nvPr/>
        </p:nvSpPr>
        <p:spPr>
          <a:xfrm xmlns:a="http://schemas.openxmlformats.org/drawingml/2006/main">
            <a:off x="5600700" y="1809750"/>
            <a:ext cx="495300" cy="495300"/>
          </a:xfrm>
          <a:prstGeom xmlns:a="http://schemas.openxmlformats.org/drawingml/2006/main" prst="ellipse">
            <a:avLst/>
          </a:prstGeom>
          <a:solidFill xmlns:a="http://schemas.openxmlformats.org/drawingml/2006/main">
            <a:srgbClr val="ED7D31"/>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C5A58C86-B81A-4D23-8E4F-4FB383532F89}"/>
              </a:ext>
            </a:extLst>
          </p:cNvPr>
          <p:cNvSpPr>
            <a:spLocks xmlns:a="http://schemas.openxmlformats.org/drawingml/2006/main" noGrp="1"/>
          </p:cNvSpPr>
          <p:nvPr/>
        </p:nvSpPr>
        <p:spPr>
          <a:xfrm xmlns:a="http://schemas.openxmlformats.org/drawingml/2006/main">
            <a:off x="6191250" y="1790700"/>
            <a:ext cx="1762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575" b="1">
                <a:solidFill>
                  <a:srgbClr val="1F2937"/>
                </a:solidFill>
                <a:latin typeface="Arial"/>
                <a:ea typeface="Arial"/>
                <a:cs typeface="Arial"/>
              </a:defRPr>
            </a:pPr>
            <a:r>
              <a:rPr sz="1575" b="1">
                <a:solidFill>
                  <a:srgbClr val="1F2937"/>
                </a:solidFill>
                <a:latin typeface="Arial"/>
                <a:ea typeface="Arial"/>
                <a:cs typeface="Arial"/>
              </a:rPr>
              <a:t>Normalization</a:t>
            </a:r>
          </a:p>
        </p:txBody>
      </p:sp>
      <p:sp>
        <p:nvSpPr>
          <p:cNvPr id="12" name="">
            <a:extLst xmlns:a="http://schemas.openxmlformats.org/drawingml/2006/main">
              <a:ext uri="{FF2B5EF4-FFF2-40B4-BE49-F238E27FC236}">
                <a16:creationId xmlns:a16="http://schemas.microsoft.com/office/drawing/2014/main" id="{4944961E-846F-442F-84B8-479498AAB4AB}"/>
              </a:ext>
            </a:extLst>
          </p:cNvPr>
          <p:cNvSpPr>
            <a:spLocks xmlns:a="http://schemas.openxmlformats.org/drawingml/2006/main" noGrp="1"/>
          </p:cNvSpPr>
          <p:nvPr/>
        </p:nvSpPr>
        <p:spPr>
          <a:xfrm xmlns:a="http://schemas.openxmlformats.org/drawingml/2006/main">
            <a:off x="7658100" y="1924050"/>
            <a:ext cx="285750" cy="266700"/>
          </a:xfrm>
          <a:prstGeom xmlns:a="http://schemas.openxmlformats.org/drawingml/2006/main" prst="rightArrow">
            <a:avLst/>
          </a:prstGeom>
          <a:solidFill xmlns:a="http://schemas.openxmlformats.org/drawingml/2006/main">
            <a:srgbClr val="7551A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3CFF10B-8866-48B2-BBBD-0E20D66679EA}"/>
              </a:ext>
            </a:extLst>
          </p:cNvPr>
          <p:cNvSpPr>
            <a:spLocks xmlns:a="http://schemas.openxmlformats.org/drawingml/2006/main" noGrp="1"/>
          </p:cNvSpPr>
          <p:nvPr/>
        </p:nvSpPr>
        <p:spPr>
          <a:xfrm xmlns:a="http://schemas.openxmlformats.org/drawingml/2006/main">
            <a:off x="8058150" y="1809750"/>
            <a:ext cx="495300" cy="495300"/>
          </a:xfrm>
          <a:prstGeom xmlns:a="http://schemas.openxmlformats.org/drawingml/2006/main" prst="ellipse">
            <a:avLst/>
          </a:prstGeom>
          <a:solidFill xmlns:a="http://schemas.openxmlformats.org/drawingml/2006/main">
            <a:srgbClr val="7551A8"/>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90C4CC1F-8622-4AEE-8FF9-7BD0B1932925}"/>
              </a:ext>
            </a:extLst>
          </p:cNvPr>
          <p:cNvSpPr>
            <a:spLocks xmlns:a="http://schemas.openxmlformats.org/drawingml/2006/main" noGrp="1"/>
          </p:cNvSpPr>
          <p:nvPr/>
        </p:nvSpPr>
        <p:spPr>
          <a:xfrm xmlns:a="http://schemas.openxmlformats.org/drawingml/2006/main">
            <a:off x="8648700" y="1790700"/>
            <a:ext cx="1762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575" b="1">
                <a:solidFill>
                  <a:srgbClr val="1F2937"/>
                </a:solidFill>
                <a:latin typeface="Arial"/>
                <a:ea typeface="Arial"/>
                <a:cs typeface="Arial"/>
              </a:defRPr>
            </a:pPr>
            <a:r>
              <a:rPr sz="1575" b="1">
                <a:solidFill>
                  <a:srgbClr val="1F2937"/>
                </a:solidFill>
                <a:latin typeface="Arial"/>
                <a:ea typeface="Arial"/>
                <a:cs typeface="Arial"/>
              </a:rPr>
              <a:t>Variable</a:t>
            </a:r>
          </a:p>
          <a:p xmlns:a="http://schemas.openxmlformats.org/drawingml/2006/main">
            <a:pPr>
              <a:defRPr sz="1575" b="1">
                <a:solidFill>
                  <a:srgbClr val="1F2937"/>
                </a:solidFill>
                <a:latin typeface="Arial"/>
                <a:ea typeface="Arial"/>
                <a:cs typeface="Arial"/>
              </a:defRPr>
            </a:pPr>
            <a:r>
              <a:rPr sz="1575" b="1">
                <a:solidFill>
                  <a:srgbClr val="1F2937"/>
                </a:solidFill>
                <a:latin typeface="Arial"/>
                <a:ea typeface="Arial"/>
                <a:cs typeface="Arial"/>
              </a:rPr>
              <a:t>features</a:t>
            </a:r>
          </a:p>
        </p:txBody>
      </p:sp>
      <p:sp>
        <p:nvSpPr>
          <p:cNvPr id="15" name="">
            <a:extLst xmlns:a="http://schemas.openxmlformats.org/drawingml/2006/main">
              <a:ext uri="{FF2B5EF4-FFF2-40B4-BE49-F238E27FC236}">
                <a16:creationId xmlns:a16="http://schemas.microsoft.com/office/drawing/2014/main" id="{FC146D9C-EDB6-4D82-8B09-91F020CC48E3}"/>
              </a:ext>
            </a:extLst>
          </p:cNvPr>
          <p:cNvSpPr>
            <a:spLocks xmlns:a="http://schemas.openxmlformats.org/drawingml/2006/main" noGrp="1"/>
          </p:cNvSpPr>
          <p:nvPr/>
        </p:nvSpPr>
        <p:spPr>
          <a:xfrm xmlns:a="http://schemas.openxmlformats.org/drawingml/2006/main">
            <a:off x="10115550" y="1924050"/>
            <a:ext cx="285750" cy="266700"/>
          </a:xfrm>
          <a:prstGeom xmlns:a="http://schemas.openxmlformats.org/drawingml/2006/main" prst="rightArrow">
            <a:avLst/>
          </a:prstGeom>
          <a:solidFill xmlns:a="http://schemas.openxmlformats.org/drawingml/2006/main">
            <a:srgbClr val="4472C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27FE046-88A8-400A-A668-8AD3FFA4978A}"/>
              </a:ext>
            </a:extLst>
          </p:cNvPr>
          <p:cNvSpPr>
            <a:spLocks xmlns:a="http://schemas.openxmlformats.org/drawingml/2006/main" noGrp="1"/>
          </p:cNvSpPr>
          <p:nvPr/>
        </p:nvSpPr>
        <p:spPr>
          <a:xfrm xmlns:a="http://schemas.openxmlformats.org/drawingml/2006/main">
            <a:off x="9906000" y="1809750"/>
            <a:ext cx="495300" cy="495300"/>
          </a:xfrm>
          <a:prstGeom xmlns:a="http://schemas.openxmlformats.org/drawingml/2006/main" prst="ellipse">
            <a:avLst/>
          </a:prstGeom>
          <a:solidFill xmlns:a="http://schemas.openxmlformats.org/drawingml/2006/main">
            <a:srgbClr val="4472C4"/>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17" name="">
            <a:extLst xmlns:a="http://schemas.openxmlformats.org/drawingml/2006/main">
              <a:ext uri="{FF2B5EF4-FFF2-40B4-BE49-F238E27FC236}">
                <a16:creationId xmlns:a16="http://schemas.microsoft.com/office/drawing/2014/main" id="{481C9158-8B69-4B36-ACFC-6EC58BBD3378}"/>
              </a:ext>
            </a:extLst>
          </p:cNvPr>
          <p:cNvSpPr>
            <a:spLocks xmlns:a="http://schemas.openxmlformats.org/drawingml/2006/main" noGrp="1"/>
          </p:cNvSpPr>
          <p:nvPr/>
        </p:nvSpPr>
        <p:spPr>
          <a:xfrm xmlns:a="http://schemas.openxmlformats.org/drawingml/2006/main">
            <a:off x="10496550" y="179070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575" b="1">
                <a:solidFill>
                  <a:srgbClr val="1F2937"/>
                </a:solidFill>
                <a:latin typeface="Arial"/>
                <a:ea typeface="Arial"/>
                <a:cs typeface="Arial"/>
              </a:defRPr>
            </a:pPr>
            <a:r>
              <a:rPr sz="1575" b="1">
                <a:solidFill>
                  <a:srgbClr val="1F2937"/>
                </a:solidFill>
                <a:latin typeface="Arial"/>
                <a:ea typeface="Arial"/>
                <a:cs typeface="Arial"/>
              </a:rPr>
              <a:t>Scaling</a:t>
            </a:r>
          </a:p>
        </p:txBody>
      </p:sp>
      <p:sp>
        <p:nvSpPr>
          <p:cNvPr id="18" name="">
            <a:extLst xmlns:a="http://schemas.openxmlformats.org/drawingml/2006/main">
              <a:ext uri="{FF2B5EF4-FFF2-40B4-BE49-F238E27FC236}">
                <a16:creationId xmlns:a16="http://schemas.microsoft.com/office/drawing/2014/main" id="{CCCD20E9-AF38-49F0-928B-8ED169483796}"/>
              </a:ext>
            </a:extLst>
          </p:cNvPr>
          <p:cNvSpPr>
            <a:spLocks xmlns:a="http://schemas.openxmlformats.org/drawingml/2006/main" noGrp="1"/>
          </p:cNvSpPr>
          <p:nvPr/>
        </p:nvSpPr>
        <p:spPr>
          <a:xfrm xmlns:a="http://schemas.openxmlformats.org/drawingml/2006/main">
            <a:off x="9906000" y="4000500"/>
            <a:ext cx="495300" cy="495300"/>
          </a:xfrm>
          <a:prstGeom xmlns:a="http://schemas.openxmlformats.org/drawingml/2006/main" prst="ellipse">
            <a:avLst/>
          </a:prstGeom>
          <a:solidFill xmlns:a="http://schemas.openxmlformats.org/drawingml/2006/main">
            <a:srgbClr val="2E9FA3"/>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6</a:t>
            </a:r>
          </a:p>
        </p:txBody>
      </p:sp>
      <p:sp>
        <p:nvSpPr>
          <p:cNvPr id="19" name="">
            <a:extLst xmlns:a="http://schemas.openxmlformats.org/drawingml/2006/main">
              <a:ext uri="{FF2B5EF4-FFF2-40B4-BE49-F238E27FC236}">
                <a16:creationId xmlns:a16="http://schemas.microsoft.com/office/drawing/2014/main" id="{D56B97A5-94D2-4995-A3C8-7F0B85E88BE7}"/>
              </a:ext>
            </a:extLst>
          </p:cNvPr>
          <p:cNvSpPr>
            <a:spLocks xmlns:a="http://schemas.openxmlformats.org/drawingml/2006/main" noGrp="1"/>
          </p:cNvSpPr>
          <p:nvPr/>
        </p:nvSpPr>
        <p:spPr>
          <a:xfrm xmlns:a="http://schemas.openxmlformats.org/drawingml/2006/main">
            <a:off x="10496550" y="3981450"/>
            <a:ext cx="1762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575" b="1">
                <a:solidFill>
                  <a:srgbClr val="1F2937"/>
                </a:solidFill>
                <a:latin typeface="Arial"/>
                <a:ea typeface="Arial"/>
                <a:cs typeface="Arial"/>
              </a:defRPr>
            </a:pPr>
            <a:r>
              <a:rPr sz="1575" b="1">
                <a:solidFill>
                  <a:srgbClr val="1F2937"/>
                </a:solidFill>
                <a:latin typeface="Arial"/>
                <a:ea typeface="Arial"/>
                <a:cs typeface="Arial"/>
              </a:rPr>
              <a:t>PCA</a:t>
            </a:r>
          </a:p>
        </p:txBody>
      </p:sp>
      <p:sp>
        <p:nvSpPr>
          <p:cNvPr id="20" name="">
            <a:extLst xmlns:a="http://schemas.openxmlformats.org/drawingml/2006/main">
              <a:ext uri="{FF2B5EF4-FFF2-40B4-BE49-F238E27FC236}">
                <a16:creationId xmlns:a16="http://schemas.microsoft.com/office/drawing/2014/main" id="{84449B81-DDD0-4D2E-8690-E0266D73EEBF}"/>
              </a:ext>
            </a:extLst>
          </p:cNvPr>
          <p:cNvSpPr>
            <a:spLocks xmlns:a="http://schemas.openxmlformats.org/drawingml/2006/main" noGrp="1"/>
          </p:cNvSpPr>
          <p:nvPr/>
        </p:nvSpPr>
        <p:spPr>
          <a:xfrm xmlns:a="http://schemas.openxmlformats.org/drawingml/2006/main">
            <a:off x="9525000" y="4114800"/>
            <a:ext cx="285750" cy="266700"/>
          </a:xfrm>
          <a:prstGeom xmlns:a="http://schemas.openxmlformats.org/drawingml/2006/main" prst="leftArrow">
            <a:avLst/>
          </a:prstGeom>
          <a:solidFill xmlns:a="http://schemas.openxmlformats.org/drawingml/2006/main">
            <a:srgbClr val="ED7D3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262EDBC-40F7-46F4-8C91-FF9FDBDA0304}"/>
              </a:ext>
            </a:extLst>
          </p:cNvPr>
          <p:cNvSpPr>
            <a:spLocks xmlns:a="http://schemas.openxmlformats.org/drawingml/2006/main" noGrp="1"/>
          </p:cNvSpPr>
          <p:nvPr/>
        </p:nvSpPr>
        <p:spPr>
          <a:xfrm xmlns:a="http://schemas.openxmlformats.org/drawingml/2006/main">
            <a:off x="7448550" y="4000500"/>
            <a:ext cx="495300" cy="495300"/>
          </a:xfrm>
          <a:prstGeom xmlns:a="http://schemas.openxmlformats.org/drawingml/2006/main" prst="ellipse">
            <a:avLst/>
          </a:prstGeom>
          <a:solidFill xmlns:a="http://schemas.openxmlformats.org/drawingml/2006/main">
            <a:srgbClr val="ED7D31"/>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7</a:t>
            </a:r>
          </a:p>
        </p:txBody>
      </p:sp>
      <p:sp>
        <p:nvSpPr>
          <p:cNvPr id="22" name="">
            <a:extLst xmlns:a="http://schemas.openxmlformats.org/drawingml/2006/main">
              <a:ext uri="{FF2B5EF4-FFF2-40B4-BE49-F238E27FC236}">
                <a16:creationId xmlns:a16="http://schemas.microsoft.com/office/drawing/2014/main" id="{564CA990-9116-4767-BAEB-D87549DEADEF}"/>
              </a:ext>
            </a:extLst>
          </p:cNvPr>
          <p:cNvSpPr>
            <a:spLocks xmlns:a="http://schemas.openxmlformats.org/drawingml/2006/main" noGrp="1"/>
          </p:cNvSpPr>
          <p:nvPr/>
        </p:nvSpPr>
        <p:spPr>
          <a:xfrm xmlns:a="http://schemas.openxmlformats.org/drawingml/2006/main">
            <a:off x="8039100" y="3981450"/>
            <a:ext cx="1762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575" b="1">
                <a:solidFill>
                  <a:srgbClr val="1F2937"/>
                </a:solidFill>
                <a:latin typeface="Arial"/>
                <a:ea typeface="Arial"/>
                <a:cs typeface="Arial"/>
              </a:defRPr>
            </a:pPr>
            <a:r>
              <a:rPr sz="1575" b="1">
                <a:solidFill>
                  <a:srgbClr val="1F2937"/>
                </a:solidFill>
                <a:latin typeface="Arial"/>
                <a:ea typeface="Arial"/>
                <a:cs typeface="Arial"/>
              </a:rPr>
              <a:t>Neighbors and clusters</a:t>
            </a:r>
          </a:p>
        </p:txBody>
      </p:sp>
      <p:sp>
        <p:nvSpPr>
          <p:cNvPr id="23" name="">
            <a:extLst xmlns:a="http://schemas.openxmlformats.org/drawingml/2006/main">
              <a:ext uri="{FF2B5EF4-FFF2-40B4-BE49-F238E27FC236}">
                <a16:creationId xmlns:a16="http://schemas.microsoft.com/office/drawing/2014/main" id="{685BDCFF-EFCF-4ACB-8471-FB934FA42F24}"/>
              </a:ext>
            </a:extLst>
          </p:cNvPr>
          <p:cNvSpPr>
            <a:spLocks xmlns:a="http://schemas.openxmlformats.org/drawingml/2006/main" noGrp="1"/>
          </p:cNvSpPr>
          <p:nvPr/>
        </p:nvSpPr>
        <p:spPr>
          <a:xfrm xmlns:a="http://schemas.openxmlformats.org/drawingml/2006/main">
            <a:off x="7067550" y="4114800"/>
            <a:ext cx="285750" cy="266700"/>
          </a:xfrm>
          <a:prstGeom xmlns:a="http://schemas.openxmlformats.org/drawingml/2006/main" prst="leftArrow">
            <a:avLst/>
          </a:prstGeom>
          <a:solidFill xmlns:a="http://schemas.openxmlformats.org/drawingml/2006/main">
            <a:srgbClr val="7551A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B610356-C784-426E-9184-D90F119AAEC5}"/>
              </a:ext>
            </a:extLst>
          </p:cNvPr>
          <p:cNvSpPr>
            <a:spLocks xmlns:a="http://schemas.openxmlformats.org/drawingml/2006/main" noGrp="1"/>
          </p:cNvSpPr>
          <p:nvPr/>
        </p:nvSpPr>
        <p:spPr>
          <a:xfrm xmlns:a="http://schemas.openxmlformats.org/drawingml/2006/main">
            <a:off x="4991100" y="4000500"/>
            <a:ext cx="495300" cy="495300"/>
          </a:xfrm>
          <a:prstGeom xmlns:a="http://schemas.openxmlformats.org/drawingml/2006/main" prst="ellipse">
            <a:avLst/>
          </a:prstGeom>
          <a:solidFill xmlns:a="http://schemas.openxmlformats.org/drawingml/2006/main">
            <a:srgbClr val="7551A8"/>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8</a:t>
            </a:r>
          </a:p>
        </p:txBody>
      </p:sp>
      <p:sp>
        <p:nvSpPr>
          <p:cNvPr id="25" name="">
            <a:extLst xmlns:a="http://schemas.openxmlformats.org/drawingml/2006/main">
              <a:ext uri="{FF2B5EF4-FFF2-40B4-BE49-F238E27FC236}">
                <a16:creationId xmlns:a16="http://schemas.microsoft.com/office/drawing/2014/main" id="{73320A99-1D55-484A-8255-43C029BEC4C1}"/>
              </a:ext>
            </a:extLst>
          </p:cNvPr>
          <p:cNvSpPr>
            <a:spLocks xmlns:a="http://schemas.openxmlformats.org/drawingml/2006/main" noGrp="1"/>
          </p:cNvSpPr>
          <p:nvPr/>
        </p:nvSpPr>
        <p:spPr>
          <a:xfrm xmlns:a="http://schemas.openxmlformats.org/drawingml/2006/main">
            <a:off x="5581650" y="3981450"/>
            <a:ext cx="1762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575" b="1">
                <a:solidFill>
                  <a:srgbClr val="1F2937"/>
                </a:solidFill>
                <a:latin typeface="Arial"/>
                <a:ea typeface="Arial"/>
                <a:cs typeface="Arial"/>
              </a:defRPr>
            </a:pPr>
            <a:r>
              <a:rPr sz="1575" b="1">
                <a:solidFill>
                  <a:srgbClr val="1F2937"/>
                </a:solidFill>
                <a:latin typeface="Arial"/>
                <a:ea typeface="Arial"/>
                <a:cs typeface="Arial"/>
              </a:rPr>
              <a:t>UMAP</a:t>
            </a:r>
          </a:p>
        </p:txBody>
      </p:sp>
      <p:sp>
        <p:nvSpPr>
          <p:cNvPr id="26" name="">
            <a:extLst xmlns:a="http://schemas.openxmlformats.org/drawingml/2006/main">
              <a:ext uri="{FF2B5EF4-FFF2-40B4-BE49-F238E27FC236}">
                <a16:creationId xmlns:a16="http://schemas.microsoft.com/office/drawing/2014/main" id="{5604CDE1-F8B6-466F-A41B-A69FED86AE0F}"/>
              </a:ext>
            </a:extLst>
          </p:cNvPr>
          <p:cNvSpPr>
            <a:spLocks xmlns:a="http://schemas.openxmlformats.org/drawingml/2006/main" noGrp="1"/>
          </p:cNvSpPr>
          <p:nvPr/>
        </p:nvSpPr>
        <p:spPr>
          <a:xfrm xmlns:a="http://schemas.openxmlformats.org/drawingml/2006/main">
            <a:off x="4610100" y="4114800"/>
            <a:ext cx="285750" cy="266700"/>
          </a:xfrm>
          <a:prstGeom xmlns:a="http://schemas.openxmlformats.org/drawingml/2006/main" prst="leftArrow">
            <a:avLst/>
          </a:prstGeom>
          <a:solidFill xmlns:a="http://schemas.openxmlformats.org/drawingml/2006/main">
            <a:srgbClr val="70AD4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4BAD6D8-353D-4AE2-8B24-92249F2FEB2E}"/>
              </a:ext>
            </a:extLst>
          </p:cNvPr>
          <p:cNvSpPr>
            <a:spLocks xmlns:a="http://schemas.openxmlformats.org/drawingml/2006/main" noGrp="1"/>
          </p:cNvSpPr>
          <p:nvPr/>
        </p:nvSpPr>
        <p:spPr>
          <a:xfrm xmlns:a="http://schemas.openxmlformats.org/drawingml/2006/main">
            <a:off x="2533650" y="4000500"/>
            <a:ext cx="495300" cy="495300"/>
          </a:xfrm>
          <a:prstGeom xmlns:a="http://schemas.openxmlformats.org/drawingml/2006/main" prst="ellipse">
            <a:avLst/>
          </a:prstGeom>
          <a:solidFill xmlns:a="http://schemas.openxmlformats.org/drawingml/2006/main">
            <a:srgbClr val="70AD47"/>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9</a:t>
            </a:r>
          </a:p>
        </p:txBody>
      </p:sp>
      <p:sp>
        <p:nvSpPr>
          <p:cNvPr id="28" name="">
            <a:extLst xmlns:a="http://schemas.openxmlformats.org/drawingml/2006/main">
              <a:ext uri="{FF2B5EF4-FFF2-40B4-BE49-F238E27FC236}">
                <a16:creationId xmlns:a16="http://schemas.microsoft.com/office/drawing/2014/main" id="{97A55911-D116-4FC4-97B8-C2ED1163123A}"/>
              </a:ext>
            </a:extLst>
          </p:cNvPr>
          <p:cNvSpPr>
            <a:spLocks xmlns:a="http://schemas.openxmlformats.org/drawingml/2006/main" noGrp="1"/>
          </p:cNvSpPr>
          <p:nvPr/>
        </p:nvSpPr>
        <p:spPr>
          <a:xfrm xmlns:a="http://schemas.openxmlformats.org/drawingml/2006/main">
            <a:off x="3124200" y="3981450"/>
            <a:ext cx="1762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575" b="1">
                <a:solidFill>
                  <a:srgbClr val="1F2937"/>
                </a:solidFill>
                <a:latin typeface="Arial"/>
                <a:ea typeface="Arial"/>
                <a:cs typeface="Arial"/>
              </a:defRPr>
            </a:pPr>
            <a:r>
              <a:rPr sz="1575" b="1">
                <a:solidFill>
                  <a:srgbClr val="1F2937"/>
                </a:solidFill>
                <a:latin typeface="Arial"/>
                <a:ea typeface="Arial"/>
                <a:cs typeface="Arial"/>
              </a:rPr>
              <a:t>Markers and labels</a:t>
            </a:r>
          </a:p>
        </p:txBody>
      </p:sp>
      <p:sp>
        <p:nvSpPr>
          <p:cNvPr id="29" name="">
            <a:extLst xmlns:a="http://schemas.openxmlformats.org/drawingml/2006/main">
              <a:ext uri="{FF2B5EF4-FFF2-40B4-BE49-F238E27FC236}">
                <a16:creationId xmlns:a16="http://schemas.microsoft.com/office/drawing/2014/main" id="{3C25C224-CBE8-4333-8CBF-97E4921B2346}"/>
              </a:ext>
            </a:extLst>
          </p:cNvPr>
          <p:cNvSpPr>
            <a:spLocks xmlns:a="http://schemas.openxmlformats.org/drawingml/2006/main" noGrp="1"/>
          </p:cNvSpPr>
          <p:nvPr/>
        </p:nvSpPr>
        <p:spPr>
          <a:xfrm xmlns:a="http://schemas.openxmlformats.org/drawingml/2006/main">
            <a:off x="10477500" y="2647950"/>
            <a:ext cx="304800" cy="609600"/>
          </a:xfrm>
          <a:prstGeom xmlns:a="http://schemas.openxmlformats.org/drawingml/2006/main" prst="downArrow">
            <a:avLst/>
          </a:prstGeom>
          <a:solidFill xmlns:a="http://schemas.openxmlformats.org/drawingml/2006/main">
            <a:srgbClr val="2E9FA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24097B1-0925-4955-B00D-12DCA2C9AF83}"/>
              </a:ext>
            </a:extLst>
          </p:cNvPr>
          <p:cNvSpPr>
            <a:spLocks xmlns:a="http://schemas.openxmlformats.org/drawingml/2006/main" noGrp="1"/>
          </p:cNvSpPr>
          <p:nvPr/>
        </p:nvSpPr>
        <p:spPr>
          <a:xfrm xmlns:a="http://schemas.openxmlformats.org/drawingml/2006/main">
            <a:off x="1619250" y="5381625"/>
            <a:ext cx="8953500" cy="742950"/>
          </a:xfrm>
          <a:prstGeom xmlns:a="http://schemas.openxmlformats.org/drawingml/2006/main" prst="roundRect">
            <a:avLst>
              <a:gd name="adj" fmla="val 20513"/>
            </a:avLst>
          </a:prstGeom>
          <a:solidFill xmlns:a="http://schemas.openxmlformats.org/drawingml/2006/main">
            <a:srgbClr val="F5F6F8"/>
          </a:solidFill>
          <a:ln xmlns:a="http://schemas.openxmlformats.org/drawingml/2006/main" w="9525">
            <a:solidFill>
              <a:srgbClr val="D5D9E0"/>
            </a:solidFill>
            <a:prstDash val="solid"/>
          </a:ln>
        </p:spPr>
      </p:sp>
      <p:sp>
        <p:nvSpPr>
          <p:cNvPr id="31" name="">
            <a:extLst xmlns:a="http://schemas.openxmlformats.org/drawingml/2006/main">
              <a:ext uri="{FF2B5EF4-FFF2-40B4-BE49-F238E27FC236}">
                <a16:creationId xmlns:a16="http://schemas.microsoft.com/office/drawing/2014/main" id="{0414172A-96BB-4630-B2E6-5D322B41F54E}"/>
              </a:ext>
            </a:extLst>
          </p:cNvPr>
          <p:cNvSpPr>
            <a:spLocks xmlns:a="http://schemas.openxmlformats.org/drawingml/2006/main" noGrp="1"/>
          </p:cNvSpPr>
          <p:nvPr/>
        </p:nvSpPr>
        <p:spPr>
          <a:xfrm xmlns:a="http://schemas.openxmlformats.org/drawingml/2006/main">
            <a:off x="2000250" y="5534025"/>
            <a:ext cx="8191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84737"/>
          </a:bodyPr>
          <a:lstStyle xmlns:a="http://schemas.openxmlformats.org/drawingml/2006/main"/>
          <a:p xmlns:a="http://schemas.openxmlformats.org/drawingml/2006/main">
            <a:pPr algn="ctr">
              <a:defRPr sz="1725" b="1">
                <a:solidFill>
                  <a:srgbClr val="1F2937"/>
                </a:solidFill>
                <a:latin typeface="Arial"/>
                <a:ea typeface="Arial"/>
                <a:cs typeface="Arial"/>
              </a:defRPr>
            </a:pPr>
            <a:r>
              <a:rPr sz="1725" b="1">
                <a:solidFill>
                  <a:srgbClr val="1F2937"/>
                </a:solidFill>
                <a:latin typeface="Arial"/>
                <a:ea typeface="Arial"/>
                <a:cs typeface="Arial"/>
              </a:rPr>
              <a:t>Each step removes a technical obstacle or creates a representation needed by the next step.</a:t>
            </a:r>
          </a:p>
        </p:txBody>
      </p:sp>
    </p:spTree>
    <p:extLst>
      <p:ext uri="{BB962C8B-B14F-4D97-AF65-F5344CB8AC3E}">
        <p14:creationId xmlns:p14="http://schemas.microsoft.com/office/powerpoint/2010/main" val="229563078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slide-title">
            <a:extLst xmlns:a="http://schemas.openxmlformats.org/drawingml/2006/main">
              <a:ext uri="{FF2B5EF4-FFF2-40B4-BE49-F238E27FC236}">
                <a16:creationId xmlns:a16="http://schemas.microsoft.com/office/drawing/2014/main" id="{41F639EE-046C-45C4-AE9F-36A33807B204}"/>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3225">
                <a:solidFill>
                  <a:srgbClr val="111827"/>
                </a:solidFill>
                <a:latin typeface="Arial"/>
                <a:ea typeface="Arial"/>
                <a:cs typeface="Arial"/>
              </a:defRPr>
            </a:pPr>
            <a:r>
              <a:rPr sz="3225">
                <a:solidFill>
                  <a:srgbClr val="111827"/>
                </a:solidFill>
                <a:latin typeface="Arial"/>
                <a:ea typeface="Arial"/>
                <a:cs typeface="Arial"/>
              </a:rPr>
              <a:t>The Seurat object</a:t>
            </a:r>
          </a:p>
        </p:txBody>
      </p:sp>
      <p:sp>
        <p:nvSpPr>
          <p:cNvPr id="2" name="title-accent">
            <a:extLst xmlns:a="http://schemas.openxmlformats.org/drawingml/2006/main">
              <a:ext uri="{FF2B5EF4-FFF2-40B4-BE49-F238E27FC236}">
                <a16:creationId xmlns:a16="http://schemas.microsoft.com/office/drawing/2014/main" id="{8BFDD6F8-24A7-4D28-91BE-427BA982A42F}"/>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sp>
      <p:sp>
        <p:nvSpPr>
          <p:cNvPr id="3" name="slide-subtitle">
            <a:extLst xmlns:a="http://schemas.openxmlformats.org/drawingml/2006/main">
              <a:ext uri="{FF2B5EF4-FFF2-40B4-BE49-F238E27FC236}">
                <a16:creationId xmlns:a16="http://schemas.microsoft.com/office/drawing/2014/main" id="{E3378135-27E8-4FBC-AFA4-6D2B64E7C28A}"/>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425">
                <a:solidFill>
                  <a:srgbClr val="5B6472"/>
                </a:solidFill>
                <a:latin typeface="Arial"/>
                <a:ea typeface="Arial"/>
                <a:cs typeface="Arial"/>
              </a:defRPr>
            </a:pPr>
            <a:r>
              <a:rPr sz="1425">
                <a:solidFill>
                  <a:srgbClr val="5B6472"/>
                </a:solidFill>
                <a:latin typeface="Arial"/>
                <a:ea typeface="Arial"/>
                <a:cs typeface="Arial"/>
              </a:rPr>
              <a:t>One object keeps the measurements, cell information, and analysis results aligned</a:t>
            </a:r>
          </a:p>
        </p:txBody>
      </p:sp>
      <p:sp>
        <p:nvSpPr>
          <p:cNvPr id="4" name="">
            <a:extLst xmlns:a="http://schemas.openxmlformats.org/drawingml/2006/main">
              <a:ext uri="{FF2B5EF4-FFF2-40B4-BE49-F238E27FC236}">
                <a16:creationId xmlns:a16="http://schemas.microsoft.com/office/drawing/2014/main" id="{9489EF7C-68A9-4302-9745-598812C143B7}"/>
              </a:ext>
            </a:extLst>
          </p:cNvPr>
          <p:cNvSpPr>
            <a:spLocks xmlns:a="http://schemas.openxmlformats.org/drawingml/2006/main" noGrp="1"/>
          </p:cNvSpPr>
          <p:nvPr/>
        </p:nvSpPr>
        <p:spPr>
          <a:xfrm xmlns:a="http://schemas.openxmlformats.org/drawingml/2006/main">
            <a:off x="666750" y="1524000"/>
            <a:ext cx="10858500" cy="4476750"/>
          </a:xfrm>
          <a:prstGeom xmlns:a="http://schemas.openxmlformats.org/drawingml/2006/main" prst="roundRect">
            <a:avLst>
              <a:gd name="adj" fmla="val 4681"/>
            </a:avLst>
          </a:prstGeom>
          <a:solidFill xmlns:a="http://schemas.openxmlformats.org/drawingml/2006/main">
            <a:srgbClr val="F5F6F8"/>
          </a:solidFill>
          <a:ln xmlns:a="http://schemas.openxmlformats.org/drawingml/2006/main" w="11430">
            <a:solidFill>
              <a:srgbClr val="D5D9E0"/>
            </a:solidFill>
            <a:prstDash val="solid"/>
          </a:ln>
        </p:spPr>
      </p:sp>
      <p:sp>
        <p:nvSpPr>
          <p:cNvPr id="5" name="">
            <a:extLst xmlns:a="http://schemas.openxmlformats.org/drawingml/2006/main">
              <a:ext uri="{FF2B5EF4-FFF2-40B4-BE49-F238E27FC236}">
                <a16:creationId xmlns:a16="http://schemas.microsoft.com/office/drawing/2014/main" id="{19187DFB-AD5A-47CD-A669-DBD6F6BB1DF1}"/>
              </a:ext>
            </a:extLst>
          </p:cNvPr>
          <p:cNvSpPr>
            <a:spLocks xmlns:a="http://schemas.openxmlformats.org/drawingml/2006/main" noGrp="1"/>
          </p:cNvSpPr>
          <p:nvPr/>
        </p:nvSpPr>
        <p:spPr>
          <a:xfrm xmlns:a="http://schemas.openxmlformats.org/drawingml/2006/main">
            <a:off x="1047750" y="176212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2100" b="1">
                <a:solidFill>
                  <a:srgbClr val="4472C4"/>
                </a:solidFill>
                <a:latin typeface="Arial"/>
                <a:ea typeface="Arial"/>
                <a:cs typeface="Arial"/>
              </a:defRPr>
            </a:pPr>
            <a:r>
              <a:rPr sz="2100" b="1">
                <a:solidFill>
                  <a:srgbClr val="4472C4"/>
                </a:solidFill>
                <a:latin typeface="Arial"/>
                <a:ea typeface="Arial"/>
                <a:cs typeface="Arial"/>
              </a:rPr>
              <a:t>RNA assay</a:t>
            </a:r>
          </a:p>
        </p:txBody>
      </p:sp>
      <p:sp>
        <p:nvSpPr>
          <p:cNvPr id="6" name="">
            <a:extLst xmlns:a="http://schemas.openxmlformats.org/drawingml/2006/main">
              <a:ext uri="{FF2B5EF4-FFF2-40B4-BE49-F238E27FC236}">
                <a16:creationId xmlns:a16="http://schemas.microsoft.com/office/drawing/2014/main" id="{02B41453-C0EE-428A-8E93-89DF849D3540}"/>
              </a:ext>
            </a:extLst>
          </p:cNvPr>
          <p:cNvSpPr>
            <a:spLocks xmlns:a="http://schemas.openxmlformats.org/drawingml/2006/main" noGrp="1"/>
          </p:cNvSpPr>
          <p:nvPr/>
        </p:nvSpPr>
        <p:spPr>
          <a:xfrm xmlns:a="http://schemas.openxmlformats.org/drawingml/2006/main">
            <a:off x="1200150" y="2190750"/>
            <a:ext cx="961263" cy="729234"/>
          </a:xfrm>
          <a:prstGeom xmlns:a="http://schemas.openxmlformats.org/drawingml/2006/main" prst="roundRect">
            <a:avLst>
              <a:gd name="adj" fmla="val 18286"/>
            </a:avLst>
          </a:prstGeom>
          <a:solidFill xmlns:a="http://schemas.openxmlformats.org/drawingml/2006/main">
            <a:srgbClr val="EAF0FA"/>
          </a:solidFill>
          <a:ln xmlns:a="http://schemas.openxmlformats.org/drawingml/2006/main" w="11430">
            <a:solidFill>
              <a:srgbClr val="4472C4"/>
            </a:solidFill>
            <a:prstDash val="solid"/>
          </a:ln>
        </p:spPr>
      </p:sp>
      <p:sp>
        <p:nvSpPr>
          <p:cNvPr id="7" name="">
            <a:extLst xmlns:a="http://schemas.openxmlformats.org/drawingml/2006/main">
              <a:ext uri="{FF2B5EF4-FFF2-40B4-BE49-F238E27FC236}">
                <a16:creationId xmlns:a16="http://schemas.microsoft.com/office/drawing/2014/main" id="{9BAD669D-6E39-4480-8944-60420C0711AD}"/>
              </a:ext>
            </a:extLst>
          </p:cNvPr>
          <p:cNvSpPr>
            <a:spLocks xmlns:a="http://schemas.openxmlformats.org/drawingml/2006/main" noGrp="1"/>
          </p:cNvSpPr>
          <p:nvPr/>
        </p:nvSpPr>
        <p:spPr>
          <a:xfrm xmlns:a="http://schemas.openxmlformats.org/drawingml/2006/main">
            <a:off x="1332738" y="2312289"/>
            <a:ext cx="132588" cy="121539"/>
          </a:xfrm>
          <a:prstGeom xmlns:a="http://schemas.openxmlformats.org/drawingml/2006/main" prst="rect">
            <a:avLst/>
          </a:prstGeom>
          <a:solidFill xmlns:a="http://schemas.openxmlformats.org/drawingml/2006/main">
            <a:srgbClr val="4472C4"/>
          </a:solidFill>
          <a:ln xmlns:a="http://schemas.openxmlformats.org/drawingml/2006/main" w="7620">
            <a:solidFill>
              <a:srgbClr val="FFFFFF"/>
            </a:solidFill>
            <a:prstDash val="solid"/>
          </a:ln>
        </p:spPr>
      </p:sp>
      <p:sp>
        <p:nvSpPr>
          <p:cNvPr id="8" name="">
            <a:extLst xmlns:a="http://schemas.openxmlformats.org/drawingml/2006/main">
              <a:ext uri="{FF2B5EF4-FFF2-40B4-BE49-F238E27FC236}">
                <a16:creationId xmlns:a16="http://schemas.microsoft.com/office/drawing/2014/main" id="{F22F406B-64C7-425E-9014-A95B5DD5AAA4}"/>
              </a:ext>
            </a:extLst>
          </p:cNvPr>
          <p:cNvSpPr>
            <a:spLocks xmlns:a="http://schemas.openxmlformats.org/drawingml/2006/main" noGrp="1"/>
          </p:cNvSpPr>
          <p:nvPr/>
        </p:nvSpPr>
        <p:spPr>
          <a:xfrm xmlns:a="http://schemas.openxmlformats.org/drawingml/2006/main">
            <a:off x="1503997" y="2312289"/>
            <a:ext cx="132588" cy="121539"/>
          </a:xfrm>
          <a:prstGeom xmlns:a="http://schemas.openxmlformats.org/drawingml/2006/main" prst="rect">
            <a:avLst/>
          </a:prstGeom>
          <a:solidFill xmlns:a="http://schemas.openxmlformats.org/drawingml/2006/main">
            <a:srgbClr val="EAF0FA"/>
          </a:solidFill>
          <a:ln xmlns:a="http://schemas.openxmlformats.org/drawingml/2006/main" w="7620">
            <a:solidFill>
              <a:srgbClr val="FFFFFF"/>
            </a:solidFill>
            <a:prstDash val="solid"/>
          </a:ln>
        </p:spPr>
      </p:sp>
      <p:sp>
        <p:nvSpPr>
          <p:cNvPr id="9" name="">
            <a:extLst xmlns:a="http://schemas.openxmlformats.org/drawingml/2006/main">
              <a:ext uri="{FF2B5EF4-FFF2-40B4-BE49-F238E27FC236}">
                <a16:creationId xmlns:a16="http://schemas.microsoft.com/office/drawing/2014/main" id="{BD335D07-ECA5-4EE0-970A-8A3F8647CE2A}"/>
              </a:ext>
            </a:extLst>
          </p:cNvPr>
          <p:cNvSpPr>
            <a:spLocks xmlns:a="http://schemas.openxmlformats.org/drawingml/2006/main" noGrp="1"/>
          </p:cNvSpPr>
          <p:nvPr/>
        </p:nvSpPr>
        <p:spPr>
          <a:xfrm xmlns:a="http://schemas.openxmlformats.org/drawingml/2006/main">
            <a:off x="1675257" y="2312289"/>
            <a:ext cx="132588" cy="121539"/>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prstDash val="solid"/>
          </a:ln>
        </p:spPr>
      </p:sp>
      <p:sp>
        <p:nvSpPr>
          <p:cNvPr id="10" name="">
            <a:extLst xmlns:a="http://schemas.openxmlformats.org/drawingml/2006/main">
              <a:ext uri="{FF2B5EF4-FFF2-40B4-BE49-F238E27FC236}">
                <a16:creationId xmlns:a16="http://schemas.microsoft.com/office/drawing/2014/main" id="{D5304436-9E97-4205-BEBB-8E2019D7FD24}"/>
              </a:ext>
            </a:extLst>
          </p:cNvPr>
          <p:cNvSpPr>
            <a:spLocks xmlns:a="http://schemas.openxmlformats.org/drawingml/2006/main" noGrp="1"/>
          </p:cNvSpPr>
          <p:nvPr/>
        </p:nvSpPr>
        <p:spPr>
          <a:xfrm xmlns:a="http://schemas.openxmlformats.org/drawingml/2006/main">
            <a:off x="1846516" y="2312289"/>
            <a:ext cx="132588" cy="121539"/>
          </a:xfrm>
          <a:prstGeom xmlns:a="http://schemas.openxmlformats.org/drawingml/2006/main" prst="rect">
            <a:avLst/>
          </a:prstGeom>
          <a:solidFill xmlns:a="http://schemas.openxmlformats.org/drawingml/2006/main">
            <a:srgbClr val="4472C4"/>
          </a:solidFill>
          <a:ln xmlns:a="http://schemas.openxmlformats.org/drawingml/2006/main" w="7620">
            <a:solidFill>
              <a:srgbClr val="FFFFFF"/>
            </a:solidFill>
            <a:prstDash val="solid"/>
          </a:ln>
        </p:spPr>
      </p:sp>
      <p:sp>
        <p:nvSpPr>
          <p:cNvPr id="11" name="">
            <a:extLst xmlns:a="http://schemas.openxmlformats.org/drawingml/2006/main">
              <a:ext uri="{FF2B5EF4-FFF2-40B4-BE49-F238E27FC236}">
                <a16:creationId xmlns:a16="http://schemas.microsoft.com/office/drawing/2014/main" id="{E5B1383A-CE34-40A7-BFC4-0948CE53B6E8}"/>
              </a:ext>
            </a:extLst>
          </p:cNvPr>
          <p:cNvSpPr>
            <a:spLocks xmlns:a="http://schemas.openxmlformats.org/drawingml/2006/main" noGrp="1"/>
          </p:cNvSpPr>
          <p:nvPr/>
        </p:nvSpPr>
        <p:spPr>
          <a:xfrm xmlns:a="http://schemas.openxmlformats.org/drawingml/2006/main">
            <a:off x="1332738" y="2472500"/>
            <a:ext cx="132588" cy="121539"/>
          </a:xfrm>
          <a:prstGeom xmlns:a="http://schemas.openxmlformats.org/drawingml/2006/main" prst="rect">
            <a:avLst/>
          </a:prstGeom>
          <a:solidFill xmlns:a="http://schemas.openxmlformats.org/drawingml/2006/main">
            <a:srgbClr val="EAF0FA"/>
          </a:solidFill>
          <a:ln xmlns:a="http://schemas.openxmlformats.org/drawingml/2006/main" w="7620">
            <a:solidFill>
              <a:srgbClr val="FFFFFF"/>
            </a:solidFill>
            <a:prstDash val="solid"/>
          </a:ln>
        </p:spPr>
      </p:sp>
      <p:sp>
        <p:nvSpPr>
          <p:cNvPr id="12" name="">
            <a:extLst xmlns:a="http://schemas.openxmlformats.org/drawingml/2006/main">
              <a:ext uri="{FF2B5EF4-FFF2-40B4-BE49-F238E27FC236}">
                <a16:creationId xmlns:a16="http://schemas.microsoft.com/office/drawing/2014/main" id="{626C9075-8ED5-4A63-8D45-00366FCE98D9}"/>
              </a:ext>
            </a:extLst>
          </p:cNvPr>
          <p:cNvSpPr>
            <a:spLocks xmlns:a="http://schemas.openxmlformats.org/drawingml/2006/main" noGrp="1"/>
          </p:cNvSpPr>
          <p:nvPr/>
        </p:nvSpPr>
        <p:spPr>
          <a:xfrm xmlns:a="http://schemas.openxmlformats.org/drawingml/2006/main">
            <a:off x="1503997" y="2472500"/>
            <a:ext cx="132588" cy="121539"/>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prstDash val="solid"/>
          </a:ln>
        </p:spPr>
      </p:sp>
      <p:sp>
        <p:nvSpPr>
          <p:cNvPr id="13" name="">
            <a:extLst xmlns:a="http://schemas.openxmlformats.org/drawingml/2006/main">
              <a:ext uri="{FF2B5EF4-FFF2-40B4-BE49-F238E27FC236}">
                <a16:creationId xmlns:a16="http://schemas.microsoft.com/office/drawing/2014/main" id="{7A6093A2-B3F0-4E34-8FC2-37207B4297B0}"/>
              </a:ext>
            </a:extLst>
          </p:cNvPr>
          <p:cNvSpPr>
            <a:spLocks xmlns:a="http://schemas.openxmlformats.org/drawingml/2006/main" noGrp="1"/>
          </p:cNvSpPr>
          <p:nvPr/>
        </p:nvSpPr>
        <p:spPr>
          <a:xfrm xmlns:a="http://schemas.openxmlformats.org/drawingml/2006/main">
            <a:off x="1675257" y="2472500"/>
            <a:ext cx="132588" cy="121539"/>
          </a:xfrm>
          <a:prstGeom xmlns:a="http://schemas.openxmlformats.org/drawingml/2006/main" prst="rect">
            <a:avLst/>
          </a:prstGeom>
          <a:solidFill xmlns:a="http://schemas.openxmlformats.org/drawingml/2006/main">
            <a:srgbClr val="4472C4"/>
          </a:solidFill>
          <a:ln xmlns:a="http://schemas.openxmlformats.org/drawingml/2006/main" w="7620">
            <a:solidFill>
              <a:srgbClr val="FFFFFF"/>
            </a:solidFill>
            <a:prstDash val="solid"/>
          </a:ln>
        </p:spPr>
      </p:sp>
      <p:sp>
        <p:nvSpPr>
          <p:cNvPr id="14" name="">
            <a:extLst xmlns:a="http://schemas.openxmlformats.org/drawingml/2006/main">
              <a:ext uri="{FF2B5EF4-FFF2-40B4-BE49-F238E27FC236}">
                <a16:creationId xmlns:a16="http://schemas.microsoft.com/office/drawing/2014/main" id="{D7FB4860-CD9A-414B-BA69-D86C34760261}"/>
              </a:ext>
            </a:extLst>
          </p:cNvPr>
          <p:cNvSpPr>
            <a:spLocks xmlns:a="http://schemas.openxmlformats.org/drawingml/2006/main" noGrp="1"/>
          </p:cNvSpPr>
          <p:nvPr/>
        </p:nvSpPr>
        <p:spPr>
          <a:xfrm xmlns:a="http://schemas.openxmlformats.org/drawingml/2006/main">
            <a:off x="1846516" y="2472500"/>
            <a:ext cx="132588" cy="121539"/>
          </a:xfrm>
          <a:prstGeom xmlns:a="http://schemas.openxmlformats.org/drawingml/2006/main" prst="rect">
            <a:avLst/>
          </a:prstGeom>
          <a:solidFill xmlns:a="http://schemas.openxmlformats.org/drawingml/2006/main">
            <a:srgbClr val="EAF0FA"/>
          </a:solidFill>
          <a:ln xmlns:a="http://schemas.openxmlformats.org/drawingml/2006/main" w="7620">
            <a:solidFill>
              <a:srgbClr val="FFFFFF"/>
            </a:solidFill>
            <a:prstDash val="solid"/>
          </a:ln>
        </p:spPr>
      </p:sp>
      <p:sp>
        <p:nvSpPr>
          <p:cNvPr id="15" name="">
            <a:extLst xmlns:a="http://schemas.openxmlformats.org/drawingml/2006/main">
              <a:ext uri="{FF2B5EF4-FFF2-40B4-BE49-F238E27FC236}">
                <a16:creationId xmlns:a16="http://schemas.microsoft.com/office/drawing/2014/main" id="{BBD77896-7060-4C0E-A8F7-798964BDCBBC}"/>
              </a:ext>
            </a:extLst>
          </p:cNvPr>
          <p:cNvSpPr>
            <a:spLocks xmlns:a="http://schemas.openxmlformats.org/drawingml/2006/main" noGrp="1"/>
          </p:cNvSpPr>
          <p:nvPr/>
        </p:nvSpPr>
        <p:spPr>
          <a:xfrm xmlns:a="http://schemas.openxmlformats.org/drawingml/2006/main">
            <a:off x="1332738" y="2632710"/>
            <a:ext cx="132588" cy="121539"/>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prstDash val="solid"/>
          </a:ln>
        </p:spPr>
      </p:sp>
      <p:sp>
        <p:nvSpPr>
          <p:cNvPr id="16" name="">
            <a:extLst xmlns:a="http://schemas.openxmlformats.org/drawingml/2006/main">
              <a:ext uri="{FF2B5EF4-FFF2-40B4-BE49-F238E27FC236}">
                <a16:creationId xmlns:a16="http://schemas.microsoft.com/office/drawing/2014/main" id="{15B4A620-BC37-4E4C-98DF-76856C68A760}"/>
              </a:ext>
            </a:extLst>
          </p:cNvPr>
          <p:cNvSpPr>
            <a:spLocks xmlns:a="http://schemas.openxmlformats.org/drawingml/2006/main" noGrp="1"/>
          </p:cNvSpPr>
          <p:nvPr/>
        </p:nvSpPr>
        <p:spPr>
          <a:xfrm xmlns:a="http://schemas.openxmlformats.org/drawingml/2006/main">
            <a:off x="1503997" y="2632710"/>
            <a:ext cx="132588" cy="121539"/>
          </a:xfrm>
          <a:prstGeom xmlns:a="http://schemas.openxmlformats.org/drawingml/2006/main" prst="rect">
            <a:avLst/>
          </a:prstGeom>
          <a:solidFill xmlns:a="http://schemas.openxmlformats.org/drawingml/2006/main">
            <a:srgbClr val="4472C4"/>
          </a:solidFill>
          <a:ln xmlns:a="http://schemas.openxmlformats.org/drawingml/2006/main" w="7620">
            <a:solidFill>
              <a:srgbClr val="FFFFFF"/>
            </a:solidFill>
            <a:prstDash val="solid"/>
          </a:ln>
        </p:spPr>
      </p:sp>
      <p:sp>
        <p:nvSpPr>
          <p:cNvPr id="17" name="">
            <a:extLst xmlns:a="http://schemas.openxmlformats.org/drawingml/2006/main">
              <a:ext uri="{FF2B5EF4-FFF2-40B4-BE49-F238E27FC236}">
                <a16:creationId xmlns:a16="http://schemas.microsoft.com/office/drawing/2014/main" id="{8038C98B-1E9E-4CBD-8BC8-6084CB4990A9}"/>
              </a:ext>
            </a:extLst>
          </p:cNvPr>
          <p:cNvSpPr>
            <a:spLocks xmlns:a="http://schemas.openxmlformats.org/drawingml/2006/main" noGrp="1"/>
          </p:cNvSpPr>
          <p:nvPr/>
        </p:nvSpPr>
        <p:spPr>
          <a:xfrm xmlns:a="http://schemas.openxmlformats.org/drawingml/2006/main">
            <a:off x="1675257" y="2632710"/>
            <a:ext cx="132588" cy="121539"/>
          </a:xfrm>
          <a:prstGeom xmlns:a="http://schemas.openxmlformats.org/drawingml/2006/main" prst="rect">
            <a:avLst/>
          </a:prstGeom>
          <a:solidFill xmlns:a="http://schemas.openxmlformats.org/drawingml/2006/main">
            <a:srgbClr val="EAF0FA"/>
          </a:solidFill>
          <a:ln xmlns:a="http://schemas.openxmlformats.org/drawingml/2006/main" w="7620">
            <a:solidFill>
              <a:srgbClr val="FFFFFF"/>
            </a:solidFill>
            <a:prstDash val="solid"/>
          </a:ln>
        </p:spPr>
      </p:sp>
      <p:sp>
        <p:nvSpPr>
          <p:cNvPr id="18" name="">
            <a:extLst xmlns:a="http://schemas.openxmlformats.org/drawingml/2006/main">
              <a:ext uri="{FF2B5EF4-FFF2-40B4-BE49-F238E27FC236}">
                <a16:creationId xmlns:a16="http://schemas.microsoft.com/office/drawing/2014/main" id="{E6E20DBB-DD94-44AC-943A-08938529C74C}"/>
              </a:ext>
            </a:extLst>
          </p:cNvPr>
          <p:cNvSpPr>
            <a:spLocks xmlns:a="http://schemas.openxmlformats.org/drawingml/2006/main" noGrp="1"/>
          </p:cNvSpPr>
          <p:nvPr/>
        </p:nvSpPr>
        <p:spPr>
          <a:xfrm xmlns:a="http://schemas.openxmlformats.org/drawingml/2006/main">
            <a:off x="1846516" y="2632710"/>
            <a:ext cx="132588" cy="121539"/>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prstDash val="solid"/>
          </a:ln>
        </p:spPr>
      </p:sp>
      <p:sp>
        <p:nvSpPr>
          <p:cNvPr id="19" name="">
            <a:extLst xmlns:a="http://schemas.openxmlformats.org/drawingml/2006/main">
              <a:ext uri="{FF2B5EF4-FFF2-40B4-BE49-F238E27FC236}">
                <a16:creationId xmlns:a16="http://schemas.microsoft.com/office/drawing/2014/main" id="{3456DC85-47C9-49D4-BABD-C3F41B0B1BCD}"/>
              </a:ext>
            </a:extLst>
          </p:cNvPr>
          <p:cNvSpPr>
            <a:spLocks xmlns:a="http://schemas.openxmlformats.org/drawingml/2006/main" noGrp="1"/>
          </p:cNvSpPr>
          <p:nvPr/>
        </p:nvSpPr>
        <p:spPr>
          <a:xfrm xmlns:a="http://schemas.openxmlformats.org/drawingml/2006/main">
            <a:off x="2381250" y="2238375"/>
            <a:ext cx="1762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725" b="1">
                <a:solidFill>
                  <a:srgbClr val="4472C4"/>
                </a:solidFill>
                <a:latin typeface="Arial"/>
                <a:ea typeface="Arial"/>
                <a:cs typeface="Arial"/>
              </a:defRPr>
            </a:pPr>
            <a:r>
              <a:rPr sz="1725" b="1">
                <a:solidFill>
                  <a:srgbClr val="4472C4"/>
                </a:solidFill>
                <a:latin typeface="Arial"/>
                <a:ea typeface="Arial"/>
                <a:cs typeface="Arial"/>
              </a:rPr>
              <a:t>counts</a:t>
            </a:r>
          </a:p>
        </p:txBody>
      </p:sp>
      <p:sp>
        <p:nvSpPr>
          <p:cNvPr id="20" name="">
            <a:extLst xmlns:a="http://schemas.openxmlformats.org/drawingml/2006/main">
              <a:ext uri="{FF2B5EF4-FFF2-40B4-BE49-F238E27FC236}">
                <a16:creationId xmlns:a16="http://schemas.microsoft.com/office/drawing/2014/main" id="{555EA08F-9862-45D7-B813-502FD847EB74}"/>
              </a:ext>
            </a:extLst>
          </p:cNvPr>
          <p:cNvSpPr>
            <a:spLocks xmlns:a="http://schemas.openxmlformats.org/drawingml/2006/main" noGrp="1"/>
          </p:cNvSpPr>
          <p:nvPr/>
        </p:nvSpPr>
        <p:spPr>
          <a:xfrm xmlns:a="http://schemas.openxmlformats.org/drawingml/2006/main">
            <a:off x="2381250" y="25717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350">
                <a:solidFill>
                  <a:srgbClr val="5B6472"/>
                </a:solidFill>
                <a:latin typeface="Arial"/>
                <a:ea typeface="Arial"/>
                <a:cs typeface="Arial"/>
              </a:defRPr>
            </a:pPr>
            <a:r>
              <a:rPr sz="1350">
                <a:solidFill>
                  <a:srgbClr val="5B6472"/>
                </a:solidFill>
                <a:latin typeface="Arial"/>
                <a:ea typeface="Arial"/>
                <a:cs typeface="Arial"/>
              </a:rPr>
              <a:t>raw integers</a:t>
            </a:r>
          </a:p>
        </p:txBody>
      </p:sp>
      <p:sp>
        <p:nvSpPr>
          <p:cNvPr id="21" name="">
            <a:extLst xmlns:a="http://schemas.openxmlformats.org/drawingml/2006/main">
              <a:ext uri="{FF2B5EF4-FFF2-40B4-BE49-F238E27FC236}">
                <a16:creationId xmlns:a16="http://schemas.microsoft.com/office/drawing/2014/main" id="{72484876-66EE-47A7-A076-5D907D651427}"/>
              </a:ext>
            </a:extLst>
          </p:cNvPr>
          <p:cNvSpPr>
            <a:spLocks xmlns:a="http://schemas.openxmlformats.org/drawingml/2006/main" noGrp="1"/>
          </p:cNvSpPr>
          <p:nvPr/>
        </p:nvSpPr>
        <p:spPr>
          <a:xfrm xmlns:a="http://schemas.openxmlformats.org/drawingml/2006/main">
            <a:off x="1200150" y="3286125"/>
            <a:ext cx="961263" cy="729234"/>
          </a:xfrm>
          <a:prstGeom xmlns:a="http://schemas.openxmlformats.org/drawingml/2006/main" prst="roundRect">
            <a:avLst>
              <a:gd name="adj" fmla="val 18286"/>
            </a:avLst>
          </a:prstGeom>
          <a:solidFill xmlns:a="http://schemas.openxmlformats.org/drawingml/2006/main">
            <a:srgbClr val="FCEADD"/>
          </a:solidFill>
          <a:ln xmlns:a="http://schemas.openxmlformats.org/drawingml/2006/main" w="11430">
            <a:solidFill>
              <a:srgbClr val="ED7D31"/>
            </a:solidFill>
            <a:prstDash val="solid"/>
          </a:ln>
        </p:spPr>
      </p:sp>
      <p:sp>
        <p:nvSpPr>
          <p:cNvPr id="22" name="">
            <a:extLst xmlns:a="http://schemas.openxmlformats.org/drawingml/2006/main">
              <a:ext uri="{FF2B5EF4-FFF2-40B4-BE49-F238E27FC236}">
                <a16:creationId xmlns:a16="http://schemas.microsoft.com/office/drawing/2014/main" id="{3ADA82DD-1073-4557-9F3D-57A5DC0B9500}"/>
              </a:ext>
            </a:extLst>
          </p:cNvPr>
          <p:cNvSpPr>
            <a:spLocks xmlns:a="http://schemas.openxmlformats.org/drawingml/2006/main" noGrp="1"/>
          </p:cNvSpPr>
          <p:nvPr/>
        </p:nvSpPr>
        <p:spPr>
          <a:xfrm xmlns:a="http://schemas.openxmlformats.org/drawingml/2006/main">
            <a:off x="1332738" y="3407664"/>
            <a:ext cx="132588" cy="121539"/>
          </a:xfrm>
          <a:prstGeom xmlns:a="http://schemas.openxmlformats.org/drawingml/2006/main" prst="rect">
            <a:avLst/>
          </a:prstGeom>
          <a:solidFill xmlns:a="http://schemas.openxmlformats.org/drawingml/2006/main">
            <a:srgbClr val="ED7D31"/>
          </a:solidFill>
          <a:ln xmlns:a="http://schemas.openxmlformats.org/drawingml/2006/main" w="7620">
            <a:solidFill>
              <a:srgbClr val="FFFFFF"/>
            </a:solidFill>
            <a:prstDash val="solid"/>
          </a:ln>
        </p:spPr>
      </p:sp>
      <p:sp>
        <p:nvSpPr>
          <p:cNvPr id="23" name="">
            <a:extLst xmlns:a="http://schemas.openxmlformats.org/drawingml/2006/main">
              <a:ext uri="{FF2B5EF4-FFF2-40B4-BE49-F238E27FC236}">
                <a16:creationId xmlns:a16="http://schemas.microsoft.com/office/drawing/2014/main" id="{E1350EBE-0361-4D7D-BC6C-6538B2A80193}"/>
              </a:ext>
            </a:extLst>
          </p:cNvPr>
          <p:cNvSpPr>
            <a:spLocks xmlns:a="http://schemas.openxmlformats.org/drawingml/2006/main" noGrp="1"/>
          </p:cNvSpPr>
          <p:nvPr/>
        </p:nvSpPr>
        <p:spPr>
          <a:xfrm xmlns:a="http://schemas.openxmlformats.org/drawingml/2006/main">
            <a:off x="1503997" y="3407664"/>
            <a:ext cx="132588" cy="121539"/>
          </a:xfrm>
          <a:prstGeom xmlns:a="http://schemas.openxmlformats.org/drawingml/2006/main" prst="rect">
            <a:avLst/>
          </a:prstGeom>
          <a:solidFill xmlns:a="http://schemas.openxmlformats.org/drawingml/2006/main">
            <a:srgbClr val="FCEADD"/>
          </a:solidFill>
          <a:ln xmlns:a="http://schemas.openxmlformats.org/drawingml/2006/main" w="7620">
            <a:solidFill>
              <a:srgbClr val="FFFFFF"/>
            </a:solidFill>
            <a:prstDash val="solid"/>
          </a:ln>
        </p:spPr>
      </p:sp>
      <p:sp>
        <p:nvSpPr>
          <p:cNvPr id="24" name="">
            <a:extLst xmlns:a="http://schemas.openxmlformats.org/drawingml/2006/main">
              <a:ext uri="{FF2B5EF4-FFF2-40B4-BE49-F238E27FC236}">
                <a16:creationId xmlns:a16="http://schemas.microsoft.com/office/drawing/2014/main" id="{8FCCB052-DACA-4537-8A84-834AD49562EB}"/>
              </a:ext>
            </a:extLst>
          </p:cNvPr>
          <p:cNvSpPr>
            <a:spLocks xmlns:a="http://schemas.openxmlformats.org/drawingml/2006/main" noGrp="1"/>
          </p:cNvSpPr>
          <p:nvPr/>
        </p:nvSpPr>
        <p:spPr>
          <a:xfrm xmlns:a="http://schemas.openxmlformats.org/drawingml/2006/main">
            <a:off x="1675257" y="3407664"/>
            <a:ext cx="132588" cy="121539"/>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prstDash val="solid"/>
          </a:ln>
        </p:spPr>
      </p:sp>
      <p:sp>
        <p:nvSpPr>
          <p:cNvPr id="25" name="">
            <a:extLst xmlns:a="http://schemas.openxmlformats.org/drawingml/2006/main">
              <a:ext uri="{FF2B5EF4-FFF2-40B4-BE49-F238E27FC236}">
                <a16:creationId xmlns:a16="http://schemas.microsoft.com/office/drawing/2014/main" id="{3EFCCAB7-2335-46E4-BC89-E43E826F1BC2}"/>
              </a:ext>
            </a:extLst>
          </p:cNvPr>
          <p:cNvSpPr>
            <a:spLocks xmlns:a="http://schemas.openxmlformats.org/drawingml/2006/main" noGrp="1"/>
          </p:cNvSpPr>
          <p:nvPr/>
        </p:nvSpPr>
        <p:spPr>
          <a:xfrm xmlns:a="http://schemas.openxmlformats.org/drawingml/2006/main">
            <a:off x="1846516" y="3407664"/>
            <a:ext cx="132588" cy="121539"/>
          </a:xfrm>
          <a:prstGeom xmlns:a="http://schemas.openxmlformats.org/drawingml/2006/main" prst="rect">
            <a:avLst/>
          </a:prstGeom>
          <a:solidFill xmlns:a="http://schemas.openxmlformats.org/drawingml/2006/main">
            <a:srgbClr val="ED7D31"/>
          </a:solidFill>
          <a:ln xmlns:a="http://schemas.openxmlformats.org/drawingml/2006/main" w="7620">
            <a:solidFill>
              <a:srgbClr val="FFFFFF"/>
            </a:solidFill>
            <a:prstDash val="solid"/>
          </a:ln>
        </p:spPr>
      </p:sp>
      <p:sp>
        <p:nvSpPr>
          <p:cNvPr id="26" name="">
            <a:extLst xmlns:a="http://schemas.openxmlformats.org/drawingml/2006/main">
              <a:ext uri="{FF2B5EF4-FFF2-40B4-BE49-F238E27FC236}">
                <a16:creationId xmlns:a16="http://schemas.microsoft.com/office/drawing/2014/main" id="{AF27DAFB-D6C0-4F5F-8B15-FC772CF12E95}"/>
              </a:ext>
            </a:extLst>
          </p:cNvPr>
          <p:cNvSpPr>
            <a:spLocks xmlns:a="http://schemas.openxmlformats.org/drawingml/2006/main" noGrp="1"/>
          </p:cNvSpPr>
          <p:nvPr/>
        </p:nvSpPr>
        <p:spPr>
          <a:xfrm xmlns:a="http://schemas.openxmlformats.org/drawingml/2006/main">
            <a:off x="1332738" y="3567875"/>
            <a:ext cx="132588" cy="121539"/>
          </a:xfrm>
          <a:prstGeom xmlns:a="http://schemas.openxmlformats.org/drawingml/2006/main" prst="rect">
            <a:avLst/>
          </a:prstGeom>
          <a:solidFill xmlns:a="http://schemas.openxmlformats.org/drawingml/2006/main">
            <a:srgbClr val="FCEADD"/>
          </a:solidFill>
          <a:ln xmlns:a="http://schemas.openxmlformats.org/drawingml/2006/main" w="7620">
            <a:solidFill>
              <a:srgbClr val="FFFFFF"/>
            </a:solidFill>
            <a:prstDash val="solid"/>
          </a:ln>
        </p:spPr>
      </p:sp>
      <p:sp>
        <p:nvSpPr>
          <p:cNvPr id="27" name="">
            <a:extLst xmlns:a="http://schemas.openxmlformats.org/drawingml/2006/main">
              <a:ext uri="{FF2B5EF4-FFF2-40B4-BE49-F238E27FC236}">
                <a16:creationId xmlns:a16="http://schemas.microsoft.com/office/drawing/2014/main" id="{F3AAF3EA-547F-46EB-9569-8A0C91760E35}"/>
              </a:ext>
            </a:extLst>
          </p:cNvPr>
          <p:cNvSpPr>
            <a:spLocks xmlns:a="http://schemas.openxmlformats.org/drawingml/2006/main" noGrp="1"/>
          </p:cNvSpPr>
          <p:nvPr/>
        </p:nvSpPr>
        <p:spPr>
          <a:xfrm xmlns:a="http://schemas.openxmlformats.org/drawingml/2006/main">
            <a:off x="1503997" y="3567875"/>
            <a:ext cx="132588" cy="121539"/>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prstDash val="solid"/>
          </a:ln>
        </p:spPr>
      </p:sp>
      <p:sp>
        <p:nvSpPr>
          <p:cNvPr id="28" name="">
            <a:extLst xmlns:a="http://schemas.openxmlformats.org/drawingml/2006/main">
              <a:ext uri="{FF2B5EF4-FFF2-40B4-BE49-F238E27FC236}">
                <a16:creationId xmlns:a16="http://schemas.microsoft.com/office/drawing/2014/main" id="{EE2A1C87-9375-4EB0-82AB-229450505CD9}"/>
              </a:ext>
            </a:extLst>
          </p:cNvPr>
          <p:cNvSpPr>
            <a:spLocks xmlns:a="http://schemas.openxmlformats.org/drawingml/2006/main" noGrp="1"/>
          </p:cNvSpPr>
          <p:nvPr/>
        </p:nvSpPr>
        <p:spPr>
          <a:xfrm xmlns:a="http://schemas.openxmlformats.org/drawingml/2006/main">
            <a:off x="1675257" y="3567875"/>
            <a:ext cx="132588" cy="121539"/>
          </a:xfrm>
          <a:prstGeom xmlns:a="http://schemas.openxmlformats.org/drawingml/2006/main" prst="rect">
            <a:avLst/>
          </a:prstGeom>
          <a:solidFill xmlns:a="http://schemas.openxmlformats.org/drawingml/2006/main">
            <a:srgbClr val="ED7D31"/>
          </a:solidFill>
          <a:ln xmlns:a="http://schemas.openxmlformats.org/drawingml/2006/main" w="7620">
            <a:solidFill>
              <a:srgbClr val="FFFFFF"/>
            </a:solidFill>
            <a:prstDash val="solid"/>
          </a:ln>
        </p:spPr>
      </p:sp>
      <p:sp>
        <p:nvSpPr>
          <p:cNvPr id="29" name="">
            <a:extLst xmlns:a="http://schemas.openxmlformats.org/drawingml/2006/main">
              <a:ext uri="{FF2B5EF4-FFF2-40B4-BE49-F238E27FC236}">
                <a16:creationId xmlns:a16="http://schemas.microsoft.com/office/drawing/2014/main" id="{6FFAEBB2-A0E5-4ACD-95D3-0F76F4F06F18}"/>
              </a:ext>
            </a:extLst>
          </p:cNvPr>
          <p:cNvSpPr>
            <a:spLocks xmlns:a="http://schemas.openxmlformats.org/drawingml/2006/main" noGrp="1"/>
          </p:cNvSpPr>
          <p:nvPr/>
        </p:nvSpPr>
        <p:spPr>
          <a:xfrm xmlns:a="http://schemas.openxmlformats.org/drawingml/2006/main">
            <a:off x="1846516" y="3567875"/>
            <a:ext cx="132588" cy="121539"/>
          </a:xfrm>
          <a:prstGeom xmlns:a="http://schemas.openxmlformats.org/drawingml/2006/main" prst="rect">
            <a:avLst/>
          </a:prstGeom>
          <a:solidFill xmlns:a="http://schemas.openxmlformats.org/drawingml/2006/main">
            <a:srgbClr val="FCEADD"/>
          </a:solidFill>
          <a:ln xmlns:a="http://schemas.openxmlformats.org/drawingml/2006/main" w="7620">
            <a:solidFill>
              <a:srgbClr val="FFFFFF"/>
            </a:solidFill>
            <a:prstDash val="solid"/>
          </a:ln>
        </p:spPr>
      </p:sp>
      <p:sp>
        <p:nvSpPr>
          <p:cNvPr id="30" name="">
            <a:extLst xmlns:a="http://schemas.openxmlformats.org/drawingml/2006/main">
              <a:ext uri="{FF2B5EF4-FFF2-40B4-BE49-F238E27FC236}">
                <a16:creationId xmlns:a16="http://schemas.microsoft.com/office/drawing/2014/main" id="{04EC1148-72F3-438F-A792-57756B4DF807}"/>
              </a:ext>
            </a:extLst>
          </p:cNvPr>
          <p:cNvSpPr>
            <a:spLocks xmlns:a="http://schemas.openxmlformats.org/drawingml/2006/main" noGrp="1"/>
          </p:cNvSpPr>
          <p:nvPr/>
        </p:nvSpPr>
        <p:spPr>
          <a:xfrm xmlns:a="http://schemas.openxmlformats.org/drawingml/2006/main">
            <a:off x="1332738" y="3728085"/>
            <a:ext cx="132588" cy="121539"/>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prstDash val="solid"/>
          </a:ln>
        </p:spPr>
      </p:sp>
      <p:sp>
        <p:nvSpPr>
          <p:cNvPr id="31" name="">
            <a:extLst xmlns:a="http://schemas.openxmlformats.org/drawingml/2006/main">
              <a:ext uri="{FF2B5EF4-FFF2-40B4-BE49-F238E27FC236}">
                <a16:creationId xmlns:a16="http://schemas.microsoft.com/office/drawing/2014/main" id="{F9EC2C8B-9F9F-42A9-A3AF-C8F8828CA6E2}"/>
              </a:ext>
            </a:extLst>
          </p:cNvPr>
          <p:cNvSpPr>
            <a:spLocks xmlns:a="http://schemas.openxmlformats.org/drawingml/2006/main" noGrp="1"/>
          </p:cNvSpPr>
          <p:nvPr/>
        </p:nvSpPr>
        <p:spPr>
          <a:xfrm xmlns:a="http://schemas.openxmlformats.org/drawingml/2006/main">
            <a:off x="1503997" y="3728085"/>
            <a:ext cx="132588" cy="121539"/>
          </a:xfrm>
          <a:prstGeom xmlns:a="http://schemas.openxmlformats.org/drawingml/2006/main" prst="rect">
            <a:avLst/>
          </a:prstGeom>
          <a:solidFill xmlns:a="http://schemas.openxmlformats.org/drawingml/2006/main">
            <a:srgbClr val="ED7D31"/>
          </a:solidFill>
          <a:ln xmlns:a="http://schemas.openxmlformats.org/drawingml/2006/main" w="7620">
            <a:solidFill>
              <a:srgbClr val="FFFFFF"/>
            </a:solidFill>
            <a:prstDash val="solid"/>
          </a:ln>
        </p:spPr>
      </p:sp>
      <p:sp>
        <p:nvSpPr>
          <p:cNvPr id="32" name="">
            <a:extLst xmlns:a="http://schemas.openxmlformats.org/drawingml/2006/main">
              <a:ext uri="{FF2B5EF4-FFF2-40B4-BE49-F238E27FC236}">
                <a16:creationId xmlns:a16="http://schemas.microsoft.com/office/drawing/2014/main" id="{F9940685-08B0-4E22-81D6-7FE02C3C33AF}"/>
              </a:ext>
            </a:extLst>
          </p:cNvPr>
          <p:cNvSpPr>
            <a:spLocks xmlns:a="http://schemas.openxmlformats.org/drawingml/2006/main" noGrp="1"/>
          </p:cNvSpPr>
          <p:nvPr/>
        </p:nvSpPr>
        <p:spPr>
          <a:xfrm xmlns:a="http://schemas.openxmlformats.org/drawingml/2006/main">
            <a:off x="1675257" y="3728085"/>
            <a:ext cx="132588" cy="121539"/>
          </a:xfrm>
          <a:prstGeom xmlns:a="http://schemas.openxmlformats.org/drawingml/2006/main" prst="rect">
            <a:avLst/>
          </a:prstGeom>
          <a:solidFill xmlns:a="http://schemas.openxmlformats.org/drawingml/2006/main">
            <a:srgbClr val="FCEADD"/>
          </a:solidFill>
          <a:ln xmlns:a="http://schemas.openxmlformats.org/drawingml/2006/main" w="7620">
            <a:solidFill>
              <a:srgbClr val="FFFFFF"/>
            </a:solidFill>
            <a:prstDash val="solid"/>
          </a:ln>
        </p:spPr>
      </p:sp>
      <p:sp>
        <p:nvSpPr>
          <p:cNvPr id="33" name="">
            <a:extLst xmlns:a="http://schemas.openxmlformats.org/drawingml/2006/main">
              <a:ext uri="{FF2B5EF4-FFF2-40B4-BE49-F238E27FC236}">
                <a16:creationId xmlns:a16="http://schemas.microsoft.com/office/drawing/2014/main" id="{DBF38F15-18EC-4574-9934-D80BA87A3945}"/>
              </a:ext>
            </a:extLst>
          </p:cNvPr>
          <p:cNvSpPr>
            <a:spLocks xmlns:a="http://schemas.openxmlformats.org/drawingml/2006/main" noGrp="1"/>
          </p:cNvSpPr>
          <p:nvPr/>
        </p:nvSpPr>
        <p:spPr>
          <a:xfrm xmlns:a="http://schemas.openxmlformats.org/drawingml/2006/main">
            <a:off x="1846516" y="3728085"/>
            <a:ext cx="132588" cy="121539"/>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prstDash val="solid"/>
          </a:ln>
        </p:spPr>
      </p:sp>
      <p:sp>
        <p:nvSpPr>
          <p:cNvPr id="34" name="">
            <a:extLst xmlns:a="http://schemas.openxmlformats.org/drawingml/2006/main">
              <a:ext uri="{FF2B5EF4-FFF2-40B4-BE49-F238E27FC236}">
                <a16:creationId xmlns:a16="http://schemas.microsoft.com/office/drawing/2014/main" id="{BC63EBD2-2411-4797-A7D2-D9782224FE7C}"/>
              </a:ext>
            </a:extLst>
          </p:cNvPr>
          <p:cNvSpPr>
            <a:spLocks xmlns:a="http://schemas.openxmlformats.org/drawingml/2006/main" noGrp="1"/>
          </p:cNvSpPr>
          <p:nvPr/>
        </p:nvSpPr>
        <p:spPr>
          <a:xfrm xmlns:a="http://schemas.openxmlformats.org/drawingml/2006/main">
            <a:off x="2381250" y="3333750"/>
            <a:ext cx="1762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725" b="1">
                <a:solidFill>
                  <a:srgbClr val="ED7D31"/>
                </a:solidFill>
                <a:latin typeface="Arial"/>
                <a:ea typeface="Arial"/>
                <a:cs typeface="Arial"/>
              </a:defRPr>
            </a:pPr>
            <a:r>
              <a:rPr sz="1725" b="1">
                <a:solidFill>
                  <a:srgbClr val="ED7D31"/>
                </a:solidFill>
                <a:latin typeface="Arial"/>
                <a:ea typeface="Arial"/>
                <a:cs typeface="Arial"/>
              </a:rPr>
              <a:t>data</a:t>
            </a:r>
          </a:p>
        </p:txBody>
      </p:sp>
      <p:sp>
        <p:nvSpPr>
          <p:cNvPr id="35" name="">
            <a:extLst xmlns:a="http://schemas.openxmlformats.org/drawingml/2006/main">
              <a:ext uri="{FF2B5EF4-FFF2-40B4-BE49-F238E27FC236}">
                <a16:creationId xmlns:a16="http://schemas.microsoft.com/office/drawing/2014/main" id="{B45170B1-7CD3-4E2D-90F5-64C1B9E9A488}"/>
              </a:ext>
            </a:extLst>
          </p:cNvPr>
          <p:cNvSpPr>
            <a:spLocks xmlns:a="http://schemas.openxmlformats.org/drawingml/2006/main" noGrp="1"/>
          </p:cNvSpPr>
          <p:nvPr/>
        </p:nvSpPr>
        <p:spPr>
          <a:xfrm xmlns:a="http://schemas.openxmlformats.org/drawingml/2006/main">
            <a:off x="2381250" y="366712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350">
                <a:solidFill>
                  <a:srgbClr val="5B6472"/>
                </a:solidFill>
                <a:latin typeface="Arial"/>
                <a:ea typeface="Arial"/>
                <a:cs typeface="Arial"/>
              </a:defRPr>
            </a:pPr>
            <a:r>
              <a:rPr sz="1350">
                <a:solidFill>
                  <a:srgbClr val="5B6472"/>
                </a:solidFill>
                <a:latin typeface="Arial"/>
                <a:ea typeface="Arial"/>
                <a:cs typeface="Arial"/>
              </a:rPr>
              <a:t>normalized values</a:t>
            </a:r>
          </a:p>
        </p:txBody>
      </p:sp>
      <p:sp>
        <p:nvSpPr>
          <p:cNvPr id="36" name="">
            <a:extLst xmlns:a="http://schemas.openxmlformats.org/drawingml/2006/main">
              <a:ext uri="{FF2B5EF4-FFF2-40B4-BE49-F238E27FC236}">
                <a16:creationId xmlns:a16="http://schemas.microsoft.com/office/drawing/2014/main" id="{A2FA1203-3C6E-496C-A267-4540C927B62B}"/>
              </a:ext>
            </a:extLst>
          </p:cNvPr>
          <p:cNvSpPr>
            <a:spLocks xmlns:a="http://schemas.openxmlformats.org/drawingml/2006/main" noGrp="1"/>
          </p:cNvSpPr>
          <p:nvPr/>
        </p:nvSpPr>
        <p:spPr>
          <a:xfrm xmlns:a="http://schemas.openxmlformats.org/drawingml/2006/main">
            <a:off x="1200150" y="4381500"/>
            <a:ext cx="961263" cy="729234"/>
          </a:xfrm>
          <a:prstGeom xmlns:a="http://schemas.openxmlformats.org/drawingml/2006/main" prst="roundRect">
            <a:avLst>
              <a:gd name="adj" fmla="val 18286"/>
            </a:avLst>
          </a:prstGeom>
          <a:solidFill xmlns:a="http://schemas.openxmlformats.org/drawingml/2006/main">
            <a:srgbClr val="F0EBF7"/>
          </a:solidFill>
          <a:ln xmlns:a="http://schemas.openxmlformats.org/drawingml/2006/main" w="11430">
            <a:solidFill>
              <a:srgbClr val="7551A8"/>
            </a:solidFill>
            <a:prstDash val="solid"/>
          </a:ln>
        </p:spPr>
      </p:sp>
      <p:sp>
        <p:nvSpPr>
          <p:cNvPr id="37" name="">
            <a:extLst xmlns:a="http://schemas.openxmlformats.org/drawingml/2006/main">
              <a:ext uri="{FF2B5EF4-FFF2-40B4-BE49-F238E27FC236}">
                <a16:creationId xmlns:a16="http://schemas.microsoft.com/office/drawing/2014/main" id="{14AB9375-353C-4B1D-93E8-4853D69E5BFD}"/>
              </a:ext>
            </a:extLst>
          </p:cNvPr>
          <p:cNvSpPr>
            <a:spLocks xmlns:a="http://schemas.openxmlformats.org/drawingml/2006/main" noGrp="1"/>
          </p:cNvSpPr>
          <p:nvPr/>
        </p:nvSpPr>
        <p:spPr>
          <a:xfrm xmlns:a="http://schemas.openxmlformats.org/drawingml/2006/main">
            <a:off x="1332738" y="4503039"/>
            <a:ext cx="132588" cy="121539"/>
          </a:xfrm>
          <a:prstGeom xmlns:a="http://schemas.openxmlformats.org/drawingml/2006/main" prst="rect">
            <a:avLst/>
          </a:prstGeom>
          <a:solidFill xmlns:a="http://schemas.openxmlformats.org/drawingml/2006/main">
            <a:srgbClr val="7551A8"/>
          </a:solidFill>
          <a:ln xmlns:a="http://schemas.openxmlformats.org/drawingml/2006/main" w="7620">
            <a:solidFill>
              <a:srgbClr val="FFFFFF"/>
            </a:solidFill>
            <a:prstDash val="solid"/>
          </a:ln>
        </p:spPr>
      </p:sp>
      <p:sp>
        <p:nvSpPr>
          <p:cNvPr id="38" name="">
            <a:extLst xmlns:a="http://schemas.openxmlformats.org/drawingml/2006/main">
              <a:ext uri="{FF2B5EF4-FFF2-40B4-BE49-F238E27FC236}">
                <a16:creationId xmlns:a16="http://schemas.microsoft.com/office/drawing/2014/main" id="{D407E07C-B0E6-46E7-9642-DD50494D25BE}"/>
              </a:ext>
            </a:extLst>
          </p:cNvPr>
          <p:cNvSpPr>
            <a:spLocks xmlns:a="http://schemas.openxmlformats.org/drawingml/2006/main" noGrp="1"/>
          </p:cNvSpPr>
          <p:nvPr/>
        </p:nvSpPr>
        <p:spPr>
          <a:xfrm xmlns:a="http://schemas.openxmlformats.org/drawingml/2006/main">
            <a:off x="1503997" y="4503039"/>
            <a:ext cx="132588" cy="121539"/>
          </a:xfrm>
          <a:prstGeom xmlns:a="http://schemas.openxmlformats.org/drawingml/2006/main" prst="rect">
            <a:avLst/>
          </a:prstGeom>
          <a:solidFill xmlns:a="http://schemas.openxmlformats.org/drawingml/2006/main">
            <a:srgbClr val="F0EBF7"/>
          </a:solidFill>
          <a:ln xmlns:a="http://schemas.openxmlformats.org/drawingml/2006/main" w="7620">
            <a:solidFill>
              <a:srgbClr val="FFFFFF"/>
            </a:solidFill>
            <a:prstDash val="solid"/>
          </a:ln>
        </p:spPr>
      </p:sp>
      <p:sp>
        <p:nvSpPr>
          <p:cNvPr id="39" name="">
            <a:extLst xmlns:a="http://schemas.openxmlformats.org/drawingml/2006/main">
              <a:ext uri="{FF2B5EF4-FFF2-40B4-BE49-F238E27FC236}">
                <a16:creationId xmlns:a16="http://schemas.microsoft.com/office/drawing/2014/main" id="{5BDECA7A-265A-4D65-905B-99DC82DA9A7E}"/>
              </a:ext>
            </a:extLst>
          </p:cNvPr>
          <p:cNvSpPr>
            <a:spLocks xmlns:a="http://schemas.openxmlformats.org/drawingml/2006/main" noGrp="1"/>
          </p:cNvSpPr>
          <p:nvPr/>
        </p:nvSpPr>
        <p:spPr>
          <a:xfrm xmlns:a="http://schemas.openxmlformats.org/drawingml/2006/main">
            <a:off x="1675257" y="4503039"/>
            <a:ext cx="132588" cy="121539"/>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prstDash val="solid"/>
          </a:ln>
        </p:spPr>
      </p:sp>
      <p:sp>
        <p:nvSpPr>
          <p:cNvPr id="40" name="">
            <a:extLst xmlns:a="http://schemas.openxmlformats.org/drawingml/2006/main">
              <a:ext uri="{FF2B5EF4-FFF2-40B4-BE49-F238E27FC236}">
                <a16:creationId xmlns:a16="http://schemas.microsoft.com/office/drawing/2014/main" id="{E71DB5CB-0C70-4E3A-BB47-3CCB0617302E}"/>
              </a:ext>
            </a:extLst>
          </p:cNvPr>
          <p:cNvSpPr>
            <a:spLocks xmlns:a="http://schemas.openxmlformats.org/drawingml/2006/main" noGrp="1"/>
          </p:cNvSpPr>
          <p:nvPr/>
        </p:nvSpPr>
        <p:spPr>
          <a:xfrm xmlns:a="http://schemas.openxmlformats.org/drawingml/2006/main">
            <a:off x="1846516" y="4503039"/>
            <a:ext cx="132588" cy="121539"/>
          </a:xfrm>
          <a:prstGeom xmlns:a="http://schemas.openxmlformats.org/drawingml/2006/main" prst="rect">
            <a:avLst/>
          </a:prstGeom>
          <a:solidFill xmlns:a="http://schemas.openxmlformats.org/drawingml/2006/main">
            <a:srgbClr val="7551A8"/>
          </a:solidFill>
          <a:ln xmlns:a="http://schemas.openxmlformats.org/drawingml/2006/main" w="7620">
            <a:solidFill>
              <a:srgbClr val="FFFFFF"/>
            </a:solidFill>
            <a:prstDash val="solid"/>
          </a:ln>
        </p:spPr>
      </p:sp>
      <p:sp>
        <p:nvSpPr>
          <p:cNvPr id="41" name="">
            <a:extLst xmlns:a="http://schemas.openxmlformats.org/drawingml/2006/main">
              <a:ext uri="{FF2B5EF4-FFF2-40B4-BE49-F238E27FC236}">
                <a16:creationId xmlns:a16="http://schemas.microsoft.com/office/drawing/2014/main" id="{8C5165E2-F3AF-491D-AD89-3B6E5376A92B}"/>
              </a:ext>
            </a:extLst>
          </p:cNvPr>
          <p:cNvSpPr>
            <a:spLocks xmlns:a="http://schemas.openxmlformats.org/drawingml/2006/main" noGrp="1"/>
          </p:cNvSpPr>
          <p:nvPr/>
        </p:nvSpPr>
        <p:spPr>
          <a:xfrm xmlns:a="http://schemas.openxmlformats.org/drawingml/2006/main">
            <a:off x="1332738" y="4663250"/>
            <a:ext cx="132588" cy="121539"/>
          </a:xfrm>
          <a:prstGeom xmlns:a="http://schemas.openxmlformats.org/drawingml/2006/main" prst="rect">
            <a:avLst/>
          </a:prstGeom>
          <a:solidFill xmlns:a="http://schemas.openxmlformats.org/drawingml/2006/main">
            <a:srgbClr val="F0EBF7"/>
          </a:solidFill>
          <a:ln xmlns:a="http://schemas.openxmlformats.org/drawingml/2006/main" w="7620">
            <a:solidFill>
              <a:srgbClr val="FFFFFF"/>
            </a:solidFill>
            <a:prstDash val="solid"/>
          </a:ln>
        </p:spPr>
      </p:sp>
      <p:sp>
        <p:nvSpPr>
          <p:cNvPr id="42" name="">
            <a:extLst xmlns:a="http://schemas.openxmlformats.org/drawingml/2006/main">
              <a:ext uri="{FF2B5EF4-FFF2-40B4-BE49-F238E27FC236}">
                <a16:creationId xmlns:a16="http://schemas.microsoft.com/office/drawing/2014/main" id="{EDCFD2DD-E878-489B-ACA1-8B454A87816E}"/>
              </a:ext>
            </a:extLst>
          </p:cNvPr>
          <p:cNvSpPr>
            <a:spLocks xmlns:a="http://schemas.openxmlformats.org/drawingml/2006/main" noGrp="1"/>
          </p:cNvSpPr>
          <p:nvPr/>
        </p:nvSpPr>
        <p:spPr>
          <a:xfrm xmlns:a="http://schemas.openxmlformats.org/drawingml/2006/main">
            <a:off x="1503997" y="4663250"/>
            <a:ext cx="132588" cy="121539"/>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prstDash val="solid"/>
          </a:ln>
        </p:spPr>
      </p:sp>
      <p:sp>
        <p:nvSpPr>
          <p:cNvPr id="43" name="">
            <a:extLst xmlns:a="http://schemas.openxmlformats.org/drawingml/2006/main">
              <a:ext uri="{FF2B5EF4-FFF2-40B4-BE49-F238E27FC236}">
                <a16:creationId xmlns:a16="http://schemas.microsoft.com/office/drawing/2014/main" id="{DF2AD0BC-F1F1-4708-9626-5EE4F308AB89}"/>
              </a:ext>
            </a:extLst>
          </p:cNvPr>
          <p:cNvSpPr>
            <a:spLocks xmlns:a="http://schemas.openxmlformats.org/drawingml/2006/main" noGrp="1"/>
          </p:cNvSpPr>
          <p:nvPr/>
        </p:nvSpPr>
        <p:spPr>
          <a:xfrm xmlns:a="http://schemas.openxmlformats.org/drawingml/2006/main">
            <a:off x="1675257" y="4663250"/>
            <a:ext cx="132588" cy="121539"/>
          </a:xfrm>
          <a:prstGeom xmlns:a="http://schemas.openxmlformats.org/drawingml/2006/main" prst="rect">
            <a:avLst/>
          </a:prstGeom>
          <a:solidFill xmlns:a="http://schemas.openxmlformats.org/drawingml/2006/main">
            <a:srgbClr val="7551A8"/>
          </a:solidFill>
          <a:ln xmlns:a="http://schemas.openxmlformats.org/drawingml/2006/main" w="7620">
            <a:solidFill>
              <a:srgbClr val="FFFFFF"/>
            </a:solidFill>
            <a:prstDash val="solid"/>
          </a:ln>
        </p:spPr>
      </p:sp>
      <p:sp>
        <p:nvSpPr>
          <p:cNvPr id="44" name="">
            <a:extLst xmlns:a="http://schemas.openxmlformats.org/drawingml/2006/main">
              <a:ext uri="{FF2B5EF4-FFF2-40B4-BE49-F238E27FC236}">
                <a16:creationId xmlns:a16="http://schemas.microsoft.com/office/drawing/2014/main" id="{BD7B14D7-A3A5-4441-A785-52DBA034E8BB}"/>
              </a:ext>
            </a:extLst>
          </p:cNvPr>
          <p:cNvSpPr>
            <a:spLocks xmlns:a="http://schemas.openxmlformats.org/drawingml/2006/main" noGrp="1"/>
          </p:cNvSpPr>
          <p:nvPr/>
        </p:nvSpPr>
        <p:spPr>
          <a:xfrm xmlns:a="http://schemas.openxmlformats.org/drawingml/2006/main">
            <a:off x="1846516" y="4663250"/>
            <a:ext cx="132588" cy="121539"/>
          </a:xfrm>
          <a:prstGeom xmlns:a="http://schemas.openxmlformats.org/drawingml/2006/main" prst="rect">
            <a:avLst/>
          </a:prstGeom>
          <a:solidFill xmlns:a="http://schemas.openxmlformats.org/drawingml/2006/main">
            <a:srgbClr val="F0EBF7"/>
          </a:solidFill>
          <a:ln xmlns:a="http://schemas.openxmlformats.org/drawingml/2006/main" w="7620">
            <a:solidFill>
              <a:srgbClr val="FFFFFF"/>
            </a:solidFill>
            <a:prstDash val="solid"/>
          </a:ln>
        </p:spPr>
      </p:sp>
      <p:sp>
        <p:nvSpPr>
          <p:cNvPr id="45" name="">
            <a:extLst xmlns:a="http://schemas.openxmlformats.org/drawingml/2006/main">
              <a:ext uri="{FF2B5EF4-FFF2-40B4-BE49-F238E27FC236}">
                <a16:creationId xmlns:a16="http://schemas.microsoft.com/office/drawing/2014/main" id="{A0173533-065D-43EB-B62D-32F0DEC17018}"/>
              </a:ext>
            </a:extLst>
          </p:cNvPr>
          <p:cNvSpPr>
            <a:spLocks xmlns:a="http://schemas.openxmlformats.org/drawingml/2006/main" noGrp="1"/>
          </p:cNvSpPr>
          <p:nvPr/>
        </p:nvSpPr>
        <p:spPr>
          <a:xfrm xmlns:a="http://schemas.openxmlformats.org/drawingml/2006/main">
            <a:off x="1332738" y="4823460"/>
            <a:ext cx="132588" cy="121539"/>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prstDash val="solid"/>
          </a:ln>
        </p:spPr>
      </p:sp>
      <p:sp>
        <p:nvSpPr>
          <p:cNvPr id="46" name="">
            <a:extLst xmlns:a="http://schemas.openxmlformats.org/drawingml/2006/main">
              <a:ext uri="{FF2B5EF4-FFF2-40B4-BE49-F238E27FC236}">
                <a16:creationId xmlns:a16="http://schemas.microsoft.com/office/drawing/2014/main" id="{4CB402FB-0794-4EE7-8E76-D580490710EC}"/>
              </a:ext>
            </a:extLst>
          </p:cNvPr>
          <p:cNvSpPr>
            <a:spLocks xmlns:a="http://schemas.openxmlformats.org/drawingml/2006/main" noGrp="1"/>
          </p:cNvSpPr>
          <p:nvPr/>
        </p:nvSpPr>
        <p:spPr>
          <a:xfrm xmlns:a="http://schemas.openxmlformats.org/drawingml/2006/main">
            <a:off x="1503997" y="4823460"/>
            <a:ext cx="132588" cy="121539"/>
          </a:xfrm>
          <a:prstGeom xmlns:a="http://schemas.openxmlformats.org/drawingml/2006/main" prst="rect">
            <a:avLst/>
          </a:prstGeom>
          <a:solidFill xmlns:a="http://schemas.openxmlformats.org/drawingml/2006/main">
            <a:srgbClr val="7551A8"/>
          </a:solidFill>
          <a:ln xmlns:a="http://schemas.openxmlformats.org/drawingml/2006/main" w="7620">
            <a:solidFill>
              <a:srgbClr val="FFFFFF"/>
            </a:solidFill>
            <a:prstDash val="solid"/>
          </a:ln>
        </p:spPr>
      </p:sp>
      <p:sp>
        <p:nvSpPr>
          <p:cNvPr id="47" name="">
            <a:extLst xmlns:a="http://schemas.openxmlformats.org/drawingml/2006/main">
              <a:ext uri="{FF2B5EF4-FFF2-40B4-BE49-F238E27FC236}">
                <a16:creationId xmlns:a16="http://schemas.microsoft.com/office/drawing/2014/main" id="{AF929838-EF42-45A5-B9B8-AD44BA56A5ED}"/>
              </a:ext>
            </a:extLst>
          </p:cNvPr>
          <p:cNvSpPr>
            <a:spLocks xmlns:a="http://schemas.openxmlformats.org/drawingml/2006/main" noGrp="1"/>
          </p:cNvSpPr>
          <p:nvPr/>
        </p:nvSpPr>
        <p:spPr>
          <a:xfrm xmlns:a="http://schemas.openxmlformats.org/drawingml/2006/main">
            <a:off x="1675257" y="4823460"/>
            <a:ext cx="132588" cy="121539"/>
          </a:xfrm>
          <a:prstGeom xmlns:a="http://schemas.openxmlformats.org/drawingml/2006/main" prst="rect">
            <a:avLst/>
          </a:prstGeom>
          <a:solidFill xmlns:a="http://schemas.openxmlformats.org/drawingml/2006/main">
            <a:srgbClr val="F0EBF7"/>
          </a:solidFill>
          <a:ln xmlns:a="http://schemas.openxmlformats.org/drawingml/2006/main" w="7620">
            <a:solidFill>
              <a:srgbClr val="FFFFFF"/>
            </a:solidFill>
            <a:prstDash val="solid"/>
          </a:ln>
        </p:spPr>
      </p:sp>
      <p:sp>
        <p:nvSpPr>
          <p:cNvPr id="48" name="">
            <a:extLst xmlns:a="http://schemas.openxmlformats.org/drawingml/2006/main">
              <a:ext uri="{FF2B5EF4-FFF2-40B4-BE49-F238E27FC236}">
                <a16:creationId xmlns:a16="http://schemas.microsoft.com/office/drawing/2014/main" id="{B75705A6-1E9F-4CB4-A7DE-6B60AAAAC4FC}"/>
              </a:ext>
            </a:extLst>
          </p:cNvPr>
          <p:cNvSpPr>
            <a:spLocks xmlns:a="http://schemas.openxmlformats.org/drawingml/2006/main" noGrp="1"/>
          </p:cNvSpPr>
          <p:nvPr/>
        </p:nvSpPr>
        <p:spPr>
          <a:xfrm xmlns:a="http://schemas.openxmlformats.org/drawingml/2006/main">
            <a:off x="1846516" y="4823460"/>
            <a:ext cx="132588" cy="121539"/>
          </a:xfrm>
          <a:prstGeom xmlns:a="http://schemas.openxmlformats.org/drawingml/2006/main" prst="rect">
            <a:avLst/>
          </a:prstGeom>
          <a:solidFill xmlns:a="http://schemas.openxmlformats.org/drawingml/2006/main">
            <a:srgbClr val="FFFFFF"/>
          </a:solidFill>
          <a:ln xmlns:a="http://schemas.openxmlformats.org/drawingml/2006/main" w="7620">
            <a:solidFill>
              <a:srgbClr val="FFFFFF"/>
            </a:solidFill>
            <a:prstDash val="solid"/>
          </a:ln>
        </p:spPr>
      </p:sp>
      <p:sp>
        <p:nvSpPr>
          <p:cNvPr id="49" name="">
            <a:extLst xmlns:a="http://schemas.openxmlformats.org/drawingml/2006/main">
              <a:ext uri="{FF2B5EF4-FFF2-40B4-BE49-F238E27FC236}">
                <a16:creationId xmlns:a16="http://schemas.microsoft.com/office/drawing/2014/main" id="{8D06D33C-3B2F-46E2-AF0A-B65775523921}"/>
              </a:ext>
            </a:extLst>
          </p:cNvPr>
          <p:cNvSpPr>
            <a:spLocks xmlns:a="http://schemas.openxmlformats.org/drawingml/2006/main" noGrp="1"/>
          </p:cNvSpPr>
          <p:nvPr/>
        </p:nvSpPr>
        <p:spPr>
          <a:xfrm xmlns:a="http://schemas.openxmlformats.org/drawingml/2006/main">
            <a:off x="2381250" y="4429125"/>
            <a:ext cx="1762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725" b="1">
                <a:solidFill>
                  <a:srgbClr val="7551A8"/>
                </a:solidFill>
                <a:latin typeface="Arial"/>
                <a:ea typeface="Arial"/>
                <a:cs typeface="Arial"/>
              </a:defRPr>
            </a:pPr>
            <a:r>
              <a:rPr sz="1725" b="1">
                <a:solidFill>
                  <a:srgbClr val="7551A8"/>
                </a:solidFill>
                <a:latin typeface="Arial"/>
                <a:ea typeface="Arial"/>
                <a:cs typeface="Arial"/>
              </a:rPr>
              <a:t>scale.data</a:t>
            </a:r>
          </a:p>
        </p:txBody>
      </p:sp>
      <p:sp>
        <p:nvSpPr>
          <p:cNvPr id="50" name="">
            <a:extLst xmlns:a="http://schemas.openxmlformats.org/drawingml/2006/main">
              <a:ext uri="{FF2B5EF4-FFF2-40B4-BE49-F238E27FC236}">
                <a16:creationId xmlns:a16="http://schemas.microsoft.com/office/drawing/2014/main" id="{A67914BC-1916-42C6-B410-260131BE6504}"/>
              </a:ext>
            </a:extLst>
          </p:cNvPr>
          <p:cNvSpPr>
            <a:spLocks xmlns:a="http://schemas.openxmlformats.org/drawingml/2006/main" noGrp="1"/>
          </p:cNvSpPr>
          <p:nvPr/>
        </p:nvSpPr>
        <p:spPr>
          <a:xfrm xmlns:a="http://schemas.openxmlformats.org/drawingml/2006/main">
            <a:off x="2381250" y="47625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350">
                <a:solidFill>
                  <a:srgbClr val="5B6472"/>
                </a:solidFill>
                <a:latin typeface="Arial"/>
                <a:ea typeface="Arial"/>
                <a:cs typeface="Arial"/>
              </a:defRPr>
            </a:pPr>
            <a:r>
              <a:rPr sz="1350">
                <a:solidFill>
                  <a:srgbClr val="5B6472"/>
                </a:solidFill>
                <a:latin typeface="Arial"/>
                <a:ea typeface="Arial"/>
                <a:cs typeface="Arial"/>
              </a:rPr>
              <a:t>centered and scaled</a:t>
            </a:r>
          </a:p>
        </p:txBody>
      </p:sp>
      <p:sp>
        <p:nvSpPr>
          <p:cNvPr id="51" name="">
            <a:extLst xmlns:a="http://schemas.openxmlformats.org/drawingml/2006/main">
              <a:ext uri="{FF2B5EF4-FFF2-40B4-BE49-F238E27FC236}">
                <a16:creationId xmlns:a16="http://schemas.microsoft.com/office/drawing/2014/main" id="{CF3357E6-9337-4C8E-B5BC-863166208E7D}"/>
              </a:ext>
            </a:extLst>
          </p:cNvPr>
          <p:cNvSpPr>
            <a:spLocks xmlns:a="http://schemas.openxmlformats.org/drawingml/2006/main" noGrp="1"/>
          </p:cNvSpPr>
          <p:nvPr/>
        </p:nvSpPr>
        <p:spPr>
          <a:xfrm xmlns:a="http://schemas.openxmlformats.org/drawingml/2006/main">
            <a:off x="4953000" y="1809750"/>
            <a:ext cx="0" cy="3714750"/>
          </a:xfrm>
          <a:prstGeom xmlns:a="http://schemas.openxmlformats.org/drawingml/2006/main" prst="line">
            <a:avLst/>
          </a:prstGeom>
          <a:noFill xmlns:a="http://schemas.openxmlformats.org/drawingml/2006/main"/>
          <a:ln xmlns:a="http://schemas.openxmlformats.org/drawingml/2006/main" w="19050">
            <a:solidFill>
              <a:srgbClr val="D5D9E0"/>
            </a:solidFill>
            <a:prstDash val="solid"/>
          </a:ln>
        </p:spPr>
      </p:sp>
      <p:sp>
        <p:nvSpPr>
          <p:cNvPr id="52" name="">
            <a:extLst xmlns:a="http://schemas.openxmlformats.org/drawingml/2006/main">
              <a:ext uri="{FF2B5EF4-FFF2-40B4-BE49-F238E27FC236}">
                <a16:creationId xmlns:a16="http://schemas.microsoft.com/office/drawing/2014/main" id="{4EE6CB6D-F5D4-484C-82F0-5DECF640FD82}"/>
              </a:ext>
            </a:extLst>
          </p:cNvPr>
          <p:cNvSpPr>
            <a:spLocks xmlns:a="http://schemas.openxmlformats.org/drawingml/2006/main" noGrp="1"/>
          </p:cNvSpPr>
          <p:nvPr/>
        </p:nvSpPr>
        <p:spPr>
          <a:xfrm xmlns:a="http://schemas.openxmlformats.org/drawingml/2006/main">
            <a:off x="5476875" y="1895475"/>
            <a:ext cx="400050" cy="400050"/>
          </a:xfrm>
          <a:prstGeom xmlns:a="http://schemas.openxmlformats.org/drawingml/2006/main" prst="ellipse">
            <a:avLst/>
          </a:prstGeom>
          <a:solidFill xmlns:a="http://schemas.openxmlformats.org/drawingml/2006/main">
            <a:srgbClr val="2E9FA3"/>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53" name="">
            <a:extLst xmlns:a="http://schemas.openxmlformats.org/drawingml/2006/main">
              <a:ext uri="{FF2B5EF4-FFF2-40B4-BE49-F238E27FC236}">
                <a16:creationId xmlns:a16="http://schemas.microsoft.com/office/drawing/2014/main" id="{BE7C172B-099A-42FC-A995-7DDA7437F811}"/>
              </a:ext>
            </a:extLst>
          </p:cNvPr>
          <p:cNvSpPr>
            <a:spLocks xmlns:a="http://schemas.openxmlformats.org/drawingml/2006/main" noGrp="1"/>
          </p:cNvSpPr>
          <p:nvPr/>
        </p:nvSpPr>
        <p:spPr>
          <a:xfrm xmlns:a="http://schemas.openxmlformats.org/drawingml/2006/main">
            <a:off x="6048375" y="1857375"/>
            <a:ext cx="2143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800" b="1">
                <a:solidFill>
                  <a:srgbClr val="2E9FA3"/>
                </a:solidFill>
                <a:latin typeface="Arial"/>
                <a:ea typeface="Arial"/>
                <a:cs typeface="Arial"/>
              </a:defRPr>
            </a:pPr>
            <a:r>
              <a:rPr sz="1800" b="1">
                <a:solidFill>
                  <a:srgbClr val="2E9FA3"/>
                </a:solidFill>
                <a:latin typeface="Arial"/>
                <a:ea typeface="Arial"/>
                <a:cs typeface="Arial"/>
              </a:rPr>
              <a:t>Metadata</a:t>
            </a:r>
          </a:p>
        </p:txBody>
      </p:sp>
      <p:sp>
        <p:nvSpPr>
          <p:cNvPr id="54" name="">
            <a:extLst xmlns:a="http://schemas.openxmlformats.org/drawingml/2006/main">
              <a:ext uri="{FF2B5EF4-FFF2-40B4-BE49-F238E27FC236}">
                <a16:creationId xmlns:a16="http://schemas.microsoft.com/office/drawing/2014/main" id="{3F913946-A6ED-4ABC-A1D7-08AB6BB60F4B}"/>
              </a:ext>
            </a:extLst>
          </p:cNvPr>
          <p:cNvSpPr>
            <a:spLocks xmlns:a="http://schemas.openxmlformats.org/drawingml/2006/main" noGrp="1"/>
          </p:cNvSpPr>
          <p:nvPr/>
        </p:nvSpPr>
        <p:spPr>
          <a:xfrm xmlns:a="http://schemas.openxmlformats.org/drawingml/2006/main">
            <a:off x="6048375" y="22574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350">
                <a:solidFill>
                  <a:srgbClr val="5B6472"/>
                </a:solidFill>
                <a:latin typeface="Arial"/>
                <a:ea typeface="Arial"/>
                <a:cs typeface="Arial"/>
              </a:defRPr>
            </a:pPr>
            <a:r>
              <a:rPr sz="1350">
                <a:solidFill>
                  <a:srgbClr val="5B6472"/>
                </a:solidFill>
                <a:latin typeface="Arial"/>
                <a:ea typeface="Arial"/>
                <a:cs typeface="Arial"/>
              </a:rPr>
              <a:t>QC metrics, sample, cluster, and cell type</a:t>
            </a:r>
          </a:p>
        </p:txBody>
      </p:sp>
      <p:sp>
        <p:nvSpPr>
          <p:cNvPr id="55" name="">
            <a:extLst xmlns:a="http://schemas.openxmlformats.org/drawingml/2006/main">
              <a:ext uri="{FF2B5EF4-FFF2-40B4-BE49-F238E27FC236}">
                <a16:creationId xmlns:a16="http://schemas.microsoft.com/office/drawing/2014/main" id="{C9BA14CD-5542-487E-9150-746F1C075D87}"/>
              </a:ext>
            </a:extLst>
          </p:cNvPr>
          <p:cNvSpPr>
            <a:spLocks xmlns:a="http://schemas.openxmlformats.org/drawingml/2006/main" noGrp="1"/>
          </p:cNvSpPr>
          <p:nvPr/>
        </p:nvSpPr>
        <p:spPr>
          <a:xfrm xmlns:a="http://schemas.openxmlformats.org/drawingml/2006/main">
            <a:off x="5476875" y="2847975"/>
            <a:ext cx="400050" cy="400050"/>
          </a:xfrm>
          <a:prstGeom xmlns:a="http://schemas.openxmlformats.org/drawingml/2006/main" prst="ellipse">
            <a:avLst/>
          </a:prstGeom>
          <a:solidFill xmlns:a="http://schemas.openxmlformats.org/drawingml/2006/main">
            <a:srgbClr val="ED7D31"/>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56" name="">
            <a:extLst xmlns:a="http://schemas.openxmlformats.org/drawingml/2006/main">
              <a:ext uri="{FF2B5EF4-FFF2-40B4-BE49-F238E27FC236}">
                <a16:creationId xmlns:a16="http://schemas.microsoft.com/office/drawing/2014/main" id="{A8150974-30DB-471F-9FAE-19BAE51F171E}"/>
              </a:ext>
            </a:extLst>
          </p:cNvPr>
          <p:cNvSpPr>
            <a:spLocks xmlns:a="http://schemas.openxmlformats.org/drawingml/2006/main" noGrp="1"/>
          </p:cNvSpPr>
          <p:nvPr/>
        </p:nvSpPr>
        <p:spPr>
          <a:xfrm xmlns:a="http://schemas.openxmlformats.org/drawingml/2006/main">
            <a:off x="6048375" y="2809875"/>
            <a:ext cx="2143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800" b="1">
                <a:solidFill>
                  <a:srgbClr val="ED7D31"/>
                </a:solidFill>
                <a:latin typeface="Arial"/>
                <a:ea typeface="Arial"/>
                <a:cs typeface="Arial"/>
              </a:defRPr>
            </a:pPr>
            <a:r>
              <a:rPr sz="1800" b="1">
                <a:solidFill>
                  <a:srgbClr val="ED7D31"/>
                </a:solidFill>
                <a:latin typeface="Arial"/>
                <a:ea typeface="Arial"/>
                <a:cs typeface="Arial"/>
              </a:rPr>
              <a:t>Reductions</a:t>
            </a:r>
          </a:p>
        </p:txBody>
      </p:sp>
      <p:sp>
        <p:nvSpPr>
          <p:cNvPr id="57" name="">
            <a:extLst xmlns:a="http://schemas.openxmlformats.org/drawingml/2006/main">
              <a:ext uri="{FF2B5EF4-FFF2-40B4-BE49-F238E27FC236}">
                <a16:creationId xmlns:a16="http://schemas.microsoft.com/office/drawing/2014/main" id="{F2E51365-BA98-46A4-ADF8-F26D786B547A}"/>
              </a:ext>
            </a:extLst>
          </p:cNvPr>
          <p:cNvSpPr>
            <a:spLocks xmlns:a="http://schemas.openxmlformats.org/drawingml/2006/main" noGrp="1"/>
          </p:cNvSpPr>
          <p:nvPr/>
        </p:nvSpPr>
        <p:spPr>
          <a:xfrm xmlns:a="http://schemas.openxmlformats.org/drawingml/2006/main">
            <a:off x="6048375" y="32099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350">
                <a:solidFill>
                  <a:srgbClr val="5B6472"/>
                </a:solidFill>
                <a:latin typeface="Arial"/>
                <a:ea typeface="Arial"/>
                <a:cs typeface="Arial"/>
              </a:defRPr>
            </a:pPr>
            <a:r>
              <a:rPr sz="1350">
                <a:solidFill>
                  <a:srgbClr val="5B6472"/>
                </a:solidFill>
                <a:latin typeface="Arial"/>
                <a:ea typeface="Arial"/>
                <a:cs typeface="Arial"/>
              </a:rPr>
              <a:t>PCA and UMAP coordinates for every cell</a:t>
            </a:r>
          </a:p>
        </p:txBody>
      </p:sp>
      <p:sp>
        <p:nvSpPr>
          <p:cNvPr id="58" name="">
            <a:extLst xmlns:a="http://schemas.openxmlformats.org/drawingml/2006/main">
              <a:ext uri="{FF2B5EF4-FFF2-40B4-BE49-F238E27FC236}">
                <a16:creationId xmlns:a16="http://schemas.microsoft.com/office/drawing/2014/main" id="{C75B7E59-79D2-47A5-A6C7-2E2CDD67539D}"/>
              </a:ext>
            </a:extLst>
          </p:cNvPr>
          <p:cNvSpPr>
            <a:spLocks xmlns:a="http://schemas.openxmlformats.org/drawingml/2006/main" noGrp="1"/>
          </p:cNvSpPr>
          <p:nvPr/>
        </p:nvSpPr>
        <p:spPr>
          <a:xfrm xmlns:a="http://schemas.openxmlformats.org/drawingml/2006/main">
            <a:off x="5476875" y="3800475"/>
            <a:ext cx="400050" cy="400050"/>
          </a:xfrm>
          <a:prstGeom xmlns:a="http://schemas.openxmlformats.org/drawingml/2006/main" prst="ellipse">
            <a:avLst/>
          </a:prstGeom>
          <a:solidFill xmlns:a="http://schemas.openxmlformats.org/drawingml/2006/main">
            <a:srgbClr val="7551A8"/>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59" name="">
            <a:extLst xmlns:a="http://schemas.openxmlformats.org/drawingml/2006/main">
              <a:ext uri="{FF2B5EF4-FFF2-40B4-BE49-F238E27FC236}">
                <a16:creationId xmlns:a16="http://schemas.microsoft.com/office/drawing/2014/main" id="{A858C67A-409A-41EA-82CE-146766C3BCF4}"/>
              </a:ext>
            </a:extLst>
          </p:cNvPr>
          <p:cNvSpPr>
            <a:spLocks xmlns:a="http://schemas.openxmlformats.org/drawingml/2006/main" noGrp="1"/>
          </p:cNvSpPr>
          <p:nvPr/>
        </p:nvSpPr>
        <p:spPr>
          <a:xfrm xmlns:a="http://schemas.openxmlformats.org/drawingml/2006/main">
            <a:off x="6048375" y="3762375"/>
            <a:ext cx="2143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800" b="1">
                <a:solidFill>
                  <a:srgbClr val="7551A8"/>
                </a:solidFill>
                <a:latin typeface="Arial"/>
                <a:ea typeface="Arial"/>
                <a:cs typeface="Arial"/>
              </a:defRPr>
            </a:pPr>
            <a:r>
              <a:rPr sz="1800" b="1">
                <a:solidFill>
                  <a:srgbClr val="7551A8"/>
                </a:solidFill>
                <a:latin typeface="Arial"/>
                <a:ea typeface="Arial"/>
                <a:cs typeface="Arial"/>
              </a:rPr>
              <a:t>Graphs</a:t>
            </a:r>
          </a:p>
        </p:txBody>
      </p:sp>
      <p:sp>
        <p:nvSpPr>
          <p:cNvPr id="60" name="">
            <a:extLst xmlns:a="http://schemas.openxmlformats.org/drawingml/2006/main">
              <a:ext uri="{FF2B5EF4-FFF2-40B4-BE49-F238E27FC236}">
                <a16:creationId xmlns:a16="http://schemas.microsoft.com/office/drawing/2014/main" id="{3A134D49-F0D9-4F70-9ADA-B59DE190F978}"/>
              </a:ext>
            </a:extLst>
          </p:cNvPr>
          <p:cNvSpPr>
            <a:spLocks xmlns:a="http://schemas.openxmlformats.org/drawingml/2006/main" noGrp="1"/>
          </p:cNvSpPr>
          <p:nvPr/>
        </p:nvSpPr>
        <p:spPr>
          <a:xfrm xmlns:a="http://schemas.openxmlformats.org/drawingml/2006/main">
            <a:off x="6048375" y="41624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350">
                <a:solidFill>
                  <a:srgbClr val="5B6472"/>
                </a:solidFill>
                <a:latin typeface="Arial"/>
                <a:ea typeface="Arial"/>
                <a:cs typeface="Arial"/>
              </a:defRPr>
            </a:pPr>
            <a:r>
              <a:rPr sz="1350">
                <a:solidFill>
                  <a:srgbClr val="5B6472"/>
                </a:solidFill>
                <a:latin typeface="Arial"/>
                <a:ea typeface="Arial"/>
                <a:cs typeface="Arial"/>
              </a:rPr>
              <a:t>Nearest-neighbor relationships used for clustering</a:t>
            </a:r>
          </a:p>
        </p:txBody>
      </p:sp>
      <p:sp>
        <p:nvSpPr>
          <p:cNvPr id="61" name="">
            <a:extLst xmlns:a="http://schemas.openxmlformats.org/drawingml/2006/main">
              <a:ext uri="{FF2B5EF4-FFF2-40B4-BE49-F238E27FC236}">
                <a16:creationId xmlns:a16="http://schemas.microsoft.com/office/drawing/2014/main" id="{48104104-7521-47AB-9D38-99E09D324A1C}"/>
              </a:ext>
            </a:extLst>
          </p:cNvPr>
          <p:cNvSpPr>
            <a:spLocks xmlns:a="http://schemas.openxmlformats.org/drawingml/2006/main" noGrp="1"/>
          </p:cNvSpPr>
          <p:nvPr/>
        </p:nvSpPr>
        <p:spPr>
          <a:xfrm xmlns:a="http://schemas.openxmlformats.org/drawingml/2006/main">
            <a:off x="5476875" y="4752975"/>
            <a:ext cx="400050" cy="400050"/>
          </a:xfrm>
          <a:prstGeom xmlns:a="http://schemas.openxmlformats.org/drawingml/2006/main" prst="ellipse">
            <a:avLst/>
          </a:prstGeom>
          <a:solidFill xmlns:a="http://schemas.openxmlformats.org/drawingml/2006/main">
            <a:srgbClr val="70AD47"/>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62" name="">
            <a:extLst xmlns:a="http://schemas.openxmlformats.org/drawingml/2006/main">
              <a:ext uri="{FF2B5EF4-FFF2-40B4-BE49-F238E27FC236}">
                <a16:creationId xmlns:a16="http://schemas.microsoft.com/office/drawing/2014/main" id="{FF869587-A2B3-4CB1-9164-04534E633C35}"/>
              </a:ext>
            </a:extLst>
          </p:cNvPr>
          <p:cNvSpPr>
            <a:spLocks xmlns:a="http://schemas.openxmlformats.org/drawingml/2006/main" noGrp="1"/>
          </p:cNvSpPr>
          <p:nvPr/>
        </p:nvSpPr>
        <p:spPr>
          <a:xfrm xmlns:a="http://schemas.openxmlformats.org/drawingml/2006/main">
            <a:off x="6048375" y="4714875"/>
            <a:ext cx="2143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800" b="1">
                <a:solidFill>
                  <a:srgbClr val="70AD47"/>
                </a:solidFill>
                <a:latin typeface="Arial"/>
                <a:ea typeface="Arial"/>
                <a:cs typeface="Arial"/>
              </a:defRPr>
            </a:pPr>
            <a:r>
              <a:rPr sz="1800" b="1">
                <a:solidFill>
                  <a:srgbClr val="70AD47"/>
                </a:solidFill>
                <a:latin typeface="Arial"/>
                <a:ea typeface="Arial"/>
                <a:cs typeface="Arial"/>
              </a:rPr>
              <a:t>Identities</a:t>
            </a:r>
          </a:p>
        </p:txBody>
      </p:sp>
      <p:sp>
        <p:nvSpPr>
          <p:cNvPr id="63" name="">
            <a:extLst xmlns:a="http://schemas.openxmlformats.org/drawingml/2006/main">
              <a:ext uri="{FF2B5EF4-FFF2-40B4-BE49-F238E27FC236}">
                <a16:creationId xmlns:a16="http://schemas.microsoft.com/office/drawing/2014/main" id="{5187A401-2DC6-498C-B430-019FDB176633}"/>
              </a:ext>
            </a:extLst>
          </p:cNvPr>
          <p:cNvSpPr>
            <a:spLocks xmlns:a="http://schemas.openxmlformats.org/drawingml/2006/main" noGrp="1"/>
          </p:cNvSpPr>
          <p:nvPr/>
        </p:nvSpPr>
        <p:spPr>
          <a:xfrm xmlns:a="http://schemas.openxmlformats.org/drawingml/2006/main">
            <a:off x="6048375" y="51149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350">
                <a:solidFill>
                  <a:srgbClr val="5B6472"/>
                </a:solidFill>
                <a:latin typeface="Arial"/>
                <a:ea typeface="Arial"/>
                <a:cs typeface="Arial"/>
              </a:defRPr>
            </a:pPr>
            <a:r>
              <a:rPr sz="1350">
                <a:solidFill>
                  <a:srgbClr val="5B6472"/>
                </a:solidFill>
                <a:latin typeface="Arial"/>
                <a:ea typeface="Arial"/>
                <a:cs typeface="Arial"/>
              </a:rPr>
              <a:t>The current grouping used by plots and marker tests</a:t>
            </a:r>
          </a:p>
        </p:txBody>
      </p:sp>
    </p:spTree>
    <p:extLst>
      <p:ext uri="{BB962C8B-B14F-4D97-AF65-F5344CB8AC3E}">
        <p14:creationId xmlns:p14="http://schemas.microsoft.com/office/powerpoint/2010/main" val="1437717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 name="slide-title">
            <a:extLst xmlns:a="http://schemas.openxmlformats.org/drawingml/2006/main">
              <a:ext uri="{FF2B5EF4-FFF2-40B4-BE49-F238E27FC236}">
                <a16:creationId xmlns:a16="http://schemas.microsoft.com/office/drawing/2014/main" id="{E4EF95EF-6AEC-454F-AE6D-3F155C08F6E3}"/>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3225">
                <a:solidFill>
                  <a:srgbClr val="111827"/>
                </a:solidFill>
                <a:latin typeface="Arial"/>
                <a:ea typeface="Arial"/>
                <a:cs typeface="Arial"/>
              </a:defRPr>
            </a:pPr>
            <a:r>
              <a:rPr sz="3225">
                <a:solidFill>
                  <a:srgbClr val="111827"/>
                </a:solidFill>
                <a:latin typeface="Arial"/>
                <a:ea typeface="Arial"/>
                <a:cs typeface="Arial"/>
              </a:rPr>
              <a:t>Quality control</a:t>
            </a:r>
          </a:p>
        </p:txBody>
      </p:sp>
      <p:sp>
        <p:nvSpPr>
          <p:cNvPr id="2" name="title-accent">
            <a:extLst xmlns:a="http://schemas.openxmlformats.org/drawingml/2006/main">
              <a:ext uri="{FF2B5EF4-FFF2-40B4-BE49-F238E27FC236}">
                <a16:creationId xmlns:a16="http://schemas.microsoft.com/office/drawing/2014/main" id="{E9D4CA8C-6CA1-4BE3-B705-542857C6F507}"/>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sp>
      <p:sp>
        <p:nvSpPr>
          <p:cNvPr id="3" name="slide-subtitle">
            <a:extLst xmlns:a="http://schemas.openxmlformats.org/drawingml/2006/main">
              <a:ext uri="{FF2B5EF4-FFF2-40B4-BE49-F238E27FC236}">
                <a16:creationId xmlns:a16="http://schemas.microsoft.com/office/drawing/2014/main" id="{3D98029A-17E1-416D-AD4B-8703980E999A}"/>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425">
                <a:solidFill>
                  <a:srgbClr val="5B6472"/>
                </a:solidFill>
                <a:latin typeface="Arial"/>
                <a:ea typeface="Arial"/>
                <a:cs typeface="Arial"/>
              </a:defRPr>
            </a:pPr>
            <a:r>
              <a:rPr sz="1425">
                <a:solidFill>
                  <a:srgbClr val="5B6472"/>
                </a:solidFill>
                <a:latin typeface="Arial"/>
                <a:ea typeface="Arial"/>
                <a:cs typeface="Arial"/>
              </a:rPr>
              <a:t>Some droplets do not represent one healthy cell</a:t>
            </a:r>
          </a:p>
        </p:txBody>
      </p:sp>
      <p:sp>
        <p:nvSpPr>
          <p:cNvPr id="4" name="">
            <a:extLst xmlns:a="http://schemas.openxmlformats.org/drawingml/2006/main">
              <a:ext uri="{FF2B5EF4-FFF2-40B4-BE49-F238E27FC236}">
                <a16:creationId xmlns:a16="http://schemas.microsoft.com/office/drawing/2014/main" id="{70AFED5C-BE3B-44BB-B7C9-BD4B32F3912A}"/>
              </a:ext>
            </a:extLst>
          </p:cNvPr>
          <p:cNvSpPr>
            <a:spLocks xmlns:a="http://schemas.openxmlformats.org/drawingml/2006/main" noGrp="1"/>
          </p:cNvSpPr>
          <p:nvPr/>
        </p:nvSpPr>
        <p:spPr>
          <a:xfrm xmlns:a="http://schemas.openxmlformats.org/drawingml/2006/main">
            <a:off x="1714500" y="2333625"/>
            <a:ext cx="2000250" cy="1714500"/>
          </a:xfrm>
          <a:prstGeom xmlns:a="http://schemas.openxmlformats.org/drawingml/2006/main" prst="ellipse">
            <a:avLst/>
          </a:prstGeom>
          <a:solidFill xmlns:a="http://schemas.openxmlformats.org/drawingml/2006/main">
            <a:srgbClr val="F8E5E5"/>
          </a:solidFill>
          <a:ln xmlns:a="http://schemas.openxmlformats.org/drawingml/2006/main" w="19050">
            <a:solidFill>
              <a:srgbClr val="D45858"/>
            </a:solidFill>
            <a:prstDash val="solid"/>
          </a:ln>
        </p:spPr>
      </p:sp>
      <p:sp>
        <p:nvSpPr>
          <p:cNvPr id="5" name="">
            <a:extLst xmlns:a="http://schemas.openxmlformats.org/drawingml/2006/main">
              <a:ext uri="{FF2B5EF4-FFF2-40B4-BE49-F238E27FC236}">
                <a16:creationId xmlns:a16="http://schemas.microsoft.com/office/drawing/2014/main" id="{3A2E2D19-0E63-4D99-BC66-CF2914BB071B}"/>
              </a:ext>
            </a:extLst>
          </p:cNvPr>
          <p:cNvSpPr>
            <a:spLocks xmlns:a="http://schemas.openxmlformats.org/drawingml/2006/main" noGrp="1"/>
          </p:cNvSpPr>
          <p:nvPr/>
        </p:nvSpPr>
        <p:spPr>
          <a:xfrm xmlns:a="http://schemas.openxmlformats.org/drawingml/2006/main">
            <a:off x="1981200" y="254317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E0A41B9-6921-4797-8476-DE92EFA5699A}"/>
              </a:ext>
            </a:extLst>
          </p:cNvPr>
          <p:cNvSpPr>
            <a:spLocks xmlns:a="http://schemas.openxmlformats.org/drawingml/2006/main" noGrp="1"/>
          </p:cNvSpPr>
          <p:nvPr/>
        </p:nvSpPr>
        <p:spPr>
          <a:xfrm xmlns:a="http://schemas.openxmlformats.org/drawingml/2006/main">
            <a:off x="2333625" y="2990850"/>
            <a:ext cx="76200" cy="76200"/>
          </a:xfrm>
          <a:prstGeom xmlns:a="http://schemas.openxmlformats.org/drawingml/2006/main" prst="ellipse">
            <a:avLst/>
          </a:prstGeom>
          <a:solidFill xmlns:a="http://schemas.openxmlformats.org/drawingml/2006/main">
            <a:srgbClr val="D4585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3323071-FB55-4E40-ACAB-677ABEE98991}"/>
              </a:ext>
            </a:extLst>
          </p:cNvPr>
          <p:cNvSpPr>
            <a:spLocks xmlns:a="http://schemas.openxmlformats.org/drawingml/2006/main" noGrp="1"/>
          </p:cNvSpPr>
          <p:nvPr/>
        </p:nvSpPr>
        <p:spPr>
          <a:xfrm xmlns:a="http://schemas.openxmlformats.org/drawingml/2006/main">
            <a:off x="2686050" y="3438525"/>
            <a:ext cx="76200" cy="76200"/>
          </a:xfrm>
          <a:prstGeom xmlns:a="http://schemas.openxmlformats.org/drawingml/2006/main" prst="ellipse">
            <a:avLst/>
          </a:prstGeom>
          <a:solidFill xmlns:a="http://schemas.openxmlformats.org/drawingml/2006/main">
            <a:srgbClr val="D4585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02363B0-5876-456F-9755-BC67211623DF}"/>
              </a:ext>
            </a:extLst>
          </p:cNvPr>
          <p:cNvSpPr>
            <a:spLocks xmlns:a="http://schemas.openxmlformats.org/drawingml/2006/main" noGrp="1"/>
          </p:cNvSpPr>
          <p:nvPr/>
        </p:nvSpPr>
        <p:spPr>
          <a:xfrm xmlns:a="http://schemas.openxmlformats.org/drawingml/2006/main">
            <a:off x="3038475" y="2695575"/>
            <a:ext cx="76200" cy="76200"/>
          </a:xfrm>
          <a:prstGeom xmlns:a="http://schemas.openxmlformats.org/drawingml/2006/main" prst="ellipse">
            <a:avLst/>
          </a:prstGeom>
          <a:solidFill xmlns:a="http://schemas.openxmlformats.org/drawingml/2006/main">
            <a:srgbClr val="D4585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64D23B0-C714-4BAA-9034-1397751E83E1}"/>
              </a:ext>
            </a:extLst>
          </p:cNvPr>
          <p:cNvSpPr>
            <a:spLocks xmlns:a="http://schemas.openxmlformats.org/drawingml/2006/main" noGrp="1"/>
          </p:cNvSpPr>
          <p:nvPr/>
        </p:nvSpPr>
        <p:spPr>
          <a:xfrm xmlns:a="http://schemas.openxmlformats.org/drawingml/2006/main">
            <a:off x="3390900" y="3143250"/>
            <a:ext cx="76200" cy="76200"/>
          </a:xfrm>
          <a:prstGeom xmlns:a="http://schemas.openxmlformats.org/drawingml/2006/main" prst="ellipse">
            <a:avLst/>
          </a:prstGeom>
          <a:solidFill xmlns:a="http://schemas.openxmlformats.org/drawingml/2006/main">
            <a:srgbClr val="D4585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3137081-9171-499F-A8CA-7043E52D6FA9}"/>
              </a:ext>
            </a:extLst>
          </p:cNvPr>
          <p:cNvSpPr>
            <a:spLocks xmlns:a="http://schemas.openxmlformats.org/drawingml/2006/main" noGrp="1"/>
          </p:cNvSpPr>
          <p:nvPr/>
        </p:nvSpPr>
        <p:spPr>
          <a:xfrm xmlns:a="http://schemas.openxmlformats.org/drawingml/2006/main">
            <a:off x="2314575" y="359092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15467CD-5990-4CD1-BD9F-969956D5B261}"/>
              </a:ext>
            </a:extLst>
          </p:cNvPr>
          <p:cNvSpPr>
            <a:spLocks xmlns:a="http://schemas.openxmlformats.org/drawingml/2006/main" noGrp="1"/>
          </p:cNvSpPr>
          <p:nvPr/>
        </p:nvSpPr>
        <p:spPr>
          <a:xfrm xmlns:a="http://schemas.openxmlformats.org/drawingml/2006/main">
            <a:off x="2667000" y="2847975"/>
            <a:ext cx="76200" cy="76200"/>
          </a:xfrm>
          <a:prstGeom xmlns:a="http://schemas.openxmlformats.org/drawingml/2006/main" prst="ellipse">
            <a:avLst/>
          </a:prstGeom>
          <a:solidFill xmlns:a="http://schemas.openxmlformats.org/drawingml/2006/main">
            <a:srgbClr val="D4585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AE600F0-5E1C-4CC5-8446-DEEE4AF2DE25}"/>
              </a:ext>
            </a:extLst>
          </p:cNvPr>
          <p:cNvSpPr>
            <a:spLocks xmlns:a="http://schemas.openxmlformats.org/drawingml/2006/main" noGrp="1"/>
          </p:cNvSpPr>
          <p:nvPr/>
        </p:nvSpPr>
        <p:spPr>
          <a:xfrm xmlns:a="http://schemas.openxmlformats.org/drawingml/2006/main">
            <a:off x="3019425" y="3295650"/>
            <a:ext cx="76200" cy="76200"/>
          </a:xfrm>
          <a:prstGeom xmlns:a="http://schemas.openxmlformats.org/drawingml/2006/main" prst="ellipse">
            <a:avLst/>
          </a:prstGeom>
          <a:solidFill xmlns:a="http://schemas.openxmlformats.org/drawingml/2006/main">
            <a:srgbClr val="D4585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2A87A04-7F41-40DA-AE9B-F0EDC1BC3398}"/>
              </a:ext>
            </a:extLst>
          </p:cNvPr>
          <p:cNvSpPr>
            <a:spLocks xmlns:a="http://schemas.openxmlformats.org/drawingml/2006/main" noGrp="1"/>
          </p:cNvSpPr>
          <p:nvPr/>
        </p:nvSpPr>
        <p:spPr>
          <a:xfrm xmlns:a="http://schemas.openxmlformats.org/drawingml/2006/main">
            <a:off x="2400300" y="1571625"/>
            <a:ext cx="628650" cy="552450"/>
          </a:xfrm>
          <a:prstGeom xmlns:a="http://schemas.openxmlformats.org/drawingml/2006/main" prst="ellipse">
            <a:avLst/>
          </a:prstGeom>
          <a:solidFill xmlns:a="http://schemas.openxmlformats.org/drawingml/2006/main">
            <a:srgbClr val="F8E5E5"/>
          </a:solidFill>
          <a:ln xmlns:a="http://schemas.openxmlformats.org/drawingml/2006/main" w="19050">
            <a:solidFill>
              <a:srgbClr val="D45858"/>
            </a:solidFill>
            <a:prstDash val="solid"/>
          </a:ln>
        </p:spPr>
      </p:sp>
      <p:sp>
        <p:nvSpPr>
          <p:cNvPr id="14" name="">
            <a:extLst xmlns:a="http://schemas.openxmlformats.org/drawingml/2006/main">
              <a:ext uri="{FF2B5EF4-FFF2-40B4-BE49-F238E27FC236}">
                <a16:creationId xmlns:a16="http://schemas.microsoft.com/office/drawing/2014/main" id="{17919AF8-1A16-40C4-859C-C2326F065A8D}"/>
              </a:ext>
            </a:extLst>
          </p:cNvPr>
          <p:cNvSpPr>
            <a:spLocks xmlns:a="http://schemas.openxmlformats.org/drawingml/2006/main" noGrp="1"/>
          </p:cNvSpPr>
          <p:nvPr/>
        </p:nvSpPr>
        <p:spPr>
          <a:xfrm xmlns:a="http://schemas.openxmlformats.org/drawingml/2006/main">
            <a:off x="2590800" y="1743075"/>
            <a:ext cx="171450" cy="171450"/>
          </a:xfrm>
          <a:prstGeom xmlns:a="http://schemas.openxmlformats.org/drawingml/2006/main" prst="ellipse">
            <a:avLst/>
          </a:prstGeom>
          <a:solidFill xmlns:a="http://schemas.openxmlformats.org/drawingml/2006/main">
            <a:srgbClr val="D4585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7F7601F-43CB-4F51-868A-79A29D117988}"/>
              </a:ext>
            </a:extLst>
          </p:cNvPr>
          <p:cNvSpPr>
            <a:spLocks xmlns:a="http://schemas.openxmlformats.org/drawingml/2006/main" noGrp="1"/>
          </p:cNvSpPr>
          <p:nvPr/>
        </p:nvSpPr>
        <p:spPr>
          <a:xfrm xmlns:a="http://schemas.openxmlformats.org/drawingml/2006/main" flipV="1">
            <a:off x="2447925" y="1695450"/>
            <a:ext cx="247650" cy="276225"/>
          </a:xfrm>
          <a:prstGeom xmlns:a="http://schemas.openxmlformats.org/drawingml/2006/main" prst="line">
            <a:avLst/>
          </a:prstGeom>
          <a:noFill xmlns:a="http://schemas.openxmlformats.org/drawingml/2006/main"/>
          <a:ln xmlns:a="http://schemas.openxmlformats.org/drawingml/2006/main" w="38100">
            <a:solidFill>
              <a:srgbClr val="FFFFFF"/>
            </a:solidFill>
            <a:prstDash val="solid"/>
          </a:ln>
        </p:spPr>
      </p:sp>
      <p:sp>
        <p:nvSpPr>
          <p:cNvPr id="16" name="">
            <a:extLst xmlns:a="http://schemas.openxmlformats.org/drawingml/2006/main">
              <a:ext uri="{FF2B5EF4-FFF2-40B4-BE49-F238E27FC236}">
                <a16:creationId xmlns:a16="http://schemas.microsoft.com/office/drawing/2014/main" id="{FDC45DE7-ACE3-4D39-A99C-56C9FFA1D00C}"/>
              </a:ext>
            </a:extLst>
          </p:cNvPr>
          <p:cNvSpPr>
            <a:spLocks xmlns:a="http://schemas.openxmlformats.org/drawingml/2006/main" noGrp="1"/>
          </p:cNvSpPr>
          <p:nvPr/>
        </p:nvSpPr>
        <p:spPr>
          <a:xfrm xmlns:a="http://schemas.openxmlformats.org/drawingml/2006/main">
            <a:off x="3095625" y="1714500"/>
            <a:ext cx="95250" cy="95250"/>
          </a:xfrm>
          <a:prstGeom xmlns:a="http://schemas.openxmlformats.org/drawingml/2006/main" prst="ellipse">
            <a:avLst/>
          </a:prstGeom>
          <a:solidFill xmlns:a="http://schemas.openxmlformats.org/drawingml/2006/main">
            <a:srgbClr val="D4585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7785146-3D21-43E4-81C5-10979908771B}"/>
              </a:ext>
            </a:extLst>
          </p:cNvPr>
          <p:cNvSpPr>
            <a:spLocks xmlns:a="http://schemas.openxmlformats.org/drawingml/2006/main" noGrp="1"/>
          </p:cNvSpPr>
          <p:nvPr/>
        </p:nvSpPr>
        <p:spPr>
          <a:xfrm xmlns:a="http://schemas.openxmlformats.org/drawingml/2006/main">
            <a:off x="3190875" y="1924050"/>
            <a:ext cx="66675" cy="66675"/>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C7DEF79-3267-43A2-9037-6CC22188C93C}"/>
              </a:ext>
            </a:extLst>
          </p:cNvPr>
          <p:cNvSpPr>
            <a:spLocks xmlns:a="http://schemas.openxmlformats.org/drawingml/2006/main" noGrp="1"/>
          </p:cNvSpPr>
          <p:nvPr/>
        </p:nvSpPr>
        <p:spPr>
          <a:xfrm xmlns:a="http://schemas.openxmlformats.org/drawingml/2006/main">
            <a:off x="1381125" y="423862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800" b="1">
                <a:solidFill>
                  <a:srgbClr val="D45858"/>
                </a:solidFill>
                <a:latin typeface="Arial"/>
                <a:ea typeface="Arial"/>
                <a:cs typeface="Arial"/>
              </a:defRPr>
            </a:pPr>
            <a:r>
              <a:rPr sz="1800" b="1">
                <a:solidFill>
                  <a:srgbClr val="D45858"/>
                </a:solidFill>
                <a:latin typeface="Arial"/>
                <a:ea typeface="Arial"/>
                <a:cs typeface="Arial"/>
              </a:rPr>
              <a:t>Low-quality or empty</a:t>
            </a:r>
          </a:p>
        </p:txBody>
      </p:sp>
      <p:sp>
        <p:nvSpPr>
          <p:cNvPr id="19" name="">
            <a:extLst xmlns:a="http://schemas.openxmlformats.org/drawingml/2006/main">
              <a:ext uri="{FF2B5EF4-FFF2-40B4-BE49-F238E27FC236}">
                <a16:creationId xmlns:a16="http://schemas.microsoft.com/office/drawing/2014/main" id="{E59ED026-8EF6-41D0-AE15-C4517BA522F5}"/>
              </a:ext>
            </a:extLst>
          </p:cNvPr>
          <p:cNvSpPr>
            <a:spLocks xmlns:a="http://schemas.openxmlformats.org/drawingml/2006/main" noGrp="1"/>
          </p:cNvSpPr>
          <p:nvPr/>
        </p:nvSpPr>
        <p:spPr>
          <a:xfrm xmlns:a="http://schemas.openxmlformats.org/drawingml/2006/main">
            <a:off x="1428750" y="4733925"/>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a:solidFill>
                  <a:srgbClr val="5B6472"/>
                </a:solidFill>
                <a:latin typeface="Arial"/>
                <a:ea typeface="Arial"/>
                <a:cs typeface="Arial"/>
              </a:defRPr>
            </a:pPr>
            <a:r>
              <a:rPr sz="1425">
                <a:solidFill>
                  <a:srgbClr val="5B6472"/>
                </a:solidFill>
                <a:latin typeface="Arial"/>
                <a:ea typeface="Arial"/>
                <a:cs typeface="Arial"/>
              </a:rPr>
              <a:t>Few genes</a:t>
            </a:r>
          </a:p>
          <a:p xmlns:a="http://schemas.openxmlformats.org/drawingml/2006/main">
            <a:pPr algn="ctr">
              <a:defRPr sz="1425">
                <a:solidFill>
                  <a:srgbClr val="5B6472"/>
                </a:solidFill>
                <a:latin typeface="Arial"/>
                <a:ea typeface="Arial"/>
                <a:cs typeface="Arial"/>
              </a:defRPr>
            </a:pPr>
            <a:r>
              <a:rPr sz="1425">
                <a:solidFill>
                  <a:srgbClr val="5B6472"/>
                </a:solidFill>
                <a:latin typeface="Arial"/>
                <a:ea typeface="Arial"/>
                <a:cs typeface="Arial"/>
              </a:rPr>
              <a:t>High mitochondrial fraction</a:t>
            </a:r>
          </a:p>
        </p:txBody>
      </p:sp>
      <p:sp>
        <p:nvSpPr>
          <p:cNvPr id="20" name="">
            <a:extLst xmlns:a="http://schemas.openxmlformats.org/drawingml/2006/main">
              <a:ext uri="{FF2B5EF4-FFF2-40B4-BE49-F238E27FC236}">
                <a16:creationId xmlns:a16="http://schemas.microsoft.com/office/drawing/2014/main" id="{704B0CEB-2C43-45DD-AA20-156AB243ED0C}"/>
              </a:ext>
            </a:extLst>
          </p:cNvPr>
          <p:cNvSpPr>
            <a:spLocks xmlns:a="http://schemas.openxmlformats.org/drawingml/2006/main" noGrp="1"/>
          </p:cNvSpPr>
          <p:nvPr/>
        </p:nvSpPr>
        <p:spPr>
          <a:xfrm xmlns:a="http://schemas.openxmlformats.org/drawingml/2006/main">
            <a:off x="5143500" y="2333625"/>
            <a:ext cx="2000250" cy="1714500"/>
          </a:xfrm>
          <a:prstGeom xmlns:a="http://schemas.openxmlformats.org/drawingml/2006/main" prst="ellipse">
            <a:avLst/>
          </a:prstGeom>
          <a:solidFill xmlns:a="http://schemas.openxmlformats.org/drawingml/2006/main">
            <a:srgbClr val="E5F4F3"/>
          </a:solidFill>
          <a:ln xmlns:a="http://schemas.openxmlformats.org/drawingml/2006/main" w="19050">
            <a:solidFill>
              <a:srgbClr val="2E9FA3"/>
            </a:solidFill>
            <a:prstDash val="solid"/>
          </a:ln>
        </p:spPr>
      </p:sp>
      <p:sp>
        <p:nvSpPr>
          <p:cNvPr id="21" name="">
            <a:extLst xmlns:a="http://schemas.openxmlformats.org/drawingml/2006/main">
              <a:ext uri="{FF2B5EF4-FFF2-40B4-BE49-F238E27FC236}">
                <a16:creationId xmlns:a16="http://schemas.microsoft.com/office/drawing/2014/main" id="{661582F5-937E-456B-8398-EA26B05EF627}"/>
              </a:ext>
            </a:extLst>
          </p:cNvPr>
          <p:cNvSpPr>
            <a:spLocks xmlns:a="http://schemas.openxmlformats.org/drawingml/2006/main" noGrp="1"/>
          </p:cNvSpPr>
          <p:nvPr/>
        </p:nvSpPr>
        <p:spPr>
          <a:xfrm xmlns:a="http://schemas.openxmlformats.org/drawingml/2006/main">
            <a:off x="5410200" y="254317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60006BB-19A3-4A67-814C-DC994983481F}"/>
              </a:ext>
            </a:extLst>
          </p:cNvPr>
          <p:cNvSpPr>
            <a:spLocks xmlns:a="http://schemas.openxmlformats.org/drawingml/2006/main" noGrp="1"/>
          </p:cNvSpPr>
          <p:nvPr/>
        </p:nvSpPr>
        <p:spPr>
          <a:xfrm xmlns:a="http://schemas.openxmlformats.org/drawingml/2006/main">
            <a:off x="5762625" y="2990850"/>
            <a:ext cx="76200" cy="76200"/>
          </a:xfrm>
          <a:prstGeom xmlns:a="http://schemas.openxmlformats.org/drawingml/2006/main" prst="ellipse">
            <a:avLst/>
          </a:prstGeom>
          <a:solidFill xmlns:a="http://schemas.openxmlformats.org/drawingml/2006/main">
            <a:srgbClr val="2E9FA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CF1FAFA-6AA1-4156-ACE7-35AF9C6ECD9F}"/>
              </a:ext>
            </a:extLst>
          </p:cNvPr>
          <p:cNvSpPr>
            <a:spLocks xmlns:a="http://schemas.openxmlformats.org/drawingml/2006/main" noGrp="1"/>
          </p:cNvSpPr>
          <p:nvPr/>
        </p:nvSpPr>
        <p:spPr>
          <a:xfrm xmlns:a="http://schemas.openxmlformats.org/drawingml/2006/main">
            <a:off x="6115050" y="3438525"/>
            <a:ext cx="76200" cy="76200"/>
          </a:xfrm>
          <a:prstGeom xmlns:a="http://schemas.openxmlformats.org/drawingml/2006/main" prst="ellipse">
            <a:avLst/>
          </a:prstGeom>
          <a:solidFill xmlns:a="http://schemas.openxmlformats.org/drawingml/2006/main">
            <a:srgbClr val="2E9FA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1C64D7E-5C24-45B5-88CF-C2FC757E23B3}"/>
              </a:ext>
            </a:extLst>
          </p:cNvPr>
          <p:cNvSpPr>
            <a:spLocks xmlns:a="http://schemas.openxmlformats.org/drawingml/2006/main" noGrp="1"/>
          </p:cNvSpPr>
          <p:nvPr/>
        </p:nvSpPr>
        <p:spPr>
          <a:xfrm xmlns:a="http://schemas.openxmlformats.org/drawingml/2006/main">
            <a:off x="6467475" y="2695575"/>
            <a:ext cx="76200" cy="76200"/>
          </a:xfrm>
          <a:prstGeom xmlns:a="http://schemas.openxmlformats.org/drawingml/2006/main" prst="ellipse">
            <a:avLst/>
          </a:prstGeom>
          <a:solidFill xmlns:a="http://schemas.openxmlformats.org/drawingml/2006/main">
            <a:srgbClr val="2E9FA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BBF9108-5189-4DCE-BBB0-841FEFAD63CF}"/>
              </a:ext>
            </a:extLst>
          </p:cNvPr>
          <p:cNvSpPr>
            <a:spLocks xmlns:a="http://schemas.openxmlformats.org/drawingml/2006/main" noGrp="1"/>
          </p:cNvSpPr>
          <p:nvPr/>
        </p:nvSpPr>
        <p:spPr>
          <a:xfrm xmlns:a="http://schemas.openxmlformats.org/drawingml/2006/main">
            <a:off x="6819900" y="3143250"/>
            <a:ext cx="76200" cy="76200"/>
          </a:xfrm>
          <a:prstGeom xmlns:a="http://schemas.openxmlformats.org/drawingml/2006/main" prst="ellipse">
            <a:avLst/>
          </a:prstGeom>
          <a:solidFill xmlns:a="http://schemas.openxmlformats.org/drawingml/2006/main">
            <a:srgbClr val="2E9FA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49952B3-4FC9-4AEB-A2C2-002C45FC4FD1}"/>
              </a:ext>
            </a:extLst>
          </p:cNvPr>
          <p:cNvSpPr>
            <a:spLocks xmlns:a="http://schemas.openxmlformats.org/drawingml/2006/main" noGrp="1"/>
          </p:cNvSpPr>
          <p:nvPr/>
        </p:nvSpPr>
        <p:spPr>
          <a:xfrm xmlns:a="http://schemas.openxmlformats.org/drawingml/2006/main">
            <a:off x="5743575" y="359092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9753474-31C7-44D3-A07A-DF24E2974614}"/>
              </a:ext>
            </a:extLst>
          </p:cNvPr>
          <p:cNvSpPr>
            <a:spLocks xmlns:a="http://schemas.openxmlformats.org/drawingml/2006/main" noGrp="1"/>
          </p:cNvSpPr>
          <p:nvPr/>
        </p:nvSpPr>
        <p:spPr>
          <a:xfrm xmlns:a="http://schemas.openxmlformats.org/drawingml/2006/main">
            <a:off x="6096000" y="2847975"/>
            <a:ext cx="76200" cy="76200"/>
          </a:xfrm>
          <a:prstGeom xmlns:a="http://schemas.openxmlformats.org/drawingml/2006/main" prst="ellipse">
            <a:avLst/>
          </a:prstGeom>
          <a:solidFill xmlns:a="http://schemas.openxmlformats.org/drawingml/2006/main">
            <a:srgbClr val="2E9FA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1A7A909-4C7D-42CF-A82D-CB0DF82417D5}"/>
              </a:ext>
            </a:extLst>
          </p:cNvPr>
          <p:cNvSpPr>
            <a:spLocks xmlns:a="http://schemas.openxmlformats.org/drawingml/2006/main" noGrp="1"/>
          </p:cNvSpPr>
          <p:nvPr/>
        </p:nvSpPr>
        <p:spPr>
          <a:xfrm xmlns:a="http://schemas.openxmlformats.org/drawingml/2006/main">
            <a:off x="6448425" y="3295650"/>
            <a:ext cx="76200" cy="76200"/>
          </a:xfrm>
          <a:prstGeom xmlns:a="http://schemas.openxmlformats.org/drawingml/2006/main" prst="ellipse">
            <a:avLst/>
          </a:prstGeom>
          <a:solidFill xmlns:a="http://schemas.openxmlformats.org/drawingml/2006/main">
            <a:srgbClr val="2E9FA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DDA4867-B273-471B-893B-B3495F116ED2}"/>
              </a:ext>
            </a:extLst>
          </p:cNvPr>
          <p:cNvSpPr>
            <a:spLocks xmlns:a="http://schemas.openxmlformats.org/drawingml/2006/main" noGrp="1"/>
          </p:cNvSpPr>
          <p:nvPr/>
        </p:nvSpPr>
        <p:spPr>
          <a:xfrm xmlns:a="http://schemas.openxmlformats.org/drawingml/2006/main">
            <a:off x="6800850" y="2552700"/>
            <a:ext cx="76200" cy="76200"/>
          </a:xfrm>
          <a:prstGeom xmlns:a="http://schemas.openxmlformats.org/drawingml/2006/main" prst="ellipse">
            <a:avLst/>
          </a:prstGeom>
          <a:solidFill xmlns:a="http://schemas.openxmlformats.org/drawingml/2006/main">
            <a:srgbClr val="2E9FA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9E38B47-24C3-43A8-AC33-B91C6E97DE79}"/>
              </a:ext>
            </a:extLst>
          </p:cNvPr>
          <p:cNvSpPr>
            <a:spLocks xmlns:a="http://schemas.openxmlformats.org/drawingml/2006/main" noGrp="1"/>
          </p:cNvSpPr>
          <p:nvPr/>
        </p:nvSpPr>
        <p:spPr>
          <a:xfrm xmlns:a="http://schemas.openxmlformats.org/drawingml/2006/main">
            <a:off x="5724525" y="3000375"/>
            <a:ext cx="76200" cy="76200"/>
          </a:xfrm>
          <a:prstGeom xmlns:a="http://schemas.openxmlformats.org/drawingml/2006/main" prst="ellipse">
            <a:avLst/>
          </a:prstGeom>
          <a:solidFill xmlns:a="http://schemas.openxmlformats.org/drawingml/2006/main">
            <a:srgbClr val="2E9FA3"/>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09C18BE9-5DFE-4D04-BD00-EB1216DA863B}"/>
              </a:ext>
            </a:extLst>
          </p:cNvPr>
          <p:cNvSpPr>
            <a:spLocks xmlns:a="http://schemas.openxmlformats.org/drawingml/2006/main" noGrp="1"/>
          </p:cNvSpPr>
          <p:nvPr/>
        </p:nvSpPr>
        <p:spPr>
          <a:xfrm xmlns:a="http://schemas.openxmlformats.org/drawingml/2006/main">
            <a:off x="6076950" y="3448050"/>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0D7621D-44BF-4AE4-8F56-977F039BED99}"/>
              </a:ext>
            </a:extLst>
          </p:cNvPr>
          <p:cNvSpPr>
            <a:spLocks xmlns:a="http://schemas.openxmlformats.org/drawingml/2006/main" noGrp="1"/>
          </p:cNvSpPr>
          <p:nvPr/>
        </p:nvSpPr>
        <p:spPr>
          <a:xfrm xmlns:a="http://schemas.openxmlformats.org/drawingml/2006/main">
            <a:off x="6429375" y="2705100"/>
            <a:ext cx="76200" cy="76200"/>
          </a:xfrm>
          <a:prstGeom xmlns:a="http://schemas.openxmlformats.org/drawingml/2006/main" prst="ellipse">
            <a:avLst/>
          </a:prstGeom>
          <a:solidFill xmlns:a="http://schemas.openxmlformats.org/drawingml/2006/main">
            <a:srgbClr val="2E9FA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9FD997B-FB0A-4B7E-8190-D9208EA36DB2}"/>
              </a:ext>
            </a:extLst>
          </p:cNvPr>
          <p:cNvSpPr>
            <a:spLocks xmlns:a="http://schemas.openxmlformats.org/drawingml/2006/main" noGrp="1"/>
          </p:cNvSpPr>
          <p:nvPr/>
        </p:nvSpPr>
        <p:spPr>
          <a:xfrm xmlns:a="http://schemas.openxmlformats.org/drawingml/2006/main">
            <a:off x="6781800" y="3152775"/>
            <a:ext cx="76200" cy="76200"/>
          </a:xfrm>
          <a:prstGeom xmlns:a="http://schemas.openxmlformats.org/drawingml/2006/main" prst="ellipse">
            <a:avLst/>
          </a:prstGeom>
          <a:solidFill xmlns:a="http://schemas.openxmlformats.org/drawingml/2006/main">
            <a:srgbClr val="2E9FA3"/>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66CA403F-F96C-4BC6-BB20-9DAF529EEC7E}"/>
              </a:ext>
            </a:extLst>
          </p:cNvPr>
          <p:cNvSpPr>
            <a:spLocks xmlns:a="http://schemas.openxmlformats.org/drawingml/2006/main" noGrp="1"/>
          </p:cNvSpPr>
          <p:nvPr/>
        </p:nvSpPr>
        <p:spPr>
          <a:xfrm xmlns:a="http://schemas.openxmlformats.org/drawingml/2006/main">
            <a:off x="5705475" y="3600450"/>
            <a:ext cx="76200" cy="76200"/>
          </a:xfrm>
          <a:prstGeom xmlns:a="http://schemas.openxmlformats.org/drawingml/2006/main" prst="ellipse">
            <a:avLst/>
          </a:prstGeom>
          <a:solidFill xmlns:a="http://schemas.openxmlformats.org/drawingml/2006/main">
            <a:srgbClr val="2E9FA3"/>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61DF4064-E002-4711-A45E-01502B96FCC0}"/>
              </a:ext>
            </a:extLst>
          </p:cNvPr>
          <p:cNvSpPr>
            <a:spLocks xmlns:a="http://schemas.openxmlformats.org/drawingml/2006/main" noGrp="1"/>
          </p:cNvSpPr>
          <p:nvPr/>
        </p:nvSpPr>
        <p:spPr>
          <a:xfrm xmlns:a="http://schemas.openxmlformats.org/drawingml/2006/main">
            <a:off x="6057900" y="2857500"/>
            <a:ext cx="76200" cy="76200"/>
          </a:xfrm>
          <a:prstGeom xmlns:a="http://schemas.openxmlformats.org/drawingml/2006/main" prst="ellipse">
            <a:avLst/>
          </a:prstGeom>
          <a:solidFill xmlns:a="http://schemas.openxmlformats.org/drawingml/2006/main">
            <a:srgbClr val="2E9FA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9C7FCBAB-BC40-4139-94EE-49B2D50AB1EC}"/>
              </a:ext>
            </a:extLst>
          </p:cNvPr>
          <p:cNvSpPr>
            <a:spLocks xmlns:a="http://schemas.openxmlformats.org/drawingml/2006/main" noGrp="1"/>
          </p:cNvSpPr>
          <p:nvPr/>
        </p:nvSpPr>
        <p:spPr>
          <a:xfrm xmlns:a="http://schemas.openxmlformats.org/drawingml/2006/main">
            <a:off x="6410325" y="330517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76D4282-DEA3-4699-B57F-2CB96412465A}"/>
              </a:ext>
            </a:extLst>
          </p:cNvPr>
          <p:cNvSpPr>
            <a:spLocks xmlns:a="http://schemas.openxmlformats.org/drawingml/2006/main" noGrp="1"/>
          </p:cNvSpPr>
          <p:nvPr/>
        </p:nvSpPr>
        <p:spPr>
          <a:xfrm xmlns:a="http://schemas.openxmlformats.org/drawingml/2006/main">
            <a:off x="6762750" y="2562225"/>
            <a:ext cx="76200" cy="76200"/>
          </a:xfrm>
          <a:prstGeom xmlns:a="http://schemas.openxmlformats.org/drawingml/2006/main" prst="ellipse">
            <a:avLst/>
          </a:prstGeom>
          <a:solidFill xmlns:a="http://schemas.openxmlformats.org/drawingml/2006/main">
            <a:srgbClr val="2E9FA3"/>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49923FA-B44B-45EC-9054-C38908F65E74}"/>
              </a:ext>
            </a:extLst>
          </p:cNvPr>
          <p:cNvSpPr>
            <a:spLocks xmlns:a="http://schemas.openxmlformats.org/drawingml/2006/main" noGrp="1"/>
          </p:cNvSpPr>
          <p:nvPr/>
        </p:nvSpPr>
        <p:spPr>
          <a:xfrm xmlns:a="http://schemas.openxmlformats.org/drawingml/2006/main">
            <a:off x="5686425" y="3009900"/>
            <a:ext cx="76200" cy="76200"/>
          </a:xfrm>
          <a:prstGeom xmlns:a="http://schemas.openxmlformats.org/drawingml/2006/main" prst="ellipse">
            <a:avLst/>
          </a:prstGeom>
          <a:solidFill xmlns:a="http://schemas.openxmlformats.org/drawingml/2006/main">
            <a:srgbClr val="2E9FA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391D0EDD-ECA5-4E72-BA4F-A2CB8E6EB4CD}"/>
              </a:ext>
            </a:extLst>
          </p:cNvPr>
          <p:cNvSpPr>
            <a:spLocks xmlns:a="http://schemas.openxmlformats.org/drawingml/2006/main" noGrp="1"/>
          </p:cNvSpPr>
          <p:nvPr/>
        </p:nvSpPr>
        <p:spPr>
          <a:xfrm xmlns:a="http://schemas.openxmlformats.org/drawingml/2006/main">
            <a:off x="6038850" y="3457575"/>
            <a:ext cx="76200" cy="76200"/>
          </a:xfrm>
          <a:prstGeom xmlns:a="http://schemas.openxmlformats.org/drawingml/2006/main" prst="ellipse">
            <a:avLst/>
          </a:prstGeom>
          <a:solidFill xmlns:a="http://schemas.openxmlformats.org/drawingml/2006/main">
            <a:srgbClr val="2E9FA3"/>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81E543A7-205F-4470-9EA2-07792C8F6561}"/>
              </a:ext>
            </a:extLst>
          </p:cNvPr>
          <p:cNvSpPr>
            <a:spLocks xmlns:a="http://schemas.openxmlformats.org/drawingml/2006/main" noGrp="1"/>
          </p:cNvSpPr>
          <p:nvPr/>
        </p:nvSpPr>
        <p:spPr>
          <a:xfrm xmlns:a="http://schemas.openxmlformats.org/drawingml/2006/main">
            <a:off x="6391275" y="2714625"/>
            <a:ext cx="76200" cy="76200"/>
          </a:xfrm>
          <a:prstGeom xmlns:a="http://schemas.openxmlformats.org/drawingml/2006/main" prst="ellipse">
            <a:avLst/>
          </a:prstGeom>
          <a:solidFill xmlns:a="http://schemas.openxmlformats.org/drawingml/2006/main">
            <a:srgbClr val="2E9FA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0315E887-296D-4D07-A3BD-78F1BB44F552}"/>
              </a:ext>
            </a:extLst>
          </p:cNvPr>
          <p:cNvSpPr>
            <a:spLocks xmlns:a="http://schemas.openxmlformats.org/drawingml/2006/main" noGrp="1"/>
          </p:cNvSpPr>
          <p:nvPr/>
        </p:nvSpPr>
        <p:spPr>
          <a:xfrm xmlns:a="http://schemas.openxmlformats.org/drawingml/2006/main">
            <a:off x="6743700" y="3162300"/>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B8810C6-9A97-46A2-98FB-DF2F429CF02B}"/>
              </a:ext>
            </a:extLst>
          </p:cNvPr>
          <p:cNvSpPr>
            <a:spLocks xmlns:a="http://schemas.openxmlformats.org/drawingml/2006/main" noGrp="1"/>
          </p:cNvSpPr>
          <p:nvPr/>
        </p:nvSpPr>
        <p:spPr>
          <a:xfrm xmlns:a="http://schemas.openxmlformats.org/drawingml/2006/main">
            <a:off x="5667375" y="3609975"/>
            <a:ext cx="76200" cy="76200"/>
          </a:xfrm>
          <a:prstGeom xmlns:a="http://schemas.openxmlformats.org/drawingml/2006/main" prst="ellipse">
            <a:avLst/>
          </a:prstGeom>
          <a:solidFill xmlns:a="http://schemas.openxmlformats.org/drawingml/2006/main">
            <a:srgbClr val="2E9FA3"/>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B25DFE7B-E945-4698-8ECD-EE6B739312E2}"/>
              </a:ext>
            </a:extLst>
          </p:cNvPr>
          <p:cNvSpPr>
            <a:spLocks xmlns:a="http://schemas.openxmlformats.org/drawingml/2006/main" noGrp="1"/>
          </p:cNvSpPr>
          <p:nvPr/>
        </p:nvSpPr>
        <p:spPr>
          <a:xfrm xmlns:a="http://schemas.openxmlformats.org/drawingml/2006/main">
            <a:off x="5810250" y="1504950"/>
            <a:ext cx="685800" cy="628650"/>
          </a:xfrm>
          <a:prstGeom xmlns:a="http://schemas.openxmlformats.org/drawingml/2006/main" prst="ellipse">
            <a:avLst/>
          </a:prstGeom>
          <a:solidFill xmlns:a="http://schemas.openxmlformats.org/drawingml/2006/main">
            <a:srgbClr val="E5F4F3"/>
          </a:solidFill>
          <a:ln xmlns:a="http://schemas.openxmlformats.org/drawingml/2006/main" w="19050">
            <a:solidFill>
              <a:srgbClr val="2E9FA3"/>
            </a:solidFill>
            <a:prstDash val="solid"/>
          </a:ln>
        </p:spPr>
      </p:sp>
      <p:sp>
        <p:nvSpPr>
          <p:cNvPr id="44" name="">
            <a:extLst xmlns:a="http://schemas.openxmlformats.org/drawingml/2006/main">
              <a:ext uri="{FF2B5EF4-FFF2-40B4-BE49-F238E27FC236}">
                <a16:creationId xmlns:a16="http://schemas.microsoft.com/office/drawing/2014/main" id="{9CD0EFB8-2040-452E-BD1C-E53CA8187D9D}"/>
              </a:ext>
            </a:extLst>
          </p:cNvPr>
          <p:cNvSpPr>
            <a:spLocks xmlns:a="http://schemas.openxmlformats.org/drawingml/2006/main" noGrp="1"/>
          </p:cNvSpPr>
          <p:nvPr/>
        </p:nvSpPr>
        <p:spPr>
          <a:xfrm xmlns:a="http://schemas.openxmlformats.org/drawingml/2006/main">
            <a:off x="6038850" y="1695450"/>
            <a:ext cx="238125" cy="238125"/>
          </a:xfrm>
          <a:prstGeom xmlns:a="http://schemas.openxmlformats.org/drawingml/2006/main" prst="ellipse">
            <a:avLst/>
          </a:prstGeom>
          <a:solidFill xmlns:a="http://schemas.openxmlformats.org/drawingml/2006/main">
            <a:srgbClr val="2E9FA3"/>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9FBF04D9-4ADD-4C2E-8D32-33D2BEE50CD2}"/>
              </a:ext>
            </a:extLst>
          </p:cNvPr>
          <p:cNvSpPr>
            <a:spLocks xmlns:a="http://schemas.openxmlformats.org/drawingml/2006/main" noGrp="1"/>
          </p:cNvSpPr>
          <p:nvPr/>
        </p:nvSpPr>
        <p:spPr>
          <a:xfrm xmlns:a="http://schemas.openxmlformats.org/drawingml/2006/main">
            <a:off x="4810125" y="423862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800" b="1">
                <a:solidFill>
                  <a:srgbClr val="2E9FA3"/>
                </a:solidFill>
                <a:latin typeface="Arial"/>
                <a:ea typeface="Arial"/>
                <a:cs typeface="Arial"/>
              </a:defRPr>
            </a:pPr>
            <a:r>
              <a:rPr sz="1800" b="1">
                <a:solidFill>
                  <a:srgbClr val="2E9FA3"/>
                </a:solidFill>
                <a:latin typeface="Arial"/>
                <a:ea typeface="Arial"/>
                <a:cs typeface="Arial"/>
              </a:rPr>
              <a:t>Usable cell</a:t>
            </a:r>
          </a:p>
        </p:txBody>
      </p:sp>
      <p:sp>
        <p:nvSpPr>
          <p:cNvPr id="46" name="">
            <a:extLst xmlns:a="http://schemas.openxmlformats.org/drawingml/2006/main">
              <a:ext uri="{FF2B5EF4-FFF2-40B4-BE49-F238E27FC236}">
                <a16:creationId xmlns:a16="http://schemas.microsoft.com/office/drawing/2014/main" id="{17AF07CC-2B24-4377-8E85-457A1D97B382}"/>
              </a:ext>
            </a:extLst>
          </p:cNvPr>
          <p:cNvSpPr>
            <a:spLocks xmlns:a="http://schemas.openxmlformats.org/drawingml/2006/main" noGrp="1"/>
          </p:cNvSpPr>
          <p:nvPr/>
        </p:nvSpPr>
        <p:spPr>
          <a:xfrm xmlns:a="http://schemas.openxmlformats.org/drawingml/2006/main">
            <a:off x="4857750" y="4733925"/>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a:solidFill>
                  <a:srgbClr val="5B6472"/>
                </a:solidFill>
                <a:latin typeface="Arial"/>
                <a:ea typeface="Arial"/>
                <a:cs typeface="Arial"/>
              </a:defRPr>
            </a:pPr>
            <a:r>
              <a:rPr sz="1425">
                <a:solidFill>
                  <a:srgbClr val="5B6472"/>
                </a:solidFill>
                <a:latin typeface="Arial"/>
                <a:ea typeface="Arial"/>
                <a:cs typeface="Arial"/>
              </a:rPr>
              <a:t>Balanced counts</a:t>
            </a:r>
          </a:p>
          <a:p xmlns:a="http://schemas.openxmlformats.org/drawingml/2006/main">
            <a:pPr algn="ctr">
              <a:defRPr sz="1425">
                <a:solidFill>
                  <a:srgbClr val="5B6472"/>
                </a:solidFill>
                <a:latin typeface="Arial"/>
                <a:ea typeface="Arial"/>
                <a:cs typeface="Arial"/>
              </a:defRPr>
            </a:pPr>
            <a:r>
              <a:rPr sz="1425">
                <a:solidFill>
                  <a:srgbClr val="5B6472"/>
                </a:solidFill>
                <a:latin typeface="Arial"/>
                <a:ea typeface="Arial"/>
                <a:cs typeface="Arial"/>
              </a:rPr>
              <a:t>Many detected genes</a:t>
            </a:r>
          </a:p>
        </p:txBody>
      </p:sp>
      <p:sp>
        <p:nvSpPr>
          <p:cNvPr id="47" name="">
            <a:extLst xmlns:a="http://schemas.openxmlformats.org/drawingml/2006/main">
              <a:ext uri="{FF2B5EF4-FFF2-40B4-BE49-F238E27FC236}">
                <a16:creationId xmlns:a16="http://schemas.microsoft.com/office/drawing/2014/main" id="{0F9D1132-E42A-4E02-B220-5C4851BAB8A0}"/>
              </a:ext>
            </a:extLst>
          </p:cNvPr>
          <p:cNvSpPr>
            <a:spLocks xmlns:a="http://schemas.openxmlformats.org/drawingml/2006/main" noGrp="1"/>
          </p:cNvSpPr>
          <p:nvPr/>
        </p:nvSpPr>
        <p:spPr>
          <a:xfrm xmlns:a="http://schemas.openxmlformats.org/drawingml/2006/main">
            <a:off x="8572500" y="2333625"/>
            <a:ext cx="2000250" cy="1714500"/>
          </a:xfrm>
          <a:prstGeom xmlns:a="http://schemas.openxmlformats.org/drawingml/2006/main" prst="ellipse">
            <a:avLst/>
          </a:prstGeom>
          <a:solidFill xmlns:a="http://schemas.openxmlformats.org/drawingml/2006/main">
            <a:srgbClr val="FCEADD"/>
          </a:solidFill>
          <a:ln xmlns:a="http://schemas.openxmlformats.org/drawingml/2006/main" w="19050">
            <a:solidFill>
              <a:srgbClr val="ED7D31"/>
            </a:solidFill>
            <a:prstDash val="solid"/>
          </a:ln>
        </p:spPr>
      </p:sp>
      <p:sp>
        <p:nvSpPr>
          <p:cNvPr id="48" name="">
            <a:extLst xmlns:a="http://schemas.openxmlformats.org/drawingml/2006/main">
              <a:ext uri="{FF2B5EF4-FFF2-40B4-BE49-F238E27FC236}">
                <a16:creationId xmlns:a16="http://schemas.microsoft.com/office/drawing/2014/main" id="{C1303CDB-2FBE-451F-A680-51B1356D7F5C}"/>
              </a:ext>
            </a:extLst>
          </p:cNvPr>
          <p:cNvSpPr>
            <a:spLocks xmlns:a="http://schemas.openxmlformats.org/drawingml/2006/main" noGrp="1"/>
          </p:cNvSpPr>
          <p:nvPr/>
        </p:nvSpPr>
        <p:spPr>
          <a:xfrm xmlns:a="http://schemas.openxmlformats.org/drawingml/2006/main">
            <a:off x="8839200" y="254317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D38F24B2-2279-4AE5-AE9E-3382A07A598B}"/>
              </a:ext>
            </a:extLst>
          </p:cNvPr>
          <p:cNvSpPr>
            <a:spLocks xmlns:a="http://schemas.openxmlformats.org/drawingml/2006/main" noGrp="1"/>
          </p:cNvSpPr>
          <p:nvPr/>
        </p:nvSpPr>
        <p:spPr>
          <a:xfrm xmlns:a="http://schemas.openxmlformats.org/drawingml/2006/main">
            <a:off x="9191625" y="2990850"/>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62E8E335-713D-4226-A8CD-3E9BC3C783EE}"/>
              </a:ext>
            </a:extLst>
          </p:cNvPr>
          <p:cNvSpPr>
            <a:spLocks xmlns:a="http://schemas.openxmlformats.org/drawingml/2006/main" noGrp="1"/>
          </p:cNvSpPr>
          <p:nvPr/>
        </p:nvSpPr>
        <p:spPr>
          <a:xfrm xmlns:a="http://schemas.openxmlformats.org/drawingml/2006/main">
            <a:off x="9544050" y="343852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429DF14B-18B7-4484-9C72-182E30885E7C}"/>
              </a:ext>
            </a:extLst>
          </p:cNvPr>
          <p:cNvSpPr>
            <a:spLocks xmlns:a="http://schemas.openxmlformats.org/drawingml/2006/main" noGrp="1"/>
          </p:cNvSpPr>
          <p:nvPr/>
        </p:nvSpPr>
        <p:spPr>
          <a:xfrm xmlns:a="http://schemas.openxmlformats.org/drawingml/2006/main">
            <a:off x="9896475" y="269557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93890317-87D1-47C8-AAB9-A479EA3FFC80}"/>
              </a:ext>
            </a:extLst>
          </p:cNvPr>
          <p:cNvSpPr>
            <a:spLocks xmlns:a="http://schemas.openxmlformats.org/drawingml/2006/main" noGrp="1"/>
          </p:cNvSpPr>
          <p:nvPr/>
        </p:nvSpPr>
        <p:spPr>
          <a:xfrm xmlns:a="http://schemas.openxmlformats.org/drawingml/2006/main">
            <a:off x="10248900" y="3143250"/>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557D9D69-6EB6-48AC-94F5-7141113F65A3}"/>
              </a:ext>
            </a:extLst>
          </p:cNvPr>
          <p:cNvSpPr>
            <a:spLocks xmlns:a="http://schemas.openxmlformats.org/drawingml/2006/main" noGrp="1"/>
          </p:cNvSpPr>
          <p:nvPr/>
        </p:nvSpPr>
        <p:spPr>
          <a:xfrm xmlns:a="http://schemas.openxmlformats.org/drawingml/2006/main">
            <a:off x="9172575" y="359092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6C8A71AD-EE95-4559-82B6-5DF752351D72}"/>
              </a:ext>
            </a:extLst>
          </p:cNvPr>
          <p:cNvSpPr>
            <a:spLocks xmlns:a="http://schemas.openxmlformats.org/drawingml/2006/main" noGrp="1"/>
          </p:cNvSpPr>
          <p:nvPr/>
        </p:nvSpPr>
        <p:spPr>
          <a:xfrm xmlns:a="http://schemas.openxmlformats.org/drawingml/2006/main">
            <a:off x="9525000" y="284797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42DAE02F-CC68-4415-B49A-F271FF71A210}"/>
              </a:ext>
            </a:extLst>
          </p:cNvPr>
          <p:cNvSpPr>
            <a:spLocks xmlns:a="http://schemas.openxmlformats.org/drawingml/2006/main" noGrp="1"/>
          </p:cNvSpPr>
          <p:nvPr/>
        </p:nvSpPr>
        <p:spPr>
          <a:xfrm xmlns:a="http://schemas.openxmlformats.org/drawingml/2006/main">
            <a:off x="9877425" y="3295650"/>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264C7EA4-47B3-46A1-891B-DB7BE852A405}"/>
              </a:ext>
            </a:extLst>
          </p:cNvPr>
          <p:cNvSpPr>
            <a:spLocks xmlns:a="http://schemas.openxmlformats.org/drawingml/2006/main" noGrp="1"/>
          </p:cNvSpPr>
          <p:nvPr/>
        </p:nvSpPr>
        <p:spPr>
          <a:xfrm xmlns:a="http://schemas.openxmlformats.org/drawingml/2006/main">
            <a:off x="10229850" y="2552700"/>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A2627C73-38D1-4E2A-AA2F-77454FC655FE}"/>
              </a:ext>
            </a:extLst>
          </p:cNvPr>
          <p:cNvSpPr>
            <a:spLocks xmlns:a="http://schemas.openxmlformats.org/drawingml/2006/main" noGrp="1"/>
          </p:cNvSpPr>
          <p:nvPr/>
        </p:nvSpPr>
        <p:spPr>
          <a:xfrm xmlns:a="http://schemas.openxmlformats.org/drawingml/2006/main">
            <a:off x="9153525" y="300037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1BA78359-E24F-4261-BDF7-E7148C9E9ACD}"/>
              </a:ext>
            </a:extLst>
          </p:cNvPr>
          <p:cNvSpPr>
            <a:spLocks xmlns:a="http://schemas.openxmlformats.org/drawingml/2006/main" noGrp="1"/>
          </p:cNvSpPr>
          <p:nvPr/>
        </p:nvSpPr>
        <p:spPr>
          <a:xfrm xmlns:a="http://schemas.openxmlformats.org/drawingml/2006/main">
            <a:off x="9505950" y="3448050"/>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C7BCA30C-E22A-4F87-A7D8-B9873A26C12E}"/>
              </a:ext>
            </a:extLst>
          </p:cNvPr>
          <p:cNvSpPr>
            <a:spLocks xmlns:a="http://schemas.openxmlformats.org/drawingml/2006/main" noGrp="1"/>
          </p:cNvSpPr>
          <p:nvPr/>
        </p:nvSpPr>
        <p:spPr>
          <a:xfrm xmlns:a="http://schemas.openxmlformats.org/drawingml/2006/main">
            <a:off x="9858375" y="2705100"/>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4FF39A06-23CE-4B4A-A123-416F754B7663}"/>
              </a:ext>
            </a:extLst>
          </p:cNvPr>
          <p:cNvSpPr>
            <a:spLocks xmlns:a="http://schemas.openxmlformats.org/drawingml/2006/main" noGrp="1"/>
          </p:cNvSpPr>
          <p:nvPr/>
        </p:nvSpPr>
        <p:spPr>
          <a:xfrm xmlns:a="http://schemas.openxmlformats.org/drawingml/2006/main">
            <a:off x="10210800" y="315277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328DF968-8D83-41A1-9661-8B82ED66A8F8}"/>
              </a:ext>
            </a:extLst>
          </p:cNvPr>
          <p:cNvSpPr>
            <a:spLocks xmlns:a="http://schemas.openxmlformats.org/drawingml/2006/main" noGrp="1"/>
          </p:cNvSpPr>
          <p:nvPr/>
        </p:nvSpPr>
        <p:spPr>
          <a:xfrm xmlns:a="http://schemas.openxmlformats.org/drawingml/2006/main">
            <a:off x="9134475" y="3600450"/>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EC6AE1AC-B93A-4FBC-9617-88FEAFA9FA29}"/>
              </a:ext>
            </a:extLst>
          </p:cNvPr>
          <p:cNvSpPr>
            <a:spLocks xmlns:a="http://schemas.openxmlformats.org/drawingml/2006/main" noGrp="1"/>
          </p:cNvSpPr>
          <p:nvPr/>
        </p:nvSpPr>
        <p:spPr>
          <a:xfrm xmlns:a="http://schemas.openxmlformats.org/drawingml/2006/main">
            <a:off x="9486900" y="2857500"/>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5FD69AC6-9C82-4E7B-9F6C-C85C0E4F9D18}"/>
              </a:ext>
            </a:extLst>
          </p:cNvPr>
          <p:cNvSpPr>
            <a:spLocks xmlns:a="http://schemas.openxmlformats.org/drawingml/2006/main" noGrp="1"/>
          </p:cNvSpPr>
          <p:nvPr/>
        </p:nvSpPr>
        <p:spPr>
          <a:xfrm xmlns:a="http://schemas.openxmlformats.org/drawingml/2006/main">
            <a:off x="9839325" y="330517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BA59FCD5-6828-480F-8CD7-5D604EFBD222}"/>
              </a:ext>
            </a:extLst>
          </p:cNvPr>
          <p:cNvSpPr>
            <a:spLocks xmlns:a="http://schemas.openxmlformats.org/drawingml/2006/main" noGrp="1"/>
          </p:cNvSpPr>
          <p:nvPr/>
        </p:nvSpPr>
        <p:spPr>
          <a:xfrm xmlns:a="http://schemas.openxmlformats.org/drawingml/2006/main">
            <a:off x="10191750" y="256222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91E82280-5759-4790-A0A0-62C34D7F290B}"/>
              </a:ext>
            </a:extLst>
          </p:cNvPr>
          <p:cNvSpPr>
            <a:spLocks xmlns:a="http://schemas.openxmlformats.org/drawingml/2006/main" noGrp="1"/>
          </p:cNvSpPr>
          <p:nvPr/>
        </p:nvSpPr>
        <p:spPr>
          <a:xfrm xmlns:a="http://schemas.openxmlformats.org/drawingml/2006/main">
            <a:off x="9115425" y="3009900"/>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DB8F8305-BD78-45F2-A38C-9902099E9D31}"/>
              </a:ext>
            </a:extLst>
          </p:cNvPr>
          <p:cNvSpPr>
            <a:spLocks xmlns:a="http://schemas.openxmlformats.org/drawingml/2006/main" noGrp="1"/>
          </p:cNvSpPr>
          <p:nvPr/>
        </p:nvSpPr>
        <p:spPr>
          <a:xfrm xmlns:a="http://schemas.openxmlformats.org/drawingml/2006/main">
            <a:off x="9467850" y="345757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98090B80-ABC9-40E4-AB55-288B722D2342}"/>
              </a:ext>
            </a:extLst>
          </p:cNvPr>
          <p:cNvSpPr>
            <a:spLocks xmlns:a="http://schemas.openxmlformats.org/drawingml/2006/main" noGrp="1"/>
          </p:cNvSpPr>
          <p:nvPr/>
        </p:nvSpPr>
        <p:spPr>
          <a:xfrm xmlns:a="http://schemas.openxmlformats.org/drawingml/2006/main">
            <a:off x="9820275" y="271462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1B8875DE-2C71-4956-9AB5-E7FB7D03FF84}"/>
              </a:ext>
            </a:extLst>
          </p:cNvPr>
          <p:cNvSpPr>
            <a:spLocks xmlns:a="http://schemas.openxmlformats.org/drawingml/2006/main" noGrp="1"/>
          </p:cNvSpPr>
          <p:nvPr/>
        </p:nvSpPr>
        <p:spPr>
          <a:xfrm xmlns:a="http://schemas.openxmlformats.org/drawingml/2006/main">
            <a:off x="10172700" y="3162300"/>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974DF345-0030-42DC-88A8-69AB320149A1}"/>
              </a:ext>
            </a:extLst>
          </p:cNvPr>
          <p:cNvSpPr>
            <a:spLocks xmlns:a="http://schemas.openxmlformats.org/drawingml/2006/main" noGrp="1"/>
          </p:cNvSpPr>
          <p:nvPr/>
        </p:nvSpPr>
        <p:spPr>
          <a:xfrm xmlns:a="http://schemas.openxmlformats.org/drawingml/2006/main">
            <a:off x="9096375" y="360997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67AAED28-4552-4EAC-9354-29AED8855022}"/>
              </a:ext>
            </a:extLst>
          </p:cNvPr>
          <p:cNvSpPr>
            <a:spLocks xmlns:a="http://schemas.openxmlformats.org/drawingml/2006/main" noGrp="1"/>
          </p:cNvSpPr>
          <p:nvPr/>
        </p:nvSpPr>
        <p:spPr>
          <a:xfrm xmlns:a="http://schemas.openxmlformats.org/drawingml/2006/main">
            <a:off x="9448800" y="286702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78A574BF-F4A4-4BEB-BD83-1A6DFBBFC5C4}"/>
              </a:ext>
            </a:extLst>
          </p:cNvPr>
          <p:cNvSpPr>
            <a:spLocks xmlns:a="http://schemas.openxmlformats.org/drawingml/2006/main" noGrp="1"/>
          </p:cNvSpPr>
          <p:nvPr/>
        </p:nvSpPr>
        <p:spPr>
          <a:xfrm xmlns:a="http://schemas.openxmlformats.org/drawingml/2006/main">
            <a:off x="9801225" y="3314700"/>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09D12085-1DD3-4A24-B273-A55439F98BD7}"/>
              </a:ext>
            </a:extLst>
          </p:cNvPr>
          <p:cNvSpPr>
            <a:spLocks xmlns:a="http://schemas.openxmlformats.org/drawingml/2006/main" noGrp="1"/>
          </p:cNvSpPr>
          <p:nvPr/>
        </p:nvSpPr>
        <p:spPr>
          <a:xfrm xmlns:a="http://schemas.openxmlformats.org/drawingml/2006/main">
            <a:off x="10153650" y="2571750"/>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036A85E4-491A-4C14-B0C3-DF1C7B9CE2C6}"/>
              </a:ext>
            </a:extLst>
          </p:cNvPr>
          <p:cNvSpPr>
            <a:spLocks xmlns:a="http://schemas.openxmlformats.org/drawingml/2006/main" noGrp="1"/>
          </p:cNvSpPr>
          <p:nvPr/>
        </p:nvSpPr>
        <p:spPr>
          <a:xfrm xmlns:a="http://schemas.openxmlformats.org/drawingml/2006/main">
            <a:off x="9077325" y="301942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F2C7F1F6-4F80-4992-8F30-355D5994DE43}"/>
              </a:ext>
            </a:extLst>
          </p:cNvPr>
          <p:cNvSpPr>
            <a:spLocks xmlns:a="http://schemas.openxmlformats.org/drawingml/2006/main" noGrp="1"/>
          </p:cNvSpPr>
          <p:nvPr/>
        </p:nvSpPr>
        <p:spPr>
          <a:xfrm xmlns:a="http://schemas.openxmlformats.org/drawingml/2006/main">
            <a:off x="9429750" y="3467100"/>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53C87D6E-F116-4620-BC17-0D72E8D0E585}"/>
              </a:ext>
            </a:extLst>
          </p:cNvPr>
          <p:cNvSpPr>
            <a:spLocks xmlns:a="http://schemas.openxmlformats.org/drawingml/2006/main" noGrp="1"/>
          </p:cNvSpPr>
          <p:nvPr/>
        </p:nvSpPr>
        <p:spPr>
          <a:xfrm xmlns:a="http://schemas.openxmlformats.org/drawingml/2006/main">
            <a:off x="9782175" y="2724150"/>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2B7B1EED-382A-419F-A626-EB2843347B83}"/>
              </a:ext>
            </a:extLst>
          </p:cNvPr>
          <p:cNvSpPr>
            <a:spLocks xmlns:a="http://schemas.openxmlformats.org/drawingml/2006/main" noGrp="1"/>
          </p:cNvSpPr>
          <p:nvPr/>
        </p:nvSpPr>
        <p:spPr>
          <a:xfrm xmlns:a="http://schemas.openxmlformats.org/drawingml/2006/main">
            <a:off x="10134600" y="317182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83BBF0DA-E15D-4DFD-B120-B33EA0E1C27B}"/>
              </a:ext>
            </a:extLst>
          </p:cNvPr>
          <p:cNvSpPr>
            <a:spLocks xmlns:a="http://schemas.openxmlformats.org/drawingml/2006/main" noGrp="1"/>
          </p:cNvSpPr>
          <p:nvPr/>
        </p:nvSpPr>
        <p:spPr>
          <a:xfrm xmlns:a="http://schemas.openxmlformats.org/drawingml/2006/main">
            <a:off x="9058275" y="3619500"/>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1ED439DB-4A33-492B-A63E-464899D01E80}"/>
              </a:ext>
            </a:extLst>
          </p:cNvPr>
          <p:cNvSpPr>
            <a:spLocks xmlns:a="http://schemas.openxmlformats.org/drawingml/2006/main" noGrp="1"/>
          </p:cNvSpPr>
          <p:nvPr/>
        </p:nvSpPr>
        <p:spPr>
          <a:xfrm xmlns:a="http://schemas.openxmlformats.org/drawingml/2006/main">
            <a:off x="9410700" y="2876550"/>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77DB71E5-C771-4786-948B-031309E02F0E}"/>
              </a:ext>
            </a:extLst>
          </p:cNvPr>
          <p:cNvSpPr>
            <a:spLocks xmlns:a="http://schemas.openxmlformats.org/drawingml/2006/main" noGrp="1"/>
          </p:cNvSpPr>
          <p:nvPr/>
        </p:nvSpPr>
        <p:spPr>
          <a:xfrm xmlns:a="http://schemas.openxmlformats.org/drawingml/2006/main">
            <a:off x="9763125" y="332422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B1545637-0411-4252-9F76-9DA0550BB162}"/>
              </a:ext>
            </a:extLst>
          </p:cNvPr>
          <p:cNvSpPr>
            <a:spLocks xmlns:a="http://schemas.openxmlformats.org/drawingml/2006/main" noGrp="1"/>
          </p:cNvSpPr>
          <p:nvPr/>
        </p:nvSpPr>
        <p:spPr>
          <a:xfrm xmlns:a="http://schemas.openxmlformats.org/drawingml/2006/main">
            <a:off x="10115550" y="258127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2D0D4EFB-5943-40F8-BF61-57475FB2E82B}"/>
              </a:ext>
            </a:extLst>
          </p:cNvPr>
          <p:cNvSpPr>
            <a:spLocks xmlns:a="http://schemas.openxmlformats.org/drawingml/2006/main" noGrp="1"/>
          </p:cNvSpPr>
          <p:nvPr/>
        </p:nvSpPr>
        <p:spPr>
          <a:xfrm xmlns:a="http://schemas.openxmlformats.org/drawingml/2006/main">
            <a:off x="9039225" y="3028950"/>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E884516E-B7E2-49DB-9D68-5BF8031FEC0B}"/>
              </a:ext>
            </a:extLst>
          </p:cNvPr>
          <p:cNvSpPr>
            <a:spLocks xmlns:a="http://schemas.openxmlformats.org/drawingml/2006/main" noGrp="1"/>
          </p:cNvSpPr>
          <p:nvPr/>
        </p:nvSpPr>
        <p:spPr>
          <a:xfrm xmlns:a="http://schemas.openxmlformats.org/drawingml/2006/main">
            <a:off x="9391650" y="347662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61AB2E98-DC44-49A6-BCF6-2973195B819C}"/>
              </a:ext>
            </a:extLst>
          </p:cNvPr>
          <p:cNvSpPr>
            <a:spLocks xmlns:a="http://schemas.openxmlformats.org/drawingml/2006/main" noGrp="1"/>
          </p:cNvSpPr>
          <p:nvPr/>
        </p:nvSpPr>
        <p:spPr>
          <a:xfrm xmlns:a="http://schemas.openxmlformats.org/drawingml/2006/main">
            <a:off x="9744075" y="273367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DE81DB36-FAB3-49A7-9A38-08781D462E84}"/>
              </a:ext>
            </a:extLst>
          </p:cNvPr>
          <p:cNvSpPr>
            <a:spLocks xmlns:a="http://schemas.openxmlformats.org/drawingml/2006/main" noGrp="1"/>
          </p:cNvSpPr>
          <p:nvPr/>
        </p:nvSpPr>
        <p:spPr>
          <a:xfrm xmlns:a="http://schemas.openxmlformats.org/drawingml/2006/main">
            <a:off x="10096500" y="3181350"/>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7A25A7A1-6B05-433B-8216-51C77839E543}"/>
              </a:ext>
            </a:extLst>
          </p:cNvPr>
          <p:cNvSpPr>
            <a:spLocks xmlns:a="http://schemas.openxmlformats.org/drawingml/2006/main" noGrp="1"/>
          </p:cNvSpPr>
          <p:nvPr/>
        </p:nvSpPr>
        <p:spPr>
          <a:xfrm xmlns:a="http://schemas.openxmlformats.org/drawingml/2006/main">
            <a:off x="9020175" y="3629025"/>
            <a:ext cx="76200" cy="762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73164529-0AAF-4F62-9F9B-C5D605D207D8}"/>
              </a:ext>
            </a:extLst>
          </p:cNvPr>
          <p:cNvSpPr>
            <a:spLocks xmlns:a="http://schemas.openxmlformats.org/drawingml/2006/main" noGrp="1"/>
          </p:cNvSpPr>
          <p:nvPr/>
        </p:nvSpPr>
        <p:spPr>
          <a:xfrm xmlns:a="http://schemas.openxmlformats.org/drawingml/2006/main">
            <a:off x="9058275" y="1562100"/>
            <a:ext cx="609600" cy="571500"/>
          </a:xfrm>
          <a:prstGeom xmlns:a="http://schemas.openxmlformats.org/drawingml/2006/main" prst="ellipse">
            <a:avLst/>
          </a:prstGeom>
          <a:solidFill xmlns:a="http://schemas.openxmlformats.org/drawingml/2006/main">
            <a:srgbClr val="FCEADD"/>
          </a:solidFill>
          <a:ln xmlns:a="http://schemas.openxmlformats.org/drawingml/2006/main" w="19050">
            <a:solidFill>
              <a:srgbClr val="ED7D31"/>
            </a:solidFill>
            <a:prstDash val="solid"/>
          </a:ln>
        </p:spPr>
      </p:sp>
      <p:sp>
        <p:nvSpPr>
          <p:cNvPr id="87" name="">
            <a:extLst xmlns:a="http://schemas.openxmlformats.org/drawingml/2006/main">
              <a:ext uri="{FF2B5EF4-FFF2-40B4-BE49-F238E27FC236}">
                <a16:creationId xmlns:a16="http://schemas.microsoft.com/office/drawing/2014/main" id="{C429E138-5F66-4EF7-8519-57FC8B74D5D5}"/>
              </a:ext>
            </a:extLst>
          </p:cNvPr>
          <p:cNvSpPr>
            <a:spLocks xmlns:a="http://schemas.openxmlformats.org/drawingml/2006/main" noGrp="1"/>
          </p:cNvSpPr>
          <p:nvPr/>
        </p:nvSpPr>
        <p:spPr>
          <a:xfrm xmlns:a="http://schemas.openxmlformats.org/drawingml/2006/main">
            <a:off x="9515475" y="1562100"/>
            <a:ext cx="609600" cy="571500"/>
          </a:xfrm>
          <a:prstGeom xmlns:a="http://schemas.openxmlformats.org/drawingml/2006/main" prst="ellipse">
            <a:avLst/>
          </a:prstGeom>
          <a:solidFill xmlns:a="http://schemas.openxmlformats.org/drawingml/2006/main">
            <a:srgbClr val="FCEADD"/>
          </a:solidFill>
          <a:ln xmlns:a="http://schemas.openxmlformats.org/drawingml/2006/main" w="19050">
            <a:solidFill>
              <a:srgbClr val="ED7D31"/>
            </a:solidFill>
            <a:prstDash val="solid"/>
          </a:ln>
        </p:spPr>
      </p:sp>
      <p:sp>
        <p:nvSpPr>
          <p:cNvPr id="88" name="">
            <a:extLst xmlns:a="http://schemas.openxmlformats.org/drawingml/2006/main">
              <a:ext uri="{FF2B5EF4-FFF2-40B4-BE49-F238E27FC236}">
                <a16:creationId xmlns:a16="http://schemas.microsoft.com/office/drawing/2014/main" id="{3BA48244-6C2C-476A-9F90-8222705456EB}"/>
              </a:ext>
            </a:extLst>
          </p:cNvPr>
          <p:cNvSpPr>
            <a:spLocks xmlns:a="http://schemas.openxmlformats.org/drawingml/2006/main" noGrp="1"/>
          </p:cNvSpPr>
          <p:nvPr/>
        </p:nvSpPr>
        <p:spPr>
          <a:xfrm xmlns:a="http://schemas.openxmlformats.org/drawingml/2006/main">
            <a:off x="9258300" y="1733550"/>
            <a:ext cx="190500" cy="1905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B17B6BD0-3E73-4523-B0D7-0B6A95969A67}"/>
              </a:ext>
            </a:extLst>
          </p:cNvPr>
          <p:cNvSpPr>
            <a:spLocks xmlns:a="http://schemas.openxmlformats.org/drawingml/2006/main" noGrp="1"/>
          </p:cNvSpPr>
          <p:nvPr/>
        </p:nvSpPr>
        <p:spPr>
          <a:xfrm xmlns:a="http://schemas.openxmlformats.org/drawingml/2006/main">
            <a:off x="9715500" y="1733550"/>
            <a:ext cx="190500" cy="19050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D82E0B88-71B4-4418-80E3-2B480A161D71}"/>
              </a:ext>
            </a:extLst>
          </p:cNvPr>
          <p:cNvSpPr>
            <a:spLocks xmlns:a="http://schemas.openxmlformats.org/drawingml/2006/main" noGrp="1"/>
          </p:cNvSpPr>
          <p:nvPr/>
        </p:nvSpPr>
        <p:spPr>
          <a:xfrm xmlns:a="http://schemas.openxmlformats.org/drawingml/2006/main">
            <a:off x="8239125" y="423862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800" b="1">
                <a:solidFill>
                  <a:srgbClr val="ED7D31"/>
                </a:solidFill>
                <a:latin typeface="Arial"/>
                <a:ea typeface="Arial"/>
                <a:cs typeface="Arial"/>
              </a:defRPr>
            </a:pPr>
            <a:r>
              <a:rPr sz="1800" b="1">
                <a:solidFill>
                  <a:srgbClr val="ED7D31"/>
                </a:solidFill>
                <a:latin typeface="Arial"/>
                <a:ea typeface="Arial"/>
                <a:cs typeface="Arial"/>
              </a:rPr>
              <a:t>Possible doublet</a:t>
            </a:r>
          </a:p>
        </p:txBody>
      </p:sp>
      <p:sp>
        <p:nvSpPr>
          <p:cNvPr id="91" name="">
            <a:extLst xmlns:a="http://schemas.openxmlformats.org/drawingml/2006/main">
              <a:ext uri="{FF2B5EF4-FFF2-40B4-BE49-F238E27FC236}">
                <a16:creationId xmlns:a16="http://schemas.microsoft.com/office/drawing/2014/main" id="{2FE07237-8FAD-499C-A9E2-6C1A893B2936}"/>
              </a:ext>
            </a:extLst>
          </p:cNvPr>
          <p:cNvSpPr>
            <a:spLocks xmlns:a="http://schemas.openxmlformats.org/drawingml/2006/main" noGrp="1"/>
          </p:cNvSpPr>
          <p:nvPr/>
        </p:nvSpPr>
        <p:spPr>
          <a:xfrm xmlns:a="http://schemas.openxmlformats.org/drawingml/2006/main">
            <a:off x="8286750" y="4733925"/>
            <a:ext cx="257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a:solidFill>
                  <a:srgbClr val="5B6472"/>
                </a:solidFill>
                <a:latin typeface="Arial"/>
                <a:ea typeface="Arial"/>
                <a:cs typeface="Arial"/>
              </a:defRPr>
            </a:pPr>
            <a:r>
              <a:rPr sz="1425">
                <a:solidFill>
                  <a:srgbClr val="5B6472"/>
                </a:solidFill>
                <a:latin typeface="Arial"/>
                <a:ea typeface="Arial"/>
                <a:cs typeface="Arial"/>
              </a:rPr>
              <a:t>Too many counts</a:t>
            </a:r>
          </a:p>
          <a:p xmlns:a="http://schemas.openxmlformats.org/drawingml/2006/main">
            <a:pPr algn="ctr">
              <a:defRPr sz="1425">
                <a:solidFill>
                  <a:srgbClr val="5B6472"/>
                </a:solidFill>
                <a:latin typeface="Arial"/>
                <a:ea typeface="Arial"/>
                <a:cs typeface="Arial"/>
              </a:defRPr>
            </a:pPr>
            <a:r>
              <a:rPr sz="1425">
                <a:solidFill>
                  <a:srgbClr val="5B6472"/>
                </a:solidFill>
                <a:latin typeface="Arial"/>
                <a:ea typeface="Arial"/>
                <a:cs typeface="Arial"/>
              </a:rPr>
              <a:t>Too many detected genes</a:t>
            </a:r>
          </a:p>
        </p:txBody>
      </p:sp>
      <p:sp>
        <p:nvSpPr>
          <p:cNvPr id="92" name="">
            <a:extLst xmlns:a="http://schemas.openxmlformats.org/drawingml/2006/main">
              <a:ext uri="{FF2B5EF4-FFF2-40B4-BE49-F238E27FC236}">
                <a16:creationId xmlns:a16="http://schemas.microsoft.com/office/drawing/2014/main" id="{61AA1247-AE1D-4FF9-8EBC-5234E80D276F}"/>
              </a:ext>
            </a:extLst>
          </p:cNvPr>
          <p:cNvSpPr>
            <a:spLocks xmlns:a="http://schemas.openxmlformats.org/drawingml/2006/main" noGrp="1"/>
          </p:cNvSpPr>
          <p:nvPr/>
        </p:nvSpPr>
        <p:spPr>
          <a:xfrm xmlns:a="http://schemas.openxmlformats.org/drawingml/2006/main">
            <a:off x="1381125" y="5857875"/>
            <a:ext cx="942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800" b="1">
                <a:solidFill>
                  <a:srgbClr val="1F2937"/>
                </a:solidFill>
                <a:latin typeface="Arial"/>
                <a:ea typeface="Arial"/>
                <a:cs typeface="Arial"/>
              </a:defRPr>
            </a:pPr>
            <a:r>
              <a:rPr sz="1800" b="1">
                <a:solidFill>
                  <a:srgbClr val="1F2937"/>
                </a:solidFill>
                <a:latin typeface="Arial"/>
                <a:ea typeface="Arial"/>
                <a:cs typeface="Arial"/>
              </a:rPr>
              <a:t>Goal: retain droplets that behave like single, intact cells before downstream analysis.</a:t>
            </a:r>
          </a:p>
        </p:txBody>
      </p:sp>
    </p:spTree>
    <p:extLst>
      <p:ext uri="{BB962C8B-B14F-4D97-AF65-F5344CB8AC3E}">
        <p14:creationId xmlns:p14="http://schemas.microsoft.com/office/powerpoint/2010/main" val="38766431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lide-title">
            <a:extLst xmlns:a="http://schemas.openxmlformats.org/drawingml/2006/main">
              <a:ext uri="{FF2B5EF4-FFF2-40B4-BE49-F238E27FC236}">
                <a16:creationId xmlns:a16="http://schemas.microsoft.com/office/drawing/2014/main" id="{678B3F5F-8ECE-44DF-A923-B48321A7C857}"/>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3225">
                <a:solidFill>
                  <a:srgbClr val="111827"/>
                </a:solidFill>
                <a:latin typeface="Arial"/>
                <a:ea typeface="Arial"/>
                <a:cs typeface="Arial"/>
              </a:defRPr>
            </a:pPr>
            <a:r>
              <a:rPr sz="3225">
                <a:solidFill>
                  <a:srgbClr val="111827"/>
                </a:solidFill>
                <a:latin typeface="Arial"/>
                <a:ea typeface="Arial"/>
                <a:cs typeface="Arial"/>
              </a:rPr>
              <a:t>QC metrics</a:t>
            </a:r>
          </a:p>
        </p:txBody>
      </p:sp>
      <p:sp>
        <p:nvSpPr>
          <p:cNvPr id="2" name="title-accent">
            <a:extLst xmlns:a="http://schemas.openxmlformats.org/drawingml/2006/main">
              <a:ext uri="{FF2B5EF4-FFF2-40B4-BE49-F238E27FC236}">
                <a16:creationId xmlns:a16="http://schemas.microsoft.com/office/drawing/2014/main" id="{D74FDE92-1D24-4CC5-81F6-43BC90D57861}"/>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sp>
      <p:sp>
        <p:nvSpPr>
          <p:cNvPr id="3" name="slide-subtitle">
            <a:extLst xmlns:a="http://schemas.openxmlformats.org/drawingml/2006/main">
              <a:ext uri="{FF2B5EF4-FFF2-40B4-BE49-F238E27FC236}">
                <a16:creationId xmlns:a16="http://schemas.microsoft.com/office/drawing/2014/main" id="{CD6FAB90-913D-4A8A-8A88-D268160C83B2}"/>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425">
                <a:solidFill>
                  <a:srgbClr val="5B6472"/>
                </a:solidFill>
                <a:latin typeface="Arial"/>
                <a:ea typeface="Arial"/>
                <a:cs typeface="Arial"/>
              </a:defRPr>
            </a:pPr>
            <a:r>
              <a:rPr sz="1425">
                <a:solidFill>
                  <a:srgbClr val="5B6472"/>
                </a:solidFill>
                <a:latin typeface="Arial"/>
                <a:ea typeface="Arial"/>
                <a:cs typeface="Arial"/>
              </a:rPr>
              <a:t>Each metric reveals a different failure mode</a:t>
            </a:r>
          </a:p>
        </p:txBody>
      </p:sp>
      <p:sp>
        <p:nvSpPr>
          <p:cNvPr id="4" name="">
            <a:extLst xmlns:a="http://schemas.openxmlformats.org/drawingml/2006/main">
              <a:ext uri="{FF2B5EF4-FFF2-40B4-BE49-F238E27FC236}">
                <a16:creationId xmlns:a16="http://schemas.microsoft.com/office/drawing/2014/main" id="{EC618B02-5BA3-4344-8793-6F0766B4558D}"/>
              </a:ext>
            </a:extLst>
          </p:cNvPr>
          <p:cNvSpPr>
            <a:spLocks xmlns:a="http://schemas.openxmlformats.org/drawingml/2006/main" noGrp="1"/>
          </p:cNvSpPr>
          <p:nvPr/>
        </p:nvSpPr>
        <p:spPr>
          <a:xfrm xmlns:a="http://schemas.openxmlformats.org/drawingml/2006/main">
            <a:off x="781050" y="1685925"/>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2025" b="1">
                <a:solidFill>
                  <a:srgbClr val="4472C4"/>
                </a:solidFill>
                <a:latin typeface="Arial"/>
                <a:ea typeface="Arial"/>
                <a:cs typeface="Arial"/>
              </a:defRPr>
            </a:pPr>
            <a:r>
              <a:rPr sz="2025" b="1">
                <a:solidFill>
                  <a:srgbClr val="4472C4"/>
                </a:solidFill>
                <a:latin typeface="Arial"/>
                <a:ea typeface="Arial"/>
                <a:cs typeface="Arial"/>
              </a:rPr>
              <a:t>nFeature_RNA</a:t>
            </a:r>
          </a:p>
        </p:txBody>
      </p:sp>
      <p:sp>
        <p:nvSpPr>
          <p:cNvPr id="5" name="">
            <a:extLst xmlns:a="http://schemas.openxmlformats.org/drawingml/2006/main">
              <a:ext uri="{FF2B5EF4-FFF2-40B4-BE49-F238E27FC236}">
                <a16:creationId xmlns:a16="http://schemas.microsoft.com/office/drawing/2014/main" id="{8A01DCD6-CC16-4653-8C2F-B29E2ED6023A}"/>
              </a:ext>
            </a:extLst>
          </p:cNvPr>
          <p:cNvSpPr>
            <a:spLocks xmlns:a="http://schemas.openxmlformats.org/drawingml/2006/main" noGrp="1"/>
          </p:cNvSpPr>
          <p:nvPr/>
        </p:nvSpPr>
        <p:spPr>
          <a:xfrm xmlns:a="http://schemas.openxmlformats.org/drawingml/2006/main">
            <a:off x="781050" y="2105025"/>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350">
                <a:solidFill>
                  <a:srgbClr val="5B6472"/>
                </a:solidFill>
                <a:latin typeface="Arial"/>
                <a:ea typeface="Arial"/>
                <a:cs typeface="Arial"/>
              </a:defRPr>
            </a:pPr>
            <a:r>
              <a:rPr sz="1350">
                <a:solidFill>
                  <a:srgbClr val="5B6472"/>
                </a:solidFill>
                <a:latin typeface="Arial"/>
                <a:ea typeface="Arial"/>
                <a:cs typeface="Arial"/>
              </a:rPr>
              <a:t>genes detected</a:t>
            </a:r>
          </a:p>
        </p:txBody>
      </p:sp>
      <p:sp>
        <p:nvSpPr>
          <p:cNvPr id="6" name="">
            <a:extLst xmlns:a="http://schemas.openxmlformats.org/drawingml/2006/main">
              <a:ext uri="{FF2B5EF4-FFF2-40B4-BE49-F238E27FC236}">
                <a16:creationId xmlns:a16="http://schemas.microsoft.com/office/drawing/2014/main" id="{C63122DD-58D3-4E5D-B19C-B8FDDFE1C45A}"/>
              </a:ext>
            </a:extLst>
          </p:cNvPr>
          <p:cNvSpPr>
            <a:spLocks xmlns:a="http://schemas.openxmlformats.org/drawingml/2006/main" noGrp="1"/>
          </p:cNvSpPr>
          <p:nvPr/>
        </p:nvSpPr>
        <p:spPr>
          <a:xfrm xmlns:a="http://schemas.openxmlformats.org/drawingml/2006/main">
            <a:off x="3333750" y="1762125"/>
            <a:ext cx="1714500" cy="514350"/>
          </a:xfrm>
          <a:prstGeom xmlns:a="http://schemas.openxmlformats.org/drawingml/2006/main" prst="rect">
            <a:avLst/>
          </a:prstGeom>
          <a:solidFill xmlns:a="http://schemas.openxmlformats.org/drawingml/2006/main">
            <a:srgbClr val="F8E5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556D9F7-AF79-42A0-AD42-DCD4FAA7215C}"/>
              </a:ext>
            </a:extLst>
          </p:cNvPr>
          <p:cNvSpPr>
            <a:spLocks xmlns:a="http://schemas.openxmlformats.org/drawingml/2006/main" noGrp="1"/>
          </p:cNvSpPr>
          <p:nvPr/>
        </p:nvSpPr>
        <p:spPr>
          <a:xfrm xmlns:a="http://schemas.openxmlformats.org/drawingml/2006/main">
            <a:off x="5048250" y="1762125"/>
            <a:ext cx="2857500" cy="514350"/>
          </a:xfrm>
          <a:prstGeom xmlns:a="http://schemas.openxmlformats.org/drawingml/2006/main" prst="rect">
            <a:avLst/>
          </a:prstGeom>
          <a:solidFill xmlns:a="http://schemas.openxmlformats.org/drawingml/2006/main">
            <a:srgbClr val="E5F4F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4041405-A3EB-40F4-82AA-2FBCBD251981}"/>
              </a:ext>
            </a:extLst>
          </p:cNvPr>
          <p:cNvSpPr>
            <a:spLocks xmlns:a="http://schemas.openxmlformats.org/drawingml/2006/main" noGrp="1"/>
          </p:cNvSpPr>
          <p:nvPr/>
        </p:nvSpPr>
        <p:spPr>
          <a:xfrm xmlns:a="http://schemas.openxmlformats.org/drawingml/2006/main">
            <a:off x="7905750" y="1762125"/>
            <a:ext cx="3143250" cy="514350"/>
          </a:xfrm>
          <a:prstGeom xmlns:a="http://schemas.openxmlformats.org/drawingml/2006/main" prst="rect">
            <a:avLst/>
          </a:prstGeom>
          <a:solidFill xmlns:a="http://schemas.openxmlformats.org/drawingml/2006/main">
            <a:srgbClr val="FCEAD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17523EE-477F-41C3-96CC-C9372BC710AF}"/>
              </a:ext>
            </a:extLst>
          </p:cNvPr>
          <p:cNvSpPr>
            <a:spLocks xmlns:a="http://schemas.openxmlformats.org/drawingml/2006/main" noGrp="1"/>
          </p:cNvSpPr>
          <p:nvPr/>
        </p:nvSpPr>
        <p:spPr>
          <a:xfrm xmlns:a="http://schemas.openxmlformats.org/drawingml/2006/main">
            <a:off x="3381375" y="1828800"/>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275" b="1">
                <a:solidFill>
                  <a:srgbClr val="5B6472"/>
                </a:solidFill>
                <a:latin typeface="Arial"/>
                <a:ea typeface="Arial"/>
                <a:cs typeface="Arial"/>
              </a:defRPr>
            </a:pPr>
            <a:r>
              <a:rPr sz="1275" b="1">
                <a:solidFill>
                  <a:srgbClr val="5B6472"/>
                </a:solidFill>
                <a:latin typeface="Arial"/>
                <a:ea typeface="Arial"/>
                <a:cs typeface="Arial"/>
              </a:rPr>
              <a:t>too few</a:t>
            </a:r>
          </a:p>
        </p:txBody>
      </p:sp>
      <p:sp>
        <p:nvSpPr>
          <p:cNvPr id="10" name="">
            <a:extLst xmlns:a="http://schemas.openxmlformats.org/drawingml/2006/main">
              <a:ext uri="{FF2B5EF4-FFF2-40B4-BE49-F238E27FC236}">
                <a16:creationId xmlns:a16="http://schemas.microsoft.com/office/drawing/2014/main" id="{9F37EEB3-778E-4DCF-AE19-570C0865493B}"/>
              </a:ext>
            </a:extLst>
          </p:cNvPr>
          <p:cNvSpPr>
            <a:spLocks xmlns:a="http://schemas.openxmlformats.org/drawingml/2006/main" noGrp="1"/>
          </p:cNvSpPr>
          <p:nvPr/>
        </p:nvSpPr>
        <p:spPr>
          <a:xfrm xmlns:a="http://schemas.openxmlformats.org/drawingml/2006/main">
            <a:off x="5143500" y="18288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275" b="1">
                <a:solidFill>
                  <a:srgbClr val="2E9FA3"/>
                </a:solidFill>
                <a:latin typeface="Arial"/>
                <a:ea typeface="Arial"/>
                <a:cs typeface="Arial"/>
              </a:defRPr>
            </a:pPr>
            <a:r>
              <a:rPr sz="1275" b="1">
                <a:solidFill>
                  <a:srgbClr val="2E9FA3"/>
                </a:solidFill>
                <a:latin typeface="Arial"/>
                <a:ea typeface="Arial"/>
                <a:cs typeface="Arial"/>
              </a:rPr>
              <a:t>usable range</a:t>
            </a:r>
          </a:p>
        </p:txBody>
      </p:sp>
      <p:sp>
        <p:nvSpPr>
          <p:cNvPr id="11" name="">
            <a:extLst xmlns:a="http://schemas.openxmlformats.org/drawingml/2006/main">
              <a:ext uri="{FF2B5EF4-FFF2-40B4-BE49-F238E27FC236}">
                <a16:creationId xmlns:a16="http://schemas.microsoft.com/office/drawing/2014/main" id="{504ABDEE-F6B8-4108-9333-EEABF152C2F5}"/>
              </a:ext>
            </a:extLst>
          </p:cNvPr>
          <p:cNvSpPr>
            <a:spLocks xmlns:a="http://schemas.openxmlformats.org/drawingml/2006/main" noGrp="1"/>
          </p:cNvSpPr>
          <p:nvPr/>
        </p:nvSpPr>
        <p:spPr>
          <a:xfrm xmlns:a="http://schemas.openxmlformats.org/drawingml/2006/main">
            <a:off x="8020050" y="1828800"/>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275" b="1">
                <a:solidFill>
                  <a:srgbClr val="5B6472"/>
                </a:solidFill>
                <a:latin typeface="Arial"/>
                <a:ea typeface="Arial"/>
                <a:cs typeface="Arial"/>
              </a:defRPr>
            </a:pPr>
            <a:r>
              <a:rPr sz="1275" b="1">
                <a:solidFill>
                  <a:srgbClr val="5B6472"/>
                </a:solidFill>
                <a:latin typeface="Arial"/>
                <a:ea typeface="Arial"/>
                <a:cs typeface="Arial"/>
              </a:rPr>
              <a:t>very high may indicate a doublet</a:t>
            </a:r>
          </a:p>
        </p:txBody>
      </p:sp>
      <p:sp>
        <p:nvSpPr>
          <p:cNvPr id="12" name="">
            <a:extLst xmlns:a="http://schemas.openxmlformats.org/drawingml/2006/main">
              <a:ext uri="{FF2B5EF4-FFF2-40B4-BE49-F238E27FC236}">
                <a16:creationId xmlns:a16="http://schemas.microsoft.com/office/drawing/2014/main" id="{E8499907-BEA7-453A-9400-06E8E15EDB10}"/>
              </a:ext>
            </a:extLst>
          </p:cNvPr>
          <p:cNvSpPr>
            <a:spLocks xmlns:a="http://schemas.openxmlformats.org/drawingml/2006/main" noGrp="1"/>
          </p:cNvSpPr>
          <p:nvPr/>
        </p:nvSpPr>
        <p:spPr>
          <a:xfrm xmlns:a="http://schemas.openxmlformats.org/drawingml/2006/main">
            <a:off x="781050" y="3114675"/>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2025" b="1">
                <a:solidFill>
                  <a:srgbClr val="2E9FA3"/>
                </a:solidFill>
                <a:latin typeface="Arial"/>
                <a:ea typeface="Arial"/>
                <a:cs typeface="Arial"/>
              </a:defRPr>
            </a:pPr>
            <a:r>
              <a:rPr sz="2025" b="1">
                <a:solidFill>
                  <a:srgbClr val="2E9FA3"/>
                </a:solidFill>
                <a:latin typeface="Arial"/>
                <a:ea typeface="Arial"/>
                <a:cs typeface="Arial"/>
              </a:rPr>
              <a:t>nCount_RNA</a:t>
            </a:r>
          </a:p>
        </p:txBody>
      </p:sp>
      <p:sp>
        <p:nvSpPr>
          <p:cNvPr id="13" name="">
            <a:extLst xmlns:a="http://schemas.openxmlformats.org/drawingml/2006/main">
              <a:ext uri="{FF2B5EF4-FFF2-40B4-BE49-F238E27FC236}">
                <a16:creationId xmlns:a16="http://schemas.microsoft.com/office/drawing/2014/main" id="{E64E3643-CA63-4FDA-8227-2044E1F967D3}"/>
              </a:ext>
            </a:extLst>
          </p:cNvPr>
          <p:cNvSpPr>
            <a:spLocks xmlns:a="http://schemas.openxmlformats.org/drawingml/2006/main" noGrp="1"/>
          </p:cNvSpPr>
          <p:nvPr/>
        </p:nvSpPr>
        <p:spPr>
          <a:xfrm xmlns:a="http://schemas.openxmlformats.org/drawingml/2006/main">
            <a:off x="781050" y="3533775"/>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350">
                <a:solidFill>
                  <a:srgbClr val="5B6472"/>
                </a:solidFill>
                <a:latin typeface="Arial"/>
                <a:ea typeface="Arial"/>
                <a:cs typeface="Arial"/>
              </a:defRPr>
            </a:pPr>
            <a:r>
              <a:rPr sz="1350">
                <a:solidFill>
                  <a:srgbClr val="5B6472"/>
                </a:solidFill>
                <a:latin typeface="Arial"/>
                <a:ea typeface="Arial"/>
                <a:cs typeface="Arial"/>
              </a:rPr>
              <a:t>total molecules</a:t>
            </a:r>
          </a:p>
        </p:txBody>
      </p:sp>
      <p:sp>
        <p:nvSpPr>
          <p:cNvPr id="14" name="">
            <a:extLst xmlns:a="http://schemas.openxmlformats.org/drawingml/2006/main">
              <a:ext uri="{FF2B5EF4-FFF2-40B4-BE49-F238E27FC236}">
                <a16:creationId xmlns:a16="http://schemas.microsoft.com/office/drawing/2014/main" id="{FCFA8BB0-A4B0-4E0F-A094-679EA20D0C52}"/>
              </a:ext>
            </a:extLst>
          </p:cNvPr>
          <p:cNvSpPr>
            <a:spLocks xmlns:a="http://schemas.openxmlformats.org/drawingml/2006/main" noGrp="1"/>
          </p:cNvSpPr>
          <p:nvPr/>
        </p:nvSpPr>
        <p:spPr>
          <a:xfrm xmlns:a="http://schemas.openxmlformats.org/drawingml/2006/main">
            <a:off x="3333750" y="3190875"/>
            <a:ext cx="1714500" cy="514350"/>
          </a:xfrm>
          <a:prstGeom xmlns:a="http://schemas.openxmlformats.org/drawingml/2006/main" prst="rect">
            <a:avLst/>
          </a:prstGeom>
          <a:solidFill xmlns:a="http://schemas.openxmlformats.org/drawingml/2006/main">
            <a:srgbClr val="F8E5E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DB113E4-5909-4A28-89E0-1DBE1749D1F7}"/>
              </a:ext>
            </a:extLst>
          </p:cNvPr>
          <p:cNvSpPr>
            <a:spLocks xmlns:a="http://schemas.openxmlformats.org/drawingml/2006/main" noGrp="1"/>
          </p:cNvSpPr>
          <p:nvPr/>
        </p:nvSpPr>
        <p:spPr>
          <a:xfrm xmlns:a="http://schemas.openxmlformats.org/drawingml/2006/main">
            <a:off x="5048250" y="3190875"/>
            <a:ext cx="2857500" cy="514350"/>
          </a:xfrm>
          <a:prstGeom xmlns:a="http://schemas.openxmlformats.org/drawingml/2006/main" prst="rect">
            <a:avLst/>
          </a:prstGeom>
          <a:solidFill xmlns:a="http://schemas.openxmlformats.org/drawingml/2006/main">
            <a:srgbClr val="E5F4F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81EF700-3731-497F-A3CC-91F2D6E2BB45}"/>
              </a:ext>
            </a:extLst>
          </p:cNvPr>
          <p:cNvSpPr>
            <a:spLocks xmlns:a="http://schemas.openxmlformats.org/drawingml/2006/main" noGrp="1"/>
          </p:cNvSpPr>
          <p:nvPr/>
        </p:nvSpPr>
        <p:spPr>
          <a:xfrm xmlns:a="http://schemas.openxmlformats.org/drawingml/2006/main">
            <a:off x="7905750" y="3190875"/>
            <a:ext cx="3143250" cy="514350"/>
          </a:xfrm>
          <a:prstGeom xmlns:a="http://schemas.openxmlformats.org/drawingml/2006/main" prst="rect">
            <a:avLst/>
          </a:prstGeom>
          <a:solidFill xmlns:a="http://schemas.openxmlformats.org/drawingml/2006/main">
            <a:srgbClr val="FCEAD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2F12302-0E2B-4F19-8C2D-15E759B924E1}"/>
              </a:ext>
            </a:extLst>
          </p:cNvPr>
          <p:cNvSpPr>
            <a:spLocks xmlns:a="http://schemas.openxmlformats.org/drawingml/2006/main" noGrp="1"/>
          </p:cNvSpPr>
          <p:nvPr/>
        </p:nvSpPr>
        <p:spPr>
          <a:xfrm xmlns:a="http://schemas.openxmlformats.org/drawingml/2006/main">
            <a:off x="3381375" y="3257550"/>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275" b="1">
                <a:solidFill>
                  <a:srgbClr val="5B6472"/>
                </a:solidFill>
                <a:latin typeface="Arial"/>
                <a:ea typeface="Arial"/>
                <a:cs typeface="Arial"/>
              </a:defRPr>
            </a:pPr>
            <a:r>
              <a:rPr sz="1275" b="1">
                <a:solidFill>
                  <a:srgbClr val="5B6472"/>
                </a:solidFill>
                <a:latin typeface="Arial"/>
                <a:ea typeface="Arial"/>
                <a:cs typeface="Arial"/>
              </a:rPr>
              <a:t>too few</a:t>
            </a:r>
          </a:p>
        </p:txBody>
      </p:sp>
      <p:sp>
        <p:nvSpPr>
          <p:cNvPr id="18" name="">
            <a:extLst xmlns:a="http://schemas.openxmlformats.org/drawingml/2006/main">
              <a:ext uri="{FF2B5EF4-FFF2-40B4-BE49-F238E27FC236}">
                <a16:creationId xmlns:a16="http://schemas.microsoft.com/office/drawing/2014/main" id="{969E2E57-C4C0-48F1-8FEC-39DCB66641E5}"/>
              </a:ext>
            </a:extLst>
          </p:cNvPr>
          <p:cNvSpPr>
            <a:spLocks xmlns:a="http://schemas.openxmlformats.org/drawingml/2006/main" noGrp="1"/>
          </p:cNvSpPr>
          <p:nvPr/>
        </p:nvSpPr>
        <p:spPr>
          <a:xfrm xmlns:a="http://schemas.openxmlformats.org/drawingml/2006/main">
            <a:off x="5143500" y="32575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275" b="1">
                <a:solidFill>
                  <a:srgbClr val="2E9FA3"/>
                </a:solidFill>
                <a:latin typeface="Arial"/>
                <a:ea typeface="Arial"/>
                <a:cs typeface="Arial"/>
              </a:defRPr>
            </a:pPr>
            <a:r>
              <a:rPr sz="1275" b="1">
                <a:solidFill>
                  <a:srgbClr val="2E9FA3"/>
                </a:solidFill>
                <a:latin typeface="Arial"/>
                <a:ea typeface="Arial"/>
                <a:cs typeface="Arial"/>
              </a:rPr>
              <a:t>usable range</a:t>
            </a:r>
          </a:p>
        </p:txBody>
      </p:sp>
      <p:sp>
        <p:nvSpPr>
          <p:cNvPr id="19" name="">
            <a:extLst xmlns:a="http://schemas.openxmlformats.org/drawingml/2006/main">
              <a:ext uri="{FF2B5EF4-FFF2-40B4-BE49-F238E27FC236}">
                <a16:creationId xmlns:a16="http://schemas.microsoft.com/office/drawing/2014/main" id="{41EA06EB-7B31-4573-8564-1A8D6EBE0874}"/>
              </a:ext>
            </a:extLst>
          </p:cNvPr>
          <p:cNvSpPr>
            <a:spLocks xmlns:a="http://schemas.openxmlformats.org/drawingml/2006/main" noGrp="1"/>
          </p:cNvSpPr>
          <p:nvPr/>
        </p:nvSpPr>
        <p:spPr>
          <a:xfrm xmlns:a="http://schemas.openxmlformats.org/drawingml/2006/main">
            <a:off x="8020050" y="3257550"/>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275" b="1">
                <a:solidFill>
                  <a:srgbClr val="5B6472"/>
                </a:solidFill>
                <a:latin typeface="Arial"/>
                <a:ea typeface="Arial"/>
                <a:cs typeface="Arial"/>
              </a:defRPr>
            </a:pPr>
            <a:r>
              <a:rPr sz="1275" b="1">
                <a:solidFill>
                  <a:srgbClr val="5B6472"/>
                </a:solidFill>
                <a:latin typeface="Arial"/>
                <a:ea typeface="Arial"/>
                <a:cs typeface="Arial"/>
              </a:rPr>
              <a:t>very high may indicate a doublet</a:t>
            </a:r>
          </a:p>
        </p:txBody>
      </p:sp>
      <p:sp>
        <p:nvSpPr>
          <p:cNvPr id="20" name="">
            <a:extLst xmlns:a="http://schemas.openxmlformats.org/drawingml/2006/main">
              <a:ext uri="{FF2B5EF4-FFF2-40B4-BE49-F238E27FC236}">
                <a16:creationId xmlns:a16="http://schemas.microsoft.com/office/drawing/2014/main" id="{8F70C2F8-5D38-4B42-AB8D-036FE8900952}"/>
              </a:ext>
            </a:extLst>
          </p:cNvPr>
          <p:cNvSpPr>
            <a:spLocks xmlns:a="http://schemas.openxmlformats.org/drawingml/2006/main" noGrp="1"/>
          </p:cNvSpPr>
          <p:nvPr/>
        </p:nvSpPr>
        <p:spPr>
          <a:xfrm xmlns:a="http://schemas.openxmlformats.org/drawingml/2006/main">
            <a:off x="781050" y="4543425"/>
            <a:ext cx="2333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2025" b="1">
                <a:solidFill>
                  <a:srgbClr val="ED7D31"/>
                </a:solidFill>
                <a:latin typeface="Arial"/>
                <a:ea typeface="Arial"/>
                <a:cs typeface="Arial"/>
              </a:defRPr>
            </a:pPr>
            <a:r>
              <a:rPr sz="2025" b="1">
                <a:solidFill>
                  <a:srgbClr val="ED7D31"/>
                </a:solidFill>
                <a:latin typeface="Arial"/>
                <a:ea typeface="Arial"/>
                <a:cs typeface="Arial"/>
              </a:rPr>
              <a:t>percent.mt</a:t>
            </a:r>
          </a:p>
        </p:txBody>
      </p:sp>
      <p:sp>
        <p:nvSpPr>
          <p:cNvPr id="21" name="">
            <a:extLst xmlns:a="http://schemas.openxmlformats.org/drawingml/2006/main">
              <a:ext uri="{FF2B5EF4-FFF2-40B4-BE49-F238E27FC236}">
                <a16:creationId xmlns:a16="http://schemas.microsoft.com/office/drawing/2014/main" id="{D12C83E2-8F2D-465F-9FA5-62BBA9D86D38}"/>
              </a:ext>
            </a:extLst>
          </p:cNvPr>
          <p:cNvSpPr>
            <a:spLocks xmlns:a="http://schemas.openxmlformats.org/drawingml/2006/main" noGrp="1"/>
          </p:cNvSpPr>
          <p:nvPr/>
        </p:nvSpPr>
        <p:spPr>
          <a:xfrm xmlns:a="http://schemas.openxmlformats.org/drawingml/2006/main">
            <a:off x="781050" y="4962525"/>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350">
                <a:solidFill>
                  <a:srgbClr val="5B6472"/>
                </a:solidFill>
                <a:latin typeface="Arial"/>
                <a:ea typeface="Arial"/>
                <a:cs typeface="Arial"/>
              </a:defRPr>
            </a:pPr>
            <a:r>
              <a:rPr sz="1350">
                <a:solidFill>
                  <a:srgbClr val="5B6472"/>
                </a:solidFill>
                <a:latin typeface="Arial"/>
                <a:ea typeface="Arial"/>
                <a:cs typeface="Arial"/>
              </a:rPr>
              <a:t>mitochondrial fraction</a:t>
            </a:r>
          </a:p>
        </p:txBody>
      </p:sp>
      <p:sp>
        <p:nvSpPr>
          <p:cNvPr id="22" name="">
            <a:extLst xmlns:a="http://schemas.openxmlformats.org/drawingml/2006/main">
              <a:ext uri="{FF2B5EF4-FFF2-40B4-BE49-F238E27FC236}">
                <a16:creationId xmlns:a16="http://schemas.microsoft.com/office/drawing/2014/main" id="{8409BD20-F11E-483E-880D-4A1F1D94D1D0}"/>
              </a:ext>
            </a:extLst>
          </p:cNvPr>
          <p:cNvSpPr>
            <a:spLocks xmlns:a="http://schemas.openxmlformats.org/drawingml/2006/main" noGrp="1"/>
          </p:cNvSpPr>
          <p:nvPr/>
        </p:nvSpPr>
        <p:spPr>
          <a:xfrm xmlns:a="http://schemas.openxmlformats.org/drawingml/2006/main">
            <a:off x="3333750" y="4619625"/>
            <a:ext cx="1714500" cy="514350"/>
          </a:xfrm>
          <a:prstGeom xmlns:a="http://schemas.openxmlformats.org/drawingml/2006/main" prst="rect">
            <a:avLst/>
          </a:prstGeom>
          <a:solidFill xmlns:a="http://schemas.openxmlformats.org/drawingml/2006/main">
            <a:srgbClr val="EAF4E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E6115D4-2514-46EE-969E-7D9A13194C8B}"/>
              </a:ext>
            </a:extLst>
          </p:cNvPr>
          <p:cNvSpPr>
            <a:spLocks xmlns:a="http://schemas.openxmlformats.org/drawingml/2006/main" noGrp="1"/>
          </p:cNvSpPr>
          <p:nvPr/>
        </p:nvSpPr>
        <p:spPr>
          <a:xfrm xmlns:a="http://schemas.openxmlformats.org/drawingml/2006/main">
            <a:off x="5048250" y="4619625"/>
            <a:ext cx="2857500" cy="514350"/>
          </a:xfrm>
          <a:prstGeom xmlns:a="http://schemas.openxmlformats.org/drawingml/2006/main" prst="rect">
            <a:avLst/>
          </a:prstGeom>
          <a:solidFill xmlns:a="http://schemas.openxmlformats.org/drawingml/2006/main">
            <a:srgbClr val="E5F4F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BA2C16F-E067-490F-9617-700E9A2C6832}"/>
              </a:ext>
            </a:extLst>
          </p:cNvPr>
          <p:cNvSpPr>
            <a:spLocks xmlns:a="http://schemas.openxmlformats.org/drawingml/2006/main" noGrp="1"/>
          </p:cNvSpPr>
          <p:nvPr/>
        </p:nvSpPr>
        <p:spPr>
          <a:xfrm xmlns:a="http://schemas.openxmlformats.org/drawingml/2006/main">
            <a:off x="7905750" y="4619625"/>
            <a:ext cx="3143250" cy="514350"/>
          </a:xfrm>
          <a:prstGeom xmlns:a="http://schemas.openxmlformats.org/drawingml/2006/main" prst="rect">
            <a:avLst/>
          </a:prstGeom>
          <a:solidFill xmlns:a="http://schemas.openxmlformats.org/drawingml/2006/main">
            <a:srgbClr val="F8E5E5"/>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5DBEB54-3793-4347-9480-8310A28D5E03}"/>
              </a:ext>
            </a:extLst>
          </p:cNvPr>
          <p:cNvSpPr>
            <a:spLocks xmlns:a="http://schemas.openxmlformats.org/drawingml/2006/main" noGrp="1"/>
          </p:cNvSpPr>
          <p:nvPr/>
        </p:nvSpPr>
        <p:spPr>
          <a:xfrm xmlns:a="http://schemas.openxmlformats.org/drawingml/2006/main">
            <a:off x="3381375" y="4686300"/>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275" b="1">
                <a:solidFill>
                  <a:srgbClr val="5B6472"/>
                </a:solidFill>
                <a:latin typeface="Arial"/>
                <a:ea typeface="Arial"/>
                <a:cs typeface="Arial"/>
              </a:defRPr>
            </a:pPr>
            <a:r>
              <a:rPr sz="1275" b="1">
                <a:solidFill>
                  <a:srgbClr val="5B6472"/>
                </a:solidFill>
                <a:latin typeface="Arial"/>
                <a:ea typeface="Arial"/>
                <a:cs typeface="Arial"/>
              </a:rPr>
              <a:t>expected</a:t>
            </a:r>
          </a:p>
        </p:txBody>
      </p:sp>
      <p:sp>
        <p:nvSpPr>
          <p:cNvPr id="26" name="">
            <a:extLst xmlns:a="http://schemas.openxmlformats.org/drawingml/2006/main">
              <a:ext uri="{FF2B5EF4-FFF2-40B4-BE49-F238E27FC236}">
                <a16:creationId xmlns:a16="http://schemas.microsoft.com/office/drawing/2014/main" id="{71C6C1F6-A95F-40E2-8143-17341E45F832}"/>
              </a:ext>
            </a:extLst>
          </p:cNvPr>
          <p:cNvSpPr>
            <a:spLocks xmlns:a="http://schemas.openxmlformats.org/drawingml/2006/main" noGrp="1"/>
          </p:cNvSpPr>
          <p:nvPr/>
        </p:nvSpPr>
        <p:spPr>
          <a:xfrm xmlns:a="http://schemas.openxmlformats.org/drawingml/2006/main">
            <a:off x="5143500" y="46863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275" b="1">
                <a:solidFill>
                  <a:srgbClr val="2E9FA3"/>
                </a:solidFill>
                <a:latin typeface="Arial"/>
                <a:ea typeface="Arial"/>
                <a:cs typeface="Arial"/>
              </a:defRPr>
            </a:pPr>
            <a:r>
              <a:rPr sz="1275" b="1">
                <a:solidFill>
                  <a:srgbClr val="2E9FA3"/>
                </a:solidFill>
                <a:latin typeface="Arial"/>
                <a:ea typeface="Arial"/>
                <a:cs typeface="Arial"/>
              </a:rPr>
              <a:t>inspect tissue-specific range</a:t>
            </a:r>
          </a:p>
        </p:txBody>
      </p:sp>
      <p:sp>
        <p:nvSpPr>
          <p:cNvPr id="27" name="">
            <a:extLst xmlns:a="http://schemas.openxmlformats.org/drawingml/2006/main">
              <a:ext uri="{FF2B5EF4-FFF2-40B4-BE49-F238E27FC236}">
                <a16:creationId xmlns:a16="http://schemas.microsoft.com/office/drawing/2014/main" id="{D75384BE-D514-4FED-A08A-F8A3D4472CBA}"/>
              </a:ext>
            </a:extLst>
          </p:cNvPr>
          <p:cNvSpPr>
            <a:spLocks xmlns:a="http://schemas.openxmlformats.org/drawingml/2006/main" noGrp="1"/>
          </p:cNvSpPr>
          <p:nvPr/>
        </p:nvSpPr>
        <p:spPr>
          <a:xfrm xmlns:a="http://schemas.openxmlformats.org/drawingml/2006/main">
            <a:off x="8020050" y="4686300"/>
            <a:ext cx="2905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275" b="1">
                <a:solidFill>
                  <a:srgbClr val="5B6472"/>
                </a:solidFill>
                <a:latin typeface="Arial"/>
                <a:ea typeface="Arial"/>
                <a:cs typeface="Arial"/>
              </a:defRPr>
            </a:pPr>
            <a:r>
              <a:rPr sz="1275" b="1">
                <a:solidFill>
                  <a:srgbClr val="5B6472"/>
                </a:solidFill>
                <a:latin typeface="Arial"/>
                <a:ea typeface="Arial"/>
                <a:cs typeface="Arial"/>
              </a:rPr>
              <a:t>high may indicate a stressed cell</a:t>
            </a:r>
          </a:p>
        </p:txBody>
      </p:sp>
      <p:sp>
        <p:nvSpPr>
          <p:cNvPr id="28" name="">
            <a:extLst xmlns:a="http://schemas.openxmlformats.org/drawingml/2006/main">
              <a:ext uri="{FF2B5EF4-FFF2-40B4-BE49-F238E27FC236}">
                <a16:creationId xmlns:a16="http://schemas.microsoft.com/office/drawing/2014/main" id="{6A05CC38-594B-4FD8-8AA5-29C1A5DB5084}"/>
              </a:ext>
            </a:extLst>
          </p:cNvPr>
          <p:cNvSpPr>
            <a:spLocks xmlns:a="http://schemas.openxmlformats.org/drawingml/2006/main" noGrp="1"/>
          </p:cNvSpPr>
          <p:nvPr/>
        </p:nvSpPr>
        <p:spPr>
          <a:xfrm xmlns:a="http://schemas.openxmlformats.org/drawingml/2006/main">
            <a:off x="1381125" y="5810250"/>
            <a:ext cx="942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725" b="1">
                <a:solidFill>
                  <a:srgbClr val="1F2937"/>
                </a:solidFill>
                <a:latin typeface="Arial"/>
                <a:ea typeface="Arial"/>
                <a:cs typeface="Arial"/>
              </a:defRPr>
            </a:pPr>
            <a:r>
              <a:rPr sz="1725" b="1">
                <a:solidFill>
                  <a:srgbClr val="1F2937"/>
                </a:solidFill>
                <a:latin typeface="Arial"/>
                <a:ea typeface="Arial"/>
                <a:cs typeface="Arial"/>
              </a:rPr>
              <a:t>Thresholds come from the observed distributions and the biology of the sample.</a:t>
            </a:r>
          </a:p>
        </p:txBody>
      </p:sp>
    </p:spTree>
    <p:extLst>
      <p:ext uri="{BB962C8B-B14F-4D97-AF65-F5344CB8AC3E}">
        <p14:creationId xmlns:p14="http://schemas.microsoft.com/office/powerpoint/2010/main" val="293918497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C88CE6C3-6FE6-443A-8CA2-877AFAD2B95C}"/>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3225">
                <a:solidFill>
                  <a:srgbClr val="111827"/>
                </a:solidFill>
                <a:latin typeface="Arial"/>
                <a:ea typeface="Arial"/>
                <a:cs typeface="Arial"/>
              </a:defRPr>
            </a:pPr>
            <a:r>
              <a:rPr sz="3225">
                <a:solidFill>
                  <a:srgbClr val="111827"/>
                </a:solidFill>
                <a:latin typeface="Arial"/>
                <a:ea typeface="Arial"/>
                <a:cs typeface="Arial"/>
              </a:rPr>
              <a:t>Sequencing depth distorts raw counts</a:t>
            </a:r>
          </a:p>
        </p:txBody>
      </p:sp>
      <p:sp>
        <p:nvSpPr>
          <p:cNvPr id="2" name="title-accent">
            <a:extLst xmlns:a="http://schemas.openxmlformats.org/drawingml/2006/main">
              <a:ext uri="{FF2B5EF4-FFF2-40B4-BE49-F238E27FC236}">
                <a16:creationId xmlns:a16="http://schemas.microsoft.com/office/drawing/2014/main" id="{5DCEBABF-2222-458C-96C2-96D70844FA76}"/>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sp>
      <p:sp>
        <p:nvSpPr>
          <p:cNvPr id="3" name="slide-subtitle">
            <a:extLst xmlns:a="http://schemas.openxmlformats.org/drawingml/2006/main">
              <a:ext uri="{FF2B5EF4-FFF2-40B4-BE49-F238E27FC236}">
                <a16:creationId xmlns:a16="http://schemas.microsoft.com/office/drawing/2014/main" id="{3323610C-2ED9-4F77-81D6-A91638914DD5}"/>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425">
                <a:solidFill>
                  <a:srgbClr val="5B6472"/>
                </a:solidFill>
                <a:latin typeface="Arial"/>
                <a:ea typeface="Arial"/>
                <a:cs typeface="Arial"/>
              </a:defRPr>
            </a:pPr>
            <a:r>
              <a:rPr sz="1425">
                <a:solidFill>
                  <a:srgbClr val="5B6472"/>
                </a:solidFill>
                <a:latin typeface="Arial"/>
                <a:ea typeface="Arial"/>
                <a:cs typeface="Arial"/>
              </a:rPr>
              <a:t>Similar cells can yield different totals for technical reasons</a:t>
            </a:r>
          </a:p>
        </p:txBody>
      </p:sp>
      <p:sp>
        <p:nvSpPr>
          <p:cNvPr id="4" name="">
            <a:extLst xmlns:a="http://schemas.openxmlformats.org/drawingml/2006/main">
              <a:ext uri="{FF2B5EF4-FFF2-40B4-BE49-F238E27FC236}">
                <a16:creationId xmlns:a16="http://schemas.microsoft.com/office/drawing/2014/main" id="{D7673821-77F6-4D96-B9E6-60F8B087612F}"/>
              </a:ext>
            </a:extLst>
          </p:cNvPr>
          <p:cNvSpPr>
            <a:spLocks xmlns:a="http://schemas.openxmlformats.org/drawingml/2006/main" noGrp="1"/>
          </p:cNvSpPr>
          <p:nvPr/>
        </p:nvSpPr>
        <p:spPr>
          <a:xfrm xmlns:a="http://schemas.openxmlformats.org/drawingml/2006/main">
            <a:off x="666750" y="14668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875" b="1">
                <a:solidFill>
                  <a:srgbClr val="4472C4"/>
                </a:solidFill>
                <a:latin typeface="Arial"/>
                <a:ea typeface="Arial"/>
                <a:cs typeface="Arial"/>
              </a:defRPr>
            </a:pPr>
            <a:r>
              <a:rPr sz="1875" b="1">
                <a:solidFill>
                  <a:srgbClr val="4472C4"/>
                </a:solidFill>
                <a:latin typeface="Arial"/>
                <a:ea typeface="Arial"/>
                <a:cs typeface="Arial"/>
              </a:rPr>
              <a:t>Same relative expression</a:t>
            </a:r>
          </a:p>
        </p:txBody>
      </p:sp>
      <p:sp>
        <p:nvSpPr>
          <p:cNvPr id="5" name="">
            <a:extLst xmlns:a="http://schemas.openxmlformats.org/drawingml/2006/main">
              <a:ext uri="{FF2B5EF4-FFF2-40B4-BE49-F238E27FC236}">
                <a16:creationId xmlns:a16="http://schemas.microsoft.com/office/drawing/2014/main" id="{28D04682-B0CE-4007-A4AA-59DFBDC0BBBE}"/>
              </a:ext>
            </a:extLst>
          </p:cNvPr>
          <p:cNvSpPr>
            <a:spLocks xmlns:a="http://schemas.openxmlformats.org/drawingml/2006/main" noGrp="1"/>
          </p:cNvSpPr>
          <p:nvPr/>
        </p:nvSpPr>
        <p:spPr>
          <a:xfrm xmlns:a="http://schemas.openxmlformats.org/drawingml/2006/main">
            <a:off x="7810500" y="1447800"/>
            <a:ext cx="90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275" b="1">
                <a:solidFill>
                  <a:srgbClr val="4472C4"/>
                </a:solidFill>
                <a:latin typeface="Arial"/>
                <a:ea typeface="Arial"/>
                <a:cs typeface="Arial"/>
              </a:defRPr>
            </a:pPr>
            <a:r>
              <a:rPr sz="1275" b="1">
                <a:solidFill>
                  <a:srgbClr val="4472C4"/>
                </a:solidFill>
                <a:latin typeface="Arial"/>
                <a:ea typeface="Arial"/>
                <a:cs typeface="Arial"/>
              </a:rPr>
              <a:t>Gene A</a:t>
            </a:r>
          </a:p>
        </p:txBody>
      </p:sp>
      <p:sp>
        <p:nvSpPr>
          <p:cNvPr id="6" name="">
            <a:extLst xmlns:a="http://schemas.openxmlformats.org/drawingml/2006/main">
              <a:ext uri="{FF2B5EF4-FFF2-40B4-BE49-F238E27FC236}">
                <a16:creationId xmlns:a16="http://schemas.microsoft.com/office/drawing/2014/main" id="{216F3D11-0FB3-4585-92DA-9C2E2C4DE21E}"/>
              </a:ext>
            </a:extLst>
          </p:cNvPr>
          <p:cNvSpPr>
            <a:spLocks xmlns:a="http://schemas.openxmlformats.org/drawingml/2006/main" noGrp="1"/>
          </p:cNvSpPr>
          <p:nvPr/>
        </p:nvSpPr>
        <p:spPr>
          <a:xfrm xmlns:a="http://schemas.openxmlformats.org/drawingml/2006/main">
            <a:off x="8763000" y="1447800"/>
            <a:ext cx="90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275" b="1">
                <a:solidFill>
                  <a:srgbClr val="2E9FA3"/>
                </a:solidFill>
                <a:latin typeface="Arial"/>
                <a:ea typeface="Arial"/>
                <a:cs typeface="Arial"/>
              </a:defRPr>
            </a:pPr>
            <a:r>
              <a:rPr sz="1275" b="1">
                <a:solidFill>
                  <a:srgbClr val="2E9FA3"/>
                </a:solidFill>
                <a:latin typeface="Arial"/>
                <a:ea typeface="Arial"/>
                <a:cs typeface="Arial"/>
              </a:rPr>
              <a:t>Gene B</a:t>
            </a:r>
          </a:p>
        </p:txBody>
      </p:sp>
      <p:sp>
        <p:nvSpPr>
          <p:cNvPr id="7" name="">
            <a:extLst xmlns:a="http://schemas.openxmlformats.org/drawingml/2006/main">
              <a:ext uri="{FF2B5EF4-FFF2-40B4-BE49-F238E27FC236}">
                <a16:creationId xmlns:a16="http://schemas.microsoft.com/office/drawing/2014/main" id="{0EB4E491-48AC-4A01-84BA-36B6C7521A0A}"/>
              </a:ext>
            </a:extLst>
          </p:cNvPr>
          <p:cNvSpPr>
            <a:spLocks xmlns:a="http://schemas.openxmlformats.org/drawingml/2006/main" noGrp="1"/>
          </p:cNvSpPr>
          <p:nvPr/>
        </p:nvSpPr>
        <p:spPr>
          <a:xfrm xmlns:a="http://schemas.openxmlformats.org/drawingml/2006/main">
            <a:off x="9715500" y="1447800"/>
            <a:ext cx="90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275" b="1">
                <a:solidFill>
                  <a:srgbClr val="ED7D31"/>
                </a:solidFill>
                <a:latin typeface="Arial"/>
                <a:ea typeface="Arial"/>
                <a:cs typeface="Arial"/>
              </a:defRPr>
            </a:pPr>
            <a:r>
              <a:rPr sz="1275" b="1">
                <a:solidFill>
                  <a:srgbClr val="ED7D31"/>
                </a:solidFill>
                <a:latin typeface="Arial"/>
                <a:ea typeface="Arial"/>
                <a:cs typeface="Arial"/>
              </a:rPr>
              <a:t>Other</a:t>
            </a:r>
          </a:p>
        </p:txBody>
      </p:sp>
      <p:sp>
        <p:nvSpPr>
          <p:cNvPr id="8" name="">
            <a:extLst xmlns:a="http://schemas.openxmlformats.org/drawingml/2006/main">
              <a:ext uri="{FF2B5EF4-FFF2-40B4-BE49-F238E27FC236}">
                <a16:creationId xmlns:a16="http://schemas.microsoft.com/office/drawing/2014/main" id="{D3B9DB02-7219-49B4-ABD4-3DDC322440B8}"/>
              </a:ext>
            </a:extLst>
          </p:cNvPr>
          <p:cNvSpPr>
            <a:spLocks xmlns:a="http://schemas.openxmlformats.org/drawingml/2006/main" noGrp="1"/>
          </p:cNvSpPr>
          <p:nvPr/>
        </p:nvSpPr>
        <p:spPr>
          <a:xfrm xmlns:a="http://schemas.openxmlformats.org/drawingml/2006/main">
            <a:off x="838200" y="2305050"/>
            <a:ext cx="1095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875" b="1">
                <a:solidFill>
                  <a:srgbClr val="1F2937"/>
                </a:solidFill>
                <a:latin typeface="Arial"/>
                <a:ea typeface="Arial"/>
                <a:cs typeface="Arial"/>
              </a:defRPr>
            </a:pPr>
            <a:r>
              <a:rPr sz="1875" b="1">
                <a:solidFill>
                  <a:srgbClr val="1F2937"/>
                </a:solidFill>
                <a:latin typeface="Arial"/>
                <a:ea typeface="Arial"/>
                <a:cs typeface="Arial"/>
              </a:rPr>
              <a:t>Cell A</a:t>
            </a:r>
          </a:p>
        </p:txBody>
      </p:sp>
      <p:sp>
        <p:nvSpPr>
          <p:cNvPr id="9" name="">
            <a:extLst xmlns:a="http://schemas.openxmlformats.org/drawingml/2006/main">
              <a:ext uri="{FF2B5EF4-FFF2-40B4-BE49-F238E27FC236}">
                <a16:creationId xmlns:a16="http://schemas.microsoft.com/office/drawing/2014/main" id="{3FBA81BD-CEAE-4EC3-AB81-6AEC28841A53}"/>
              </a:ext>
            </a:extLst>
          </p:cNvPr>
          <p:cNvSpPr>
            <a:spLocks xmlns:a="http://schemas.openxmlformats.org/drawingml/2006/main" noGrp="1"/>
          </p:cNvSpPr>
          <p:nvPr/>
        </p:nvSpPr>
        <p:spPr>
          <a:xfrm xmlns:a="http://schemas.openxmlformats.org/drawingml/2006/main">
            <a:off x="838200" y="27241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350">
                <a:solidFill>
                  <a:srgbClr val="5B6472"/>
                </a:solidFill>
                <a:latin typeface="Arial"/>
                <a:ea typeface="Arial"/>
                <a:cs typeface="Arial"/>
              </a:defRPr>
            </a:pPr>
            <a:r>
              <a:rPr sz="1350">
                <a:solidFill>
                  <a:srgbClr val="5B6472"/>
                </a:solidFill>
                <a:latin typeface="Arial"/>
                <a:ea typeface="Arial"/>
                <a:cs typeface="Arial"/>
              </a:rPr>
              <a:t>3,000 total counts</a:t>
            </a:r>
          </a:p>
        </p:txBody>
      </p:sp>
      <p:sp>
        <p:nvSpPr>
          <p:cNvPr id="10" name="">
            <a:extLst xmlns:a="http://schemas.openxmlformats.org/drawingml/2006/main">
              <a:ext uri="{FF2B5EF4-FFF2-40B4-BE49-F238E27FC236}">
                <a16:creationId xmlns:a16="http://schemas.microsoft.com/office/drawing/2014/main" id="{5A549BEF-A69F-47E2-B0E0-68520821F05A}"/>
              </a:ext>
            </a:extLst>
          </p:cNvPr>
          <p:cNvSpPr>
            <a:spLocks xmlns:a="http://schemas.openxmlformats.org/drawingml/2006/main" noGrp="1"/>
          </p:cNvSpPr>
          <p:nvPr/>
        </p:nvSpPr>
        <p:spPr>
          <a:xfrm xmlns:a="http://schemas.openxmlformats.org/drawingml/2006/main">
            <a:off x="2857500" y="2266950"/>
            <a:ext cx="1714500" cy="609600"/>
          </a:xfrm>
          <a:prstGeom xmlns:a="http://schemas.openxmlformats.org/drawingml/2006/main" prst="rect">
            <a:avLst/>
          </a:prstGeom>
          <a:solidFill xmlns:a="http://schemas.openxmlformats.org/drawingml/2006/main">
            <a:srgbClr val="4472C4"/>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65C671CF-8D0E-42C8-8764-A010A413EF33}"/>
              </a:ext>
            </a:extLst>
          </p:cNvPr>
          <p:cNvSpPr>
            <a:spLocks xmlns:a="http://schemas.openxmlformats.org/drawingml/2006/main" noGrp="1"/>
          </p:cNvSpPr>
          <p:nvPr/>
        </p:nvSpPr>
        <p:spPr>
          <a:xfrm xmlns:a="http://schemas.openxmlformats.org/drawingml/2006/main">
            <a:off x="4572000" y="2266950"/>
            <a:ext cx="1028700" cy="609600"/>
          </a:xfrm>
          <a:prstGeom xmlns:a="http://schemas.openxmlformats.org/drawingml/2006/main" prst="rect">
            <a:avLst/>
          </a:prstGeom>
          <a:solidFill xmlns:a="http://schemas.openxmlformats.org/drawingml/2006/main">
            <a:srgbClr val="2E9FA3"/>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12E4BFAC-49DF-4008-9CCB-05FBFB83C072}"/>
              </a:ext>
            </a:extLst>
          </p:cNvPr>
          <p:cNvSpPr>
            <a:spLocks xmlns:a="http://schemas.openxmlformats.org/drawingml/2006/main" noGrp="1"/>
          </p:cNvSpPr>
          <p:nvPr/>
        </p:nvSpPr>
        <p:spPr>
          <a:xfrm xmlns:a="http://schemas.openxmlformats.org/drawingml/2006/main">
            <a:off x="5600700" y="2266950"/>
            <a:ext cx="685800" cy="609600"/>
          </a:xfrm>
          <a:prstGeom xmlns:a="http://schemas.openxmlformats.org/drawingml/2006/main" prst="rect">
            <a:avLst/>
          </a:prstGeom>
          <a:solidFill xmlns:a="http://schemas.openxmlformats.org/drawingml/2006/main">
            <a:srgbClr val="ED7D31"/>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802087F8-8CD2-4C38-A8BC-4DD21515D32E}"/>
              </a:ext>
            </a:extLst>
          </p:cNvPr>
          <p:cNvSpPr>
            <a:spLocks xmlns:a="http://schemas.openxmlformats.org/drawingml/2006/main" noGrp="1"/>
          </p:cNvSpPr>
          <p:nvPr/>
        </p:nvSpPr>
        <p:spPr>
          <a:xfrm xmlns:a="http://schemas.openxmlformats.org/drawingml/2006/main">
            <a:off x="838200" y="3667125"/>
            <a:ext cx="1095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875" b="1">
                <a:solidFill>
                  <a:srgbClr val="1F2937"/>
                </a:solidFill>
                <a:latin typeface="Arial"/>
                <a:ea typeface="Arial"/>
                <a:cs typeface="Arial"/>
              </a:defRPr>
            </a:pPr>
            <a:r>
              <a:rPr sz="1875" b="1">
                <a:solidFill>
                  <a:srgbClr val="1F2937"/>
                </a:solidFill>
                <a:latin typeface="Arial"/>
                <a:ea typeface="Arial"/>
                <a:cs typeface="Arial"/>
              </a:rPr>
              <a:t>Cell B</a:t>
            </a:r>
          </a:p>
        </p:txBody>
      </p:sp>
      <p:sp>
        <p:nvSpPr>
          <p:cNvPr id="14" name="">
            <a:extLst xmlns:a="http://schemas.openxmlformats.org/drawingml/2006/main">
              <a:ext uri="{FF2B5EF4-FFF2-40B4-BE49-F238E27FC236}">
                <a16:creationId xmlns:a16="http://schemas.microsoft.com/office/drawing/2014/main" id="{DC75B280-A654-4FE1-A57A-B56E6F93CA03}"/>
              </a:ext>
            </a:extLst>
          </p:cNvPr>
          <p:cNvSpPr>
            <a:spLocks xmlns:a="http://schemas.openxmlformats.org/drawingml/2006/main" noGrp="1"/>
          </p:cNvSpPr>
          <p:nvPr/>
        </p:nvSpPr>
        <p:spPr>
          <a:xfrm xmlns:a="http://schemas.openxmlformats.org/drawingml/2006/main">
            <a:off x="838200" y="408622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350">
                <a:solidFill>
                  <a:srgbClr val="5B6472"/>
                </a:solidFill>
                <a:latin typeface="Arial"/>
                <a:ea typeface="Arial"/>
                <a:cs typeface="Arial"/>
              </a:defRPr>
            </a:pPr>
            <a:r>
              <a:rPr sz="1350">
                <a:solidFill>
                  <a:srgbClr val="5B6472"/>
                </a:solidFill>
                <a:latin typeface="Arial"/>
                <a:ea typeface="Arial"/>
                <a:cs typeface="Arial"/>
              </a:rPr>
              <a:t>9,000 total counts</a:t>
            </a:r>
          </a:p>
        </p:txBody>
      </p:sp>
      <p:sp>
        <p:nvSpPr>
          <p:cNvPr id="15" name="">
            <a:extLst xmlns:a="http://schemas.openxmlformats.org/drawingml/2006/main">
              <a:ext uri="{FF2B5EF4-FFF2-40B4-BE49-F238E27FC236}">
                <a16:creationId xmlns:a16="http://schemas.microsoft.com/office/drawing/2014/main" id="{B1F506EA-CADB-42FB-9851-331828C94435}"/>
              </a:ext>
            </a:extLst>
          </p:cNvPr>
          <p:cNvSpPr>
            <a:spLocks xmlns:a="http://schemas.openxmlformats.org/drawingml/2006/main" noGrp="1"/>
          </p:cNvSpPr>
          <p:nvPr/>
        </p:nvSpPr>
        <p:spPr>
          <a:xfrm xmlns:a="http://schemas.openxmlformats.org/drawingml/2006/main">
            <a:off x="2857500" y="3629025"/>
            <a:ext cx="4286250" cy="609600"/>
          </a:xfrm>
          <a:prstGeom xmlns:a="http://schemas.openxmlformats.org/drawingml/2006/main" prst="rect">
            <a:avLst/>
          </a:prstGeom>
          <a:solidFill xmlns:a="http://schemas.openxmlformats.org/drawingml/2006/main">
            <a:srgbClr val="4472C4"/>
          </a:solidFill>
          <a:ln xmlns:a="http://schemas.openxmlformats.org/drawingml/2006/main" w="9525">
            <a:solidFill>
              <a:srgbClr val="FFFFFF"/>
            </a:solidFill>
            <a:prstDash val="solid"/>
          </a:ln>
        </p:spPr>
      </p:sp>
      <p:sp>
        <p:nvSpPr>
          <p:cNvPr id="16" name="">
            <a:extLst xmlns:a="http://schemas.openxmlformats.org/drawingml/2006/main">
              <a:ext uri="{FF2B5EF4-FFF2-40B4-BE49-F238E27FC236}">
                <a16:creationId xmlns:a16="http://schemas.microsoft.com/office/drawing/2014/main" id="{D1C85F67-2EC8-42BA-A040-7B6EFCE5EA88}"/>
              </a:ext>
            </a:extLst>
          </p:cNvPr>
          <p:cNvSpPr>
            <a:spLocks xmlns:a="http://schemas.openxmlformats.org/drawingml/2006/main" noGrp="1"/>
          </p:cNvSpPr>
          <p:nvPr/>
        </p:nvSpPr>
        <p:spPr>
          <a:xfrm xmlns:a="http://schemas.openxmlformats.org/drawingml/2006/main">
            <a:off x="7143750" y="3629025"/>
            <a:ext cx="2571750" cy="609600"/>
          </a:xfrm>
          <a:prstGeom xmlns:a="http://schemas.openxmlformats.org/drawingml/2006/main" prst="rect">
            <a:avLst/>
          </a:prstGeom>
          <a:solidFill xmlns:a="http://schemas.openxmlformats.org/drawingml/2006/main">
            <a:srgbClr val="2E9FA3"/>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3C25D8D1-CC28-4017-8338-DB69BF5BC457}"/>
              </a:ext>
            </a:extLst>
          </p:cNvPr>
          <p:cNvSpPr>
            <a:spLocks xmlns:a="http://schemas.openxmlformats.org/drawingml/2006/main" noGrp="1"/>
          </p:cNvSpPr>
          <p:nvPr/>
        </p:nvSpPr>
        <p:spPr>
          <a:xfrm xmlns:a="http://schemas.openxmlformats.org/drawingml/2006/main">
            <a:off x="9715500" y="3629025"/>
            <a:ext cx="1714500" cy="609600"/>
          </a:xfrm>
          <a:prstGeom xmlns:a="http://schemas.openxmlformats.org/drawingml/2006/main" prst="rect">
            <a:avLst/>
          </a:prstGeom>
          <a:solidFill xmlns:a="http://schemas.openxmlformats.org/drawingml/2006/main">
            <a:srgbClr val="ED7D31"/>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F9899618-7777-4309-89E6-67DE51BDA6AD}"/>
              </a:ext>
            </a:extLst>
          </p:cNvPr>
          <p:cNvSpPr>
            <a:spLocks xmlns:a="http://schemas.openxmlformats.org/drawingml/2006/main" noGrp="1"/>
          </p:cNvSpPr>
          <p:nvPr/>
        </p:nvSpPr>
        <p:spPr>
          <a:xfrm xmlns:a="http://schemas.openxmlformats.org/drawingml/2006/main">
            <a:off x="914400" y="5095875"/>
            <a:ext cx="10363200" cy="952500"/>
          </a:xfrm>
          <a:prstGeom xmlns:a="http://schemas.openxmlformats.org/drawingml/2006/main" prst="roundRect">
            <a:avLst>
              <a:gd name="adj" fmla="val 18000"/>
            </a:avLst>
          </a:prstGeom>
          <a:solidFill xmlns:a="http://schemas.openxmlformats.org/drawingml/2006/main">
            <a:srgbClr val="FCEAD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886B49B-D2DF-4B9F-9887-DAD4C27577F0}"/>
              </a:ext>
            </a:extLst>
          </p:cNvPr>
          <p:cNvSpPr>
            <a:spLocks xmlns:a="http://schemas.openxmlformats.org/drawingml/2006/main" noGrp="1"/>
          </p:cNvSpPr>
          <p:nvPr/>
        </p:nvSpPr>
        <p:spPr>
          <a:xfrm xmlns:a="http://schemas.openxmlformats.org/drawingml/2006/main">
            <a:off x="1285875" y="5238750"/>
            <a:ext cx="962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2218"/>
          </a:bodyPr>
          <a:lstStyle xmlns:a="http://schemas.openxmlformats.org/drawingml/2006/main"/>
          <a:p xmlns:a="http://schemas.openxmlformats.org/drawingml/2006/main">
            <a:pPr algn="ctr">
              <a:defRPr sz="1875" b="1">
                <a:solidFill>
                  <a:srgbClr val="1F2937"/>
                </a:solidFill>
                <a:latin typeface="Arial"/>
                <a:ea typeface="Arial"/>
                <a:cs typeface="Arial"/>
              </a:defRPr>
            </a:pPr>
            <a:r>
              <a:rPr sz="1875" b="1">
                <a:solidFill>
                  <a:srgbClr val="1F2937"/>
                </a:solidFill>
                <a:latin typeface="Arial"/>
                <a:ea typeface="Arial"/>
                <a:cs typeface="Arial"/>
              </a:rPr>
              <a:t>The threefold difference comes from captured molecules, not a change in gene proportions.</a:t>
            </a:r>
          </a:p>
        </p:txBody>
      </p:sp>
      <p:sp>
        <p:nvSpPr>
          <p:cNvPr id="20" name="">
            <a:extLst xmlns:a="http://schemas.openxmlformats.org/drawingml/2006/main">
              <a:ext uri="{FF2B5EF4-FFF2-40B4-BE49-F238E27FC236}">
                <a16:creationId xmlns:a16="http://schemas.microsoft.com/office/drawing/2014/main" id="{AFA8A595-E17D-4307-ABF2-0B178441BD62}"/>
              </a:ext>
            </a:extLst>
          </p:cNvPr>
          <p:cNvSpPr>
            <a:spLocks xmlns:a="http://schemas.openxmlformats.org/drawingml/2006/main" noGrp="1"/>
          </p:cNvSpPr>
          <p:nvPr/>
        </p:nvSpPr>
        <p:spPr>
          <a:xfrm xmlns:a="http://schemas.openxmlformats.org/drawingml/2006/main">
            <a:off x="1571625" y="563880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425">
                <a:solidFill>
                  <a:srgbClr val="5B6472"/>
                </a:solidFill>
                <a:latin typeface="Arial"/>
                <a:ea typeface="Arial"/>
                <a:cs typeface="Arial"/>
              </a:defRPr>
            </a:pPr>
            <a:r>
              <a:rPr sz="1425">
                <a:solidFill>
                  <a:srgbClr val="5B6472"/>
                </a:solidFill>
                <a:latin typeface="Arial"/>
                <a:ea typeface="Arial"/>
                <a:cs typeface="Arial"/>
              </a:rPr>
              <a:t>Normalization reduces this depth-driven difference before cells are compared.</a:t>
            </a:r>
          </a:p>
        </p:txBody>
      </p:sp>
    </p:spTree>
    <p:extLst>
      <p:ext uri="{BB962C8B-B14F-4D97-AF65-F5344CB8AC3E}">
        <p14:creationId xmlns:p14="http://schemas.microsoft.com/office/powerpoint/2010/main" val="24208670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lide-title">
            <a:extLst xmlns:a="http://schemas.openxmlformats.org/drawingml/2006/main">
              <a:ext uri="{FF2B5EF4-FFF2-40B4-BE49-F238E27FC236}">
                <a16:creationId xmlns:a16="http://schemas.microsoft.com/office/drawing/2014/main" id="{DFE046C4-0EB5-4552-B457-4B8C6E1EA40E}"/>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3225">
                <a:solidFill>
                  <a:srgbClr val="111827"/>
                </a:solidFill>
                <a:latin typeface="Arial"/>
                <a:ea typeface="Arial"/>
                <a:cs typeface="Arial"/>
              </a:defRPr>
            </a:pPr>
            <a:r>
              <a:rPr sz="3225">
                <a:solidFill>
                  <a:srgbClr val="111827"/>
                </a:solidFill>
                <a:latin typeface="Arial"/>
                <a:ea typeface="Arial"/>
                <a:cs typeface="Arial"/>
              </a:rPr>
              <a:t>Log normalization</a:t>
            </a:r>
          </a:p>
        </p:txBody>
      </p:sp>
      <p:sp>
        <p:nvSpPr>
          <p:cNvPr id="2" name="title-accent">
            <a:extLst xmlns:a="http://schemas.openxmlformats.org/drawingml/2006/main">
              <a:ext uri="{FF2B5EF4-FFF2-40B4-BE49-F238E27FC236}">
                <a16:creationId xmlns:a16="http://schemas.microsoft.com/office/drawing/2014/main" id="{7D971441-57B6-48C9-B112-CCE1C80969CF}"/>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sp>
      <p:sp>
        <p:nvSpPr>
          <p:cNvPr id="3" name="slide-subtitle">
            <a:extLst xmlns:a="http://schemas.openxmlformats.org/drawingml/2006/main">
              <a:ext uri="{FF2B5EF4-FFF2-40B4-BE49-F238E27FC236}">
                <a16:creationId xmlns:a16="http://schemas.microsoft.com/office/drawing/2014/main" id="{DBFF8DC7-264E-4B74-80BD-3A3DCF220459}"/>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425">
                <a:solidFill>
                  <a:srgbClr val="5B6472"/>
                </a:solidFill>
                <a:latin typeface="Arial"/>
                <a:ea typeface="Arial"/>
                <a:cs typeface="Arial"/>
              </a:defRPr>
            </a:pPr>
            <a:r>
              <a:rPr sz="1425">
                <a:solidFill>
                  <a:srgbClr val="5B6472"/>
                </a:solidFill>
                <a:latin typeface="Arial"/>
                <a:ea typeface="Arial"/>
                <a:cs typeface="Arial"/>
              </a:rPr>
              <a:t>NormalizeData corrects depth and compresses very large values</a:t>
            </a:r>
          </a:p>
        </p:txBody>
      </p:sp>
      <p:sp>
        <p:nvSpPr>
          <p:cNvPr id="4" name="">
            <a:extLst xmlns:a="http://schemas.openxmlformats.org/drawingml/2006/main">
              <a:ext uri="{FF2B5EF4-FFF2-40B4-BE49-F238E27FC236}">
                <a16:creationId xmlns:a16="http://schemas.microsoft.com/office/drawing/2014/main" id="{F98FC33A-F04C-432D-B032-2F16B65F2F5D}"/>
              </a:ext>
            </a:extLst>
          </p:cNvPr>
          <p:cNvSpPr>
            <a:spLocks xmlns:a="http://schemas.openxmlformats.org/drawingml/2006/main" noGrp="1"/>
          </p:cNvSpPr>
          <p:nvPr/>
        </p:nvSpPr>
        <p:spPr>
          <a:xfrm xmlns:a="http://schemas.openxmlformats.org/drawingml/2006/main">
            <a:off x="590550" y="1809750"/>
            <a:ext cx="2476500" cy="2667000"/>
          </a:xfrm>
          <a:prstGeom xmlns:a="http://schemas.openxmlformats.org/drawingml/2006/main" prst="roundRect">
            <a:avLst>
              <a:gd name="adj" fmla="val 6923"/>
            </a:avLst>
          </a:prstGeom>
          <a:solidFill xmlns:a="http://schemas.openxmlformats.org/drawingml/2006/main">
            <a:srgbClr val="EAF0FA"/>
          </a:solidFill>
          <a:ln xmlns:a="http://schemas.openxmlformats.org/drawingml/2006/main" w="11430">
            <a:solidFill>
              <a:srgbClr val="4472C4"/>
            </a:solidFill>
            <a:prstDash val="solid"/>
          </a:ln>
        </p:spPr>
      </p:sp>
      <p:sp>
        <p:nvSpPr>
          <p:cNvPr id="5" name="">
            <a:extLst xmlns:a="http://schemas.openxmlformats.org/drawingml/2006/main">
              <a:ext uri="{FF2B5EF4-FFF2-40B4-BE49-F238E27FC236}">
                <a16:creationId xmlns:a16="http://schemas.microsoft.com/office/drawing/2014/main" id="{6345F8E8-4097-4B62-86F6-187EFAA1FA88}"/>
              </a:ext>
            </a:extLst>
          </p:cNvPr>
          <p:cNvSpPr>
            <a:spLocks xmlns:a="http://schemas.openxmlformats.org/drawingml/2006/main" noGrp="1"/>
          </p:cNvSpPr>
          <p:nvPr/>
        </p:nvSpPr>
        <p:spPr>
          <a:xfrm xmlns:a="http://schemas.openxmlformats.org/drawingml/2006/main">
            <a:off x="762000" y="2000250"/>
            <a:ext cx="457200" cy="457200"/>
          </a:xfrm>
          <a:prstGeom xmlns:a="http://schemas.openxmlformats.org/drawingml/2006/main" prst="ellipse">
            <a:avLst/>
          </a:prstGeom>
          <a:solidFill xmlns:a="http://schemas.openxmlformats.org/drawingml/2006/main">
            <a:srgbClr val="4472C4"/>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C5BDC128-2E38-4205-826F-2619DFAC1688}"/>
              </a:ext>
            </a:extLst>
          </p:cNvPr>
          <p:cNvSpPr>
            <a:spLocks xmlns:a="http://schemas.openxmlformats.org/drawingml/2006/main" noGrp="1"/>
          </p:cNvSpPr>
          <p:nvPr/>
        </p:nvSpPr>
        <p:spPr>
          <a:xfrm xmlns:a="http://schemas.openxmlformats.org/drawingml/2006/main">
            <a:off x="819150" y="2686050"/>
            <a:ext cx="2019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75" b="1">
                <a:solidFill>
                  <a:srgbClr val="1F2937"/>
                </a:solidFill>
                <a:latin typeface="Arial"/>
                <a:ea typeface="Arial"/>
                <a:cs typeface="Arial"/>
              </a:defRPr>
            </a:pPr>
            <a:r>
              <a:rPr sz="1875" b="1">
                <a:solidFill>
                  <a:srgbClr val="1F2937"/>
                </a:solidFill>
                <a:latin typeface="Arial"/>
                <a:ea typeface="Arial"/>
                <a:cs typeface="Arial"/>
              </a:rPr>
              <a:t>Start with counts</a:t>
            </a:r>
          </a:p>
        </p:txBody>
      </p:sp>
      <p:sp>
        <p:nvSpPr>
          <p:cNvPr id="7" name="">
            <a:extLst xmlns:a="http://schemas.openxmlformats.org/drawingml/2006/main">
              <a:ext uri="{FF2B5EF4-FFF2-40B4-BE49-F238E27FC236}">
                <a16:creationId xmlns:a16="http://schemas.microsoft.com/office/drawing/2014/main" id="{8C70D7D9-A170-41FC-ABEA-B1DCD345C536}"/>
              </a:ext>
            </a:extLst>
          </p:cNvPr>
          <p:cNvSpPr>
            <a:spLocks xmlns:a="http://schemas.openxmlformats.org/drawingml/2006/main" noGrp="1"/>
          </p:cNvSpPr>
          <p:nvPr/>
        </p:nvSpPr>
        <p:spPr>
          <a:xfrm xmlns:a="http://schemas.openxmlformats.org/drawingml/2006/main">
            <a:off x="857250" y="3429000"/>
            <a:ext cx="1943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a:solidFill>
                  <a:srgbClr val="5B6472"/>
                </a:solidFill>
                <a:latin typeface="Arial"/>
                <a:ea typeface="Arial"/>
                <a:cs typeface="Arial"/>
              </a:defRPr>
            </a:pPr>
            <a:r>
              <a:rPr sz="1425">
                <a:solidFill>
                  <a:srgbClr val="5B6472"/>
                </a:solidFill>
                <a:latin typeface="Arial"/>
                <a:ea typeface="Arial"/>
                <a:cs typeface="Arial"/>
              </a:rPr>
              <a:t>Whole-number molecules for each gene</a:t>
            </a:r>
          </a:p>
        </p:txBody>
      </p:sp>
      <p:sp>
        <p:nvSpPr>
          <p:cNvPr id="8" name="">
            <a:extLst xmlns:a="http://schemas.openxmlformats.org/drawingml/2006/main">
              <a:ext uri="{FF2B5EF4-FFF2-40B4-BE49-F238E27FC236}">
                <a16:creationId xmlns:a16="http://schemas.microsoft.com/office/drawing/2014/main" id="{29F2EC0D-9180-4CE0-9338-329E09B5CCA5}"/>
              </a:ext>
            </a:extLst>
          </p:cNvPr>
          <p:cNvSpPr>
            <a:spLocks xmlns:a="http://schemas.openxmlformats.org/drawingml/2006/main" noGrp="1"/>
          </p:cNvSpPr>
          <p:nvPr/>
        </p:nvSpPr>
        <p:spPr>
          <a:xfrm xmlns:a="http://schemas.openxmlformats.org/drawingml/2006/main">
            <a:off x="3133725" y="3000375"/>
            <a:ext cx="285750" cy="266700"/>
          </a:xfrm>
          <a:prstGeom xmlns:a="http://schemas.openxmlformats.org/drawingml/2006/main" prst="rightArrow">
            <a:avLst/>
          </a:prstGeom>
          <a:solidFill xmlns:a="http://schemas.openxmlformats.org/drawingml/2006/main">
            <a:srgbClr val="2E9FA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C8F6830-664F-4289-A020-D0BADC86ADF2}"/>
              </a:ext>
            </a:extLst>
          </p:cNvPr>
          <p:cNvSpPr>
            <a:spLocks xmlns:a="http://schemas.openxmlformats.org/drawingml/2006/main" noGrp="1"/>
          </p:cNvSpPr>
          <p:nvPr/>
        </p:nvSpPr>
        <p:spPr>
          <a:xfrm xmlns:a="http://schemas.openxmlformats.org/drawingml/2006/main">
            <a:off x="3514725" y="1809750"/>
            <a:ext cx="2476500" cy="2667000"/>
          </a:xfrm>
          <a:prstGeom xmlns:a="http://schemas.openxmlformats.org/drawingml/2006/main" prst="roundRect">
            <a:avLst>
              <a:gd name="adj" fmla="val 6923"/>
            </a:avLst>
          </a:prstGeom>
          <a:solidFill xmlns:a="http://schemas.openxmlformats.org/drawingml/2006/main">
            <a:srgbClr val="E5F4F3"/>
          </a:solidFill>
          <a:ln xmlns:a="http://schemas.openxmlformats.org/drawingml/2006/main" w="11430">
            <a:solidFill>
              <a:srgbClr val="2E9FA3"/>
            </a:solidFill>
            <a:prstDash val="solid"/>
          </a:ln>
        </p:spPr>
      </p:sp>
      <p:sp>
        <p:nvSpPr>
          <p:cNvPr id="10" name="">
            <a:extLst xmlns:a="http://schemas.openxmlformats.org/drawingml/2006/main">
              <a:ext uri="{FF2B5EF4-FFF2-40B4-BE49-F238E27FC236}">
                <a16:creationId xmlns:a16="http://schemas.microsoft.com/office/drawing/2014/main" id="{82D406E1-F40F-4B7A-A1BD-318B3796D5F5}"/>
              </a:ext>
            </a:extLst>
          </p:cNvPr>
          <p:cNvSpPr>
            <a:spLocks xmlns:a="http://schemas.openxmlformats.org/drawingml/2006/main" noGrp="1"/>
          </p:cNvSpPr>
          <p:nvPr/>
        </p:nvSpPr>
        <p:spPr>
          <a:xfrm xmlns:a="http://schemas.openxmlformats.org/drawingml/2006/main">
            <a:off x="3686175" y="2000250"/>
            <a:ext cx="457200" cy="457200"/>
          </a:xfrm>
          <a:prstGeom xmlns:a="http://schemas.openxmlformats.org/drawingml/2006/main" prst="ellipse">
            <a:avLst/>
          </a:prstGeom>
          <a:solidFill xmlns:a="http://schemas.openxmlformats.org/drawingml/2006/main">
            <a:srgbClr val="2E9FA3"/>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A40C187B-CAA7-4097-B63A-D574537F5E90}"/>
              </a:ext>
            </a:extLst>
          </p:cNvPr>
          <p:cNvSpPr>
            <a:spLocks xmlns:a="http://schemas.openxmlformats.org/drawingml/2006/main" noGrp="1"/>
          </p:cNvSpPr>
          <p:nvPr/>
        </p:nvSpPr>
        <p:spPr>
          <a:xfrm xmlns:a="http://schemas.openxmlformats.org/drawingml/2006/main">
            <a:off x="3743325" y="2686050"/>
            <a:ext cx="2019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75" b="1">
                <a:solidFill>
                  <a:srgbClr val="1F2937"/>
                </a:solidFill>
                <a:latin typeface="Arial"/>
                <a:ea typeface="Arial"/>
                <a:cs typeface="Arial"/>
              </a:defRPr>
            </a:pPr>
            <a:r>
              <a:rPr sz="1875" b="1">
                <a:solidFill>
                  <a:srgbClr val="1F2937"/>
                </a:solidFill>
                <a:latin typeface="Arial"/>
                <a:ea typeface="Arial"/>
                <a:cs typeface="Arial"/>
              </a:rPr>
              <a:t>Divide by cell total</a:t>
            </a:r>
          </a:p>
        </p:txBody>
      </p:sp>
      <p:sp>
        <p:nvSpPr>
          <p:cNvPr id="12" name="">
            <a:extLst xmlns:a="http://schemas.openxmlformats.org/drawingml/2006/main">
              <a:ext uri="{FF2B5EF4-FFF2-40B4-BE49-F238E27FC236}">
                <a16:creationId xmlns:a16="http://schemas.microsoft.com/office/drawing/2014/main" id="{1F679341-73F3-4569-8943-0BC9EB13B8F0}"/>
              </a:ext>
            </a:extLst>
          </p:cNvPr>
          <p:cNvSpPr>
            <a:spLocks xmlns:a="http://schemas.openxmlformats.org/drawingml/2006/main" noGrp="1"/>
          </p:cNvSpPr>
          <p:nvPr/>
        </p:nvSpPr>
        <p:spPr>
          <a:xfrm xmlns:a="http://schemas.openxmlformats.org/drawingml/2006/main">
            <a:off x="3781425" y="3429000"/>
            <a:ext cx="1943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a:solidFill>
                  <a:srgbClr val="5B6472"/>
                </a:solidFill>
                <a:latin typeface="Arial"/>
                <a:ea typeface="Arial"/>
                <a:cs typeface="Arial"/>
              </a:defRPr>
            </a:pPr>
            <a:r>
              <a:rPr sz="1425">
                <a:solidFill>
                  <a:srgbClr val="5B6472"/>
                </a:solidFill>
                <a:latin typeface="Arial"/>
                <a:ea typeface="Arial"/>
                <a:cs typeface="Arial"/>
              </a:rPr>
              <a:t>Correct for sequencing depth</a:t>
            </a:r>
          </a:p>
        </p:txBody>
      </p:sp>
      <p:sp>
        <p:nvSpPr>
          <p:cNvPr id="13" name="">
            <a:extLst xmlns:a="http://schemas.openxmlformats.org/drawingml/2006/main">
              <a:ext uri="{FF2B5EF4-FFF2-40B4-BE49-F238E27FC236}">
                <a16:creationId xmlns:a16="http://schemas.microsoft.com/office/drawing/2014/main" id="{E22EF825-FF51-4D39-BC82-D4509B31CAC7}"/>
              </a:ext>
            </a:extLst>
          </p:cNvPr>
          <p:cNvSpPr>
            <a:spLocks xmlns:a="http://schemas.openxmlformats.org/drawingml/2006/main" noGrp="1"/>
          </p:cNvSpPr>
          <p:nvPr/>
        </p:nvSpPr>
        <p:spPr>
          <a:xfrm xmlns:a="http://schemas.openxmlformats.org/drawingml/2006/main">
            <a:off x="6057900" y="3000375"/>
            <a:ext cx="285750" cy="2667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FDF3B4D-BFB8-43C9-9312-672E22EE4FA2}"/>
              </a:ext>
            </a:extLst>
          </p:cNvPr>
          <p:cNvSpPr>
            <a:spLocks xmlns:a="http://schemas.openxmlformats.org/drawingml/2006/main" noGrp="1"/>
          </p:cNvSpPr>
          <p:nvPr/>
        </p:nvSpPr>
        <p:spPr>
          <a:xfrm xmlns:a="http://schemas.openxmlformats.org/drawingml/2006/main">
            <a:off x="6438900" y="1809750"/>
            <a:ext cx="2476500" cy="2667000"/>
          </a:xfrm>
          <a:prstGeom xmlns:a="http://schemas.openxmlformats.org/drawingml/2006/main" prst="roundRect">
            <a:avLst>
              <a:gd name="adj" fmla="val 6923"/>
            </a:avLst>
          </a:prstGeom>
          <a:solidFill xmlns:a="http://schemas.openxmlformats.org/drawingml/2006/main">
            <a:srgbClr val="FCEADD"/>
          </a:solidFill>
          <a:ln xmlns:a="http://schemas.openxmlformats.org/drawingml/2006/main" w="11430">
            <a:solidFill>
              <a:srgbClr val="ED7D31"/>
            </a:solidFill>
            <a:prstDash val="solid"/>
          </a:ln>
        </p:spPr>
      </p:sp>
      <p:sp>
        <p:nvSpPr>
          <p:cNvPr id="15" name="">
            <a:extLst xmlns:a="http://schemas.openxmlformats.org/drawingml/2006/main">
              <a:ext uri="{FF2B5EF4-FFF2-40B4-BE49-F238E27FC236}">
                <a16:creationId xmlns:a16="http://schemas.microsoft.com/office/drawing/2014/main" id="{218E4E6B-93D2-4C0A-8E83-3B50038DD645}"/>
              </a:ext>
            </a:extLst>
          </p:cNvPr>
          <p:cNvSpPr>
            <a:spLocks xmlns:a="http://schemas.openxmlformats.org/drawingml/2006/main" noGrp="1"/>
          </p:cNvSpPr>
          <p:nvPr/>
        </p:nvSpPr>
        <p:spPr>
          <a:xfrm xmlns:a="http://schemas.openxmlformats.org/drawingml/2006/main">
            <a:off x="6610350" y="2000250"/>
            <a:ext cx="457200" cy="457200"/>
          </a:xfrm>
          <a:prstGeom xmlns:a="http://schemas.openxmlformats.org/drawingml/2006/main" prst="ellipse">
            <a:avLst/>
          </a:prstGeom>
          <a:solidFill xmlns:a="http://schemas.openxmlformats.org/drawingml/2006/main">
            <a:srgbClr val="ED7D31"/>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95119E41-0441-4A02-88BE-BE3C7C2BA987}"/>
              </a:ext>
            </a:extLst>
          </p:cNvPr>
          <p:cNvSpPr>
            <a:spLocks xmlns:a="http://schemas.openxmlformats.org/drawingml/2006/main" noGrp="1"/>
          </p:cNvSpPr>
          <p:nvPr/>
        </p:nvSpPr>
        <p:spPr>
          <a:xfrm xmlns:a="http://schemas.openxmlformats.org/drawingml/2006/main">
            <a:off x="6667500" y="2686050"/>
            <a:ext cx="2019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75" b="1">
                <a:solidFill>
                  <a:srgbClr val="1F2937"/>
                </a:solidFill>
                <a:latin typeface="Arial"/>
                <a:ea typeface="Arial"/>
                <a:cs typeface="Arial"/>
              </a:defRPr>
            </a:pPr>
            <a:r>
              <a:rPr sz="1875" b="1">
                <a:solidFill>
                  <a:srgbClr val="1F2937"/>
                </a:solidFill>
                <a:latin typeface="Arial"/>
                <a:ea typeface="Arial"/>
                <a:cs typeface="Arial"/>
              </a:rPr>
              <a:t>Scale to 10,000</a:t>
            </a:r>
          </a:p>
        </p:txBody>
      </p:sp>
      <p:sp>
        <p:nvSpPr>
          <p:cNvPr id="17" name="">
            <a:extLst xmlns:a="http://schemas.openxmlformats.org/drawingml/2006/main">
              <a:ext uri="{FF2B5EF4-FFF2-40B4-BE49-F238E27FC236}">
                <a16:creationId xmlns:a16="http://schemas.microsoft.com/office/drawing/2014/main" id="{6C69481C-70D1-473C-B7F2-C35E279952E1}"/>
              </a:ext>
            </a:extLst>
          </p:cNvPr>
          <p:cNvSpPr>
            <a:spLocks xmlns:a="http://schemas.openxmlformats.org/drawingml/2006/main" noGrp="1"/>
          </p:cNvSpPr>
          <p:nvPr/>
        </p:nvSpPr>
        <p:spPr>
          <a:xfrm xmlns:a="http://schemas.openxmlformats.org/drawingml/2006/main">
            <a:off x="6705600" y="3429000"/>
            <a:ext cx="1943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a:solidFill>
                  <a:srgbClr val="5B6472"/>
                </a:solidFill>
                <a:latin typeface="Arial"/>
                <a:ea typeface="Arial"/>
                <a:cs typeface="Arial"/>
              </a:defRPr>
            </a:pPr>
            <a:r>
              <a:rPr sz="1425">
                <a:solidFill>
                  <a:srgbClr val="5B6472"/>
                </a:solidFill>
                <a:latin typeface="Arial"/>
                <a:ea typeface="Arial"/>
                <a:cs typeface="Arial"/>
              </a:rPr>
              <a:t>Put every cell on a common scale</a:t>
            </a:r>
          </a:p>
        </p:txBody>
      </p:sp>
      <p:sp>
        <p:nvSpPr>
          <p:cNvPr id="18" name="">
            <a:extLst xmlns:a="http://schemas.openxmlformats.org/drawingml/2006/main">
              <a:ext uri="{FF2B5EF4-FFF2-40B4-BE49-F238E27FC236}">
                <a16:creationId xmlns:a16="http://schemas.microsoft.com/office/drawing/2014/main" id="{46228B17-A4A5-4D46-BB44-E8E1139ADC5B}"/>
              </a:ext>
            </a:extLst>
          </p:cNvPr>
          <p:cNvSpPr>
            <a:spLocks xmlns:a="http://schemas.openxmlformats.org/drawingml/2006/main" noGrp="1"/>
          </p:cNvSpPr>
          <p:nvPr/>
        </p:nvSpPr>
        <p:spPr>
          <a:xfrm xmlns:a="http://schemas.openxmlformats.org/drawingml/2006/main">
            <a:off x="8982075" y="3000375"/>
            <a:ext cx="285750" cy="266700"/>
          </a:xfrm>
          <a:prstGeom xmlns:a="http://schemas.openxmlformats.org/drawingml/2006/main" prst="rightArrow">
            <a:avLst/>
          </a:prstGeom>
          <a:solidFill xmlns:a="http://schemas.openxmlformats.org/drawingml/2006/main">
            <a:srgbClr val="7551A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2695A14-8FEE-4E8E-87C4-961365547D03}"/>
              </a:ext>
            </a:extLst>
          </p:cNvPr>
          <p:cNvSpPr>
            <a:spLocks xmlns:a="http://schemas.openxmlformats.org/drawingml/2006/main" noGrp="1"/>
          </p:cNvSpPr>
          <p:nvPr/>
        </p:nvSpPr>
        <p:spPr>
          <a:xfrm xmlns:a="http://schemas.openxmlformats.org/drawingml/2006/main">
            <a:off x="9363075" y="1809750"/>
            <a:ext cx="2476500" cy="2667000"/>
          </a:xfrm>
          <a:prstGeom xmlns:a="http://schemas.openxmlformats.org/drawingml/2006/main" prst="roundRect">
            <a:avLst>
              <a:gd name="adj" fmla="val 6923"/>
            </a:avLst>
          </a:prstGeom>
          <a:solidFill xmlns:a="http://schemas.openxmlformats.org/drawingml/2006/main">
            <a:srgbClr val="F0EBF7"/>
          </a:solidFill>
          <a:ln xmlns:a="http://schemas.openxmlformats.org/drawingml/2006/main" w="11430">
            <a:solidFill>
              <a:srgbClr val="7551A8"/>
            </a:solidFill>
            <a:prstDash val="solid"/>
          </a:ln>
        </p:spPr>
      </p:sp>
      <p:sp>
        <p:nvSpPr>
          <p:cNvPr id="20" name="">
            <a:extLst xmlns:a="http://schemas.openxmlformats.org/drawingml/2006/main">
              <a:ext uri="{FF2B5EF4-FFF2-40B4-BE49-F238E27FC236}">
                <a16:creationId xmlns:a16="http://schemas.microsoft.com/office/drawing/2014/main" id="{E67B7662-9E52-49D7-995B-17A91461936F}"/>
              </a:ext>
            </a:extLst>
          </p:cNvPr>
          <p:cNvSpPr>
            <a:spLocks xmlns:a="http://schemas.openxmlformats.org/drawingml/2006/main" noGrp="1"/>
          </p:cNvSpPr>
          <p:nvPr/>
        </p:nvSpPr>
        <p:spPr>
          <a:xfrm xmlns:a="http://schemas.openxmlformats.org/drawingml/2006/main">
            <a:off x="9534525" y="2000250"/>
            <a:ext cx="457200" cy="457200"/>
          </a:xfrm>
          <a:prstGeom xmlns:a="http://schemas.openxmlformats.org/drawingml/2006/main" prst="ellipse">
            <a:avLst/>
          </a:prstGeom>
          <a:solidFill xmlns:a="http://schemas.openxmlformats.org/drawingml/2006/main">
            <a:srgbClr val="7551A8"/>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7A9D3971-0ACD-44CB-92B2-22ECE94B9736}"/>
              </a:ext>
            </a:extLst>
          </p:cNvPr>
          <p:cNvSpPr>
            <a:spLocks xmlns:a="http://schemas.openxmlformats.org/drawingml/2006/main" noGrp="1"/>
          </p:cNvSpPr>
          <p:nvPr/>
        </p:nvSpPr>
        <p:spPr>
          <a:xfrm xmlns:a="http://schemas.openxmlformats.org/drawingml/2006/main">
            <a:off x="9591675" y="2686050"/>
            <a:ext cx="2019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75" b="1">
                <a:solidFill>
                  <a:srgbClr val="1F2937"/>
                </a:solidFill>
                <a:latin typeface="Arial"/>
                <a:ea typeface="Arial"/>
                <a:cs typeface="Arial"/>
              </a:defRPr>
            </a:pPr>
            <a:r>
              <a:rPr sz="1875" b="1">
                <a:solidFill>
                  <a:srgbClr val="1F2937"/>
                </a:solidFill>
                <a:latin typeface="Arial"/>
                <a:ea typeface="Arial"/>
                <a:cs typeface="Arial"/>
              </a:rPr>
              <a:t>Apply log(x + 1)</a:t>
            </a:r>
          </a:p>
        </p:txBody>
      </p:sp>
      <p:sp>
        <p:nvSpPr>
          <p:cNvPr id="22" name="">
            <a:extLst xmlns:a="http://schemas.openxmlformats.org/drawingml/2006/main">
              <a:ext uri="{FF2B5EF4-FFF2-40B4-BE49-F238E27FC236}">
                <a16:creationId xmlns:a16="http://schemas.microsoft.com/office/drawing/2014/main" id="{8E078812-DB92-4AE9-8779-7B3D978612F5}"/>
              </a:ext>
            </a:extLst>
          </p:cNvPr>
          <p:cNvSpPr>
            <a:spLocks xmlns:a="http://schemas.openxmlformats.org/drawingml/2006/main" noGrp="1"/>
          </p:cNvSpPr>
          <p:nvPr/>
        </p:nvSpPr>
        <p:spPr>
          <a:xfrm xmlns:a="http://schemas.openxmlformats.org/drawingml/2006/main">
            <a:off x="9629775" y="3429000"/>
            <a:ext cx="1943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a:solidFill>
                  <a:srgbClr val="5B6472"/>
                </a:solidFill>
                <a:latin typeface="Arial"/>
                <a:ea typeface="Arial"/>
                <a:cs typeface="Arial"/>
              </a:defRPr>
            </a:pPr>
            <a:r>
              <a:rPr sz="1425">
                <a:solidFill>
                  <a:srgbClr val="5B6472"/>
                </a:solidFill>
                <a:latin typeface="Arial"/>
                <a:ea typeface="Arial"/>
                <a:cs typeface="Arial"/>
              </a:rPr>
              <a:t>Reduce the influence of very large values</a:t>
            </a:r>
          </a:p>
        </p:txBody>
      </p:sp>
      <p:sp>
        <p:nvSpPr>
          <p:cNvPr id="23" name="">
            <a:extLst xmlns:a="http://schemas.openxmlformats.org/drawingml/2006/main">
              <a:ext uri="{FF2B5EF4-FFF2-40B4-BE49-F238E27FC236}">
                <a16:creationId xmlns:a16="http://schemas.microsoft.com/office/drawing/2014/main" id="{C4DB6925-6F08-42F3-875A-4E9694B592F3}"/>
              </a:ext>
            </a:extLst>
          </p:cNvPr>
          <p:cNvSpPr>
            <a:spLocks xmlns:a="http://schemas.openxmlformats.org/drawingml/2006/main" noGrp="1"/>
          </p:cNvSpPr>
          <p:nvPr/>
        </p:nvSpPr>
        <p:spPr>
          <a:xfrm xmlns:a="http://schemas.openxmlformats.org/drawingml/2006/main">
            <a:off x="1428750" y="5095875"/>
            <a:ext cx="9334500" cy="1000125"/>
          </a:xfrm>
          <a:prstGeom xmlns:a="http://schemas.openxmlformats.org/drawingml/2006/main" prst="roundRect">
            <a:avLst>
              <a:gd name="adj" fmla="val 15238"/>
            </a:avLst>
          </a:prstGeom>
          <a:solidFill xmlns:a="http://schemas.openxmlformats.org/drawingml/2006/main">
            <a:srgbClr val="F5F6F8"/>
          </a:solidFill>
          <a:ln xmlns:a="http://schemas.openxmlformats.org/drawingml/2006/main" w="9525">
            <a:solidFill>
              <a:srgbClr val="D5D9E0"/>
            </a:solidFill>
            <a:prstDash val="solid"/>
          </a:ln>
        </p:spPr>
      </p:sp>
      <p:sp>
        <p:nvSpPr>
          <p:cNvPr id="24" name="">
            <a:extLst xmlns:a="http://schemas.openxmlformats.org/drawingml/2006/main">
              <a:ext uri="{FF2B5EF4-FFF2-40B4-BE49-F238E27FC236}">
                <a16:creationId xmlns:a16="http://schemas.microsoft.com/office/drawing/2014/main" id="{91B4301F-BB7F-45CD-ADB5-5F16BA3B16AB}"/>
              </a:ext>
            </a:extLst>
          </p:cNvPr>
          <p:cNvSpPr>
            <a:spLocks xmlns:a="http://schemas.openxmlformats.org/drawingml/2006/main" noGrp="1"/>
          </p:cNvSpPr>
          <p:nvPr/>
        </p:nvSpPr>
        <p:spPr>
          <a:xfrm xmlns:a="http://schemas.openxmlformats.org/drawingml/2006/main">
            <a:off x="1952625" y="5267325"/>
            <a:ext cx="2143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650" b="1">
                <a:solidFill>
                  <a:srgbClr val="4472C4"/>
                </a:solidFill>
                <a:latin typeface="Arial"/>
                <a:ea typeface="Arial"/>
                <a:cs typeface="Arial"/>
              </a:defRPr>
            </a:pPr>
            <a:r>
              <a:rPr sz="1650" b="1">
                <a:solidFill>
                  <a:srgbClr val="4472C4"/>
                </a:solidFill>
                <a:latin typeface="Arial"/>
                <a:ea typeface="Arial"/>
                <a:cs typeface="Arial"/>
              </a:rPr>
              <a:t>counts layer</a:t>
            </a:r>
          </a:p>
        </p:txBody>
      </p:sp>
      <p:sp>
        <p:nvSpPr>
          <p:cNvPr id="25" name="">
            <a:extLst xmlns:a="http://schemas.openxmlformats.org/drawingml/2006/main">
              <a:ext uri="{FF2B5EF4-FFF2-40B4-BE49-F238E27FC236}">
                <a16:creationId xmlns:a16="http://schemas.microsoft.com/office/drawing/2014/main" id="{C5E000C4-B634-4C63-9FCC-E643ADA1B8E0}"/>
              </a:ext>
            </a:extLst>
          </p:cNvPr>
          <p:cNvSpPr>
            <a:spLocks xmlns:a="http://schemas.openxmlformats.org/drawingml/2006/main" noGrp="1"/>
          </p:cNvSpPr>
          <p:nvPr/>
        </p:nvSpPr>
        <p:spPr>
          <a:xfrm xmlns:a="http://schemas.openxmlformats.org/drawingml/2006/main">
            <a:off x="1952625" y="56102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350">
                <a:solidFill>
                  <a:srgbClr val="5B6472"/>
                </a:solidFill>
                <a:latin typeface="Arial"/>
                <a:ea typeface="Arial"/>
                <a:cs typeface="Arial"/>
              </a:defRPr>
            </a:pPr>
            <a:r>
              <a:rPr sz="1350">
                <a:solidFill>
                  <a:srgbClr val="5B6472"/>
                </a:solidFill>
                <a:latin typeface="Arial"/>
                <a:ea typeface="Arial"/>
                <a:cs typeface="Arial"/>
              </a:rPr>
              <a:t>remains unchanged</a:t>
            </a:r>
          </a:p>
        </p:txBody>
      </p:sp>
      <p:sp>
        <p:nvSpPr>
          <p:cNvPr id="26" name="">
            <a:extLst xmlns:a="http://schemas.openxmlformats.org/drawingml/2006/main">
              <a:ext uri="{FF2B5EF4-FFF2-40B4-BE49-F238E27FC236}">
                <a16:creationId xmlns:a16="http://schemas.microsoft.com/office/drawing/2014/main" id="{F2AD56D2-2EC7-4434-AFE7-EA5DF8866C57}"/>
              </a:ext>
            </a:extLst>
          </p:cNvPr>
          <p:cNvSpPr>
            <a:spLocks xmlns:a="http://schemas.openxmlformats.org/drawingml/2006/main" noGrp="1"/>
          </p:cNvSpPr>
          <p:nvPr/>
        </p:nvSpPr>
        <p:spPr>
          <a:xfrm xmlns:a="http://schemas.openxmlformats.org/drawingml/2006/main">
            <a:off x="4686300" y="5438775"/>
            <a:ext cx="609600" cy="2667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A72A192-992F-4EB4-BCAB-A00E97891D8F}"/>
              </a:ext>
            </a:extLst>
          </p:cNvPr>
          <p:cNvSpPr>
            <a:spLocks xmlns:a="http://schemas.openxmlformats.org/drawingml/2006/main" noGrp="1"/>
          </p:cNvSpPr>
          <p:nvPr/>
        </p:nvSpPr>
        <p:spPr>
          <a:xfrm xmlns:a="http://schemas.openxmlformats.org/drawingml/2006/main">
            <a:off x="5905500" y="5267325"/>
            <a:ext cx="2143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650" b="1">
                <a:solidFill>
                  <a:srgbClr val="ED7D31"/>
                </a:solidFill>
                <a:latin typeface="Arial"/>
                <a:ea typeface="Arial"/>
                <a:cs typeface="Arial"/>
              </a:defRPr>
            </a:pPr>
            <a:r>
              <a:rPr sz="1650" b="1">
                <a:solidFill>
                  <a:srgbClr val="ED7D31"/>
                </a:solidFill>
                <a:latin typeface="Arial"/>
                <a:ea typeface="Arial"/>
                <a:cs typeface="Arial"/>
              </a:rPr>
              <a:t>data layer</a:t>
            </a:r>
          </a:p>
        </p:txBody>
      </p:sp>
      <p:sp>
        <p:nvSpPr>
          <p:cNvPr id="28" name="">
            <a:extLst xmlns:a="http://schemas.openxmlformats.org/drawingml/2006/main">
              <a:ext uri="{FF2B5EF4-FFF2-40B4-BE49-F238E27FC236}">
                <a16:creationId xmlns:a16="http://schemas.microsoft.com/office/drawing/2014/main" id="{6F925CD5-AF7D-452B-A706-295B5697581D}"/>
              </a:ext>
            </a:extLst>
          </p:cNvPr>
          <p:cNvSpPr>
            <a:spLocks xmlns:a="http://schemas.openxmlformats.org/drawingml/2006/main" noGrp="1"/>
          </p:cNvSpPr>
          <p:nvPr/>
        </p:nvSpPr>
        <p:spPr>
          <a:xfrm xmlns:a="http://schemas.openxmlformats.org/drawingml/2006/main">
            <a:off x="5572125" y="5610225"/>
            <a:ext cx="2809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350">
                <a:solidFill>
                  <a:srgbClr val="5B6472"/>
                </a:solidFill>
                <a:latin typeface="Arial"/>
                <a:ea typeface="Arial"/>
                <a:cs typeface="Arial"/>
              </a:defRPr>
            </a:pPr>
            <a:r>
              <a:rPr sz="1350">
                <a:solidFill>
                  <a:srgbClr val="5B6472"/>
                </a:solidFill>
                <a:latin typeface="Arial"/>
                <a:ea typeface="Arial"/>
                <a:cs typeface="Arial"/>
              </a:rPr>
              <a:t>stores normalized values</a:t>
            </a:r>
          </a:p>
        </p:txBody>
      </p:sp>
    </p:spTree>
    <p:extLst>
      <p:ext uri="{BB962C8B-B14F-4D97-AF65-F5344CB8AC3E}">
        <p14:creationId xmlns:p14="http://schemas.microsoft.com/office/powerpoint/2010/main" val="234965722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slide-title">
            <a:extLst xmlns:a="http://schemas.openxmlformats.org/drawingml/2006/main">
              <a:ext uri="{FF2B5EF4-FFF2-40B4-BE49-F238E27FC236}">
                <a16:creationId xmlns:a16="http://schemas.microsoft.com/office/drawing/2014/main" id="{BD8119A1-3251-4093-BFD3-D93277769896}"/>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3225">
                <a:solidFill>
                  <a:srgbClr val="111827"/>
                </a:solidFill>
                <a:latin typeface="Arial"/>
                <a:ea typeface="Arial"/>
                <a:cs typeface="Arial"/>
              </a:defRPr>
            </a:pPr>
            <a:r>
              <a:rPr sz="3225">
                <a:solidFill>
                  <a:srgbClr val="111827"/>
                </a:solidFill>
                <a:latin typeface="Arial"/>
                <a:ea typeface="Arial"/>
                <a:cs typeface="Arial"/>
              </a:rPr>
              <a:t>Effect of normalization</a:t>
            </a:r>
          </a:p>
        </p:txBody>
      </p:sp>
      <p:sp>
        <p:nvSpPr>
          <p:cNvPr id="2" name="title-accent">
            <a:extLst xmlns:a="http://schemas.openxmlformats.org/drawingml/2006/main">
              <a:ext uri="{FF2B5EF4-FFF2-40B4-BE49-F238E27FC236}">
                <a16:creationId xmlns:a16="http://schemas.microsoft.com/office/drawing/2014/main" id="{4C020B1E-E5C9-4366-8813-C243F843917F}"/>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sp>
      <p:sp>
        <p:nvSpPr>
          <p:cNvPr id="3" name="slide-subtitle">
            <a:extLst xmlns:a="http://schemas.openxmlformats.org/drawingml/2006/main">
              <a:ext uri="{FF2B5EF4-FFF2-40B4-BE49-F238E27FC236}">
                <a16:creationId xmlns:a16="http://schemas.microsoft.com/office/drawing/2014/main" id="{954FBFF1-466A-4D36-9CA3-448581483767}"/>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425">
                <a:solidFill>
                  <a:srgbClr val="5B6472"/>
                </a:solidFill>
                <a:latin typeface="Arial"/>
                <a:ea typeface="Arial"/>
                <a:cs typeface="Arial"/>
              </a:defRPr>
            </a:pPr>
            <a:r>
              <a:rPr sz="1425">
                <a:solidFill>
                  <a:srgbClr val="5B6472"/>
                </a:solidFill>
                <a:latin typeface="Arial"/>
                <a:ea typeface="Arial"/>
                <a:cs typeface="Arial"/>
              </a:rPr>
              <a:t>Cell totals become comparable while relative expression remains visible</a:t>
            </a:r>
          </a:p>
        </p:txBody>
      </p:sp>
      <p:sp>
        <p:nvSpPr>
          <p:cNvPr id="4" name="">
            <a:extLst xmlns:a="http://schemas.openxmlformats.org/drawingml/2006/main">
              <a:ext uri="{FF2B5EF4-FFF2-40B4-BE49-F238E27FC236}">
                <a16:creationId xmlns:a16="http://schemas.microsoft.com/office/drawing/2014/main" id="{9B03372A-9001-4478-BD0F-41F950CE976E}"/>
              </a:ext>
            </a:extLst>
          </p:cNvPr>
          <p:cNvSpPr>
            <a:spLocks xmlns:a="http://schemas.openxmlformats.org/drawingml/2006/main" noGrp="1"/>
          </p:cNvSpPr>
          <p:nvPr/>
        </p:nvSpPr>
        <p:spPr>
          <a:xfrm xmlns:a="http://schemas.openxmlformats.org/drawingml/2006/main">
            <a:off x="1476375" y="1571625"/>
            <a:ext cx="4095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2250" b="1">
                <a:solidFill>
                  <a:srgbClr val="D45858"/>
                </a:solidFill>
                <a:latin typeface="Arial"/>
                <a:ea typeface="Arial"/>
                <a:cs typeface="Arial"/>
              </a:defRPr>
            </a:pPr>
            <a:r>
              <a:rPr sz="2250" b="1">
                <a:solidFill>
                  <a:srgbClr val="D45858"/>
                </a:solidFill>
                <a:latin typeface="Arial"/>
                <a:ea typeface="Arial"/>
                <a:cs typeface="Arial"/>
              </a:rPr>
              <a:t>Before</a:t>
            </a:r>
          </a:p>
        </p:txBody>
      </p:sp>
      <p:sp>
        <p:nvSpPr>
          <p:cNvPr id="5" name="">
            <a:extLst xmlns:a="http://schemas.openxmlformats.org/drawingml/2006/main">
              <a:ext uri="{FF2B5EF4-FFF2-40B4-BE49-F238E27FC236}">
                <a16:creationId xmlns:a16="http://schemas.microsoft.com/office/drawing/2014/main" id="{6AE43C99-C12A-4F4E-AC95-564C794474FC}"/>
              </a:ext>
            </a:extLst>
          </p:cNvPr>
          <p:cNvSpPr>
            <a:spLocks xmlns:a="http://schemas.openxmlformats.org/drawingml/2006/main" noGrp="1"/>
          </p:cNvSpPr>
          <p:nvPr/>
        </p:nvSpPr>
        <p:spPr>
          <a:xfrm xmlns:a="http://schemas.openxmlformats.org/drawingml/2006/main">
            <a:off x="6715125" y="1571625"/>
            <a:ext cx="4095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2250" b="1">
                <a:solidFill>
                  <a:srgbClr val="2E9FA3"/>
                </a:solidFill>
                <a:latin typeface="Arial"/>
                <a:ea typeface="Arial"/>
                <a:cs typeface="Arial"/>
              </a:defRPr>
            </a:pPr>
            <a:r>
              <a:rPr sz="2250" b="1">
                <a:solidFill>
                  <a:srgbClr val="2E9FA3"/>
                </a:solidFill>
                <a:latin typeface="Arial"/>
                <a:ea typeface="Arial"/>
                <a:cs typeface="Arial"/>
              </a:rPr>
              <a:t>After</a:t>
            </a:r>
          </a:p>
        </p:txBody>
      </p:sp>
      <p:sp>
        <p:nvSpPr>
          <p:cNvPr id="6" name="">
            <a:extLst xmlns:a="http://schemas.openxmlformats.org/drawingml/2006/main">
              <a:ext uri="{FF2B5EF4-FFF2-40B4-BE49-F238E27FC236}">
                <a16:creationId xmlns:a16="http://schemas.microsoft.com/office/drawing/2014/main" id="{5A04025E-EF21-4CF5-BF5A-EF99A1B09D9B}"/>
              </a:ext>
            </a:extLst>
          </p:cNvPr>
          <p:cNvSpPr>
            <a:spLocks xmlns:a="http://schemas.openxmlformats.org/drawingml/2006/main" noGrp="1"/>
          </p:cNvSpPr>
          <p:nvPr/>
        </p:nvSpPr>
        <p:spPr>
          <a:xfrm xmlns:a="http://schemas.openxmlformats.org/drawingml/2006/main">
            <a:off x="762000" y="2428875"/>
            <a:ext cx="90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650" b="1">
                <a:solidFill>
                  <a:srgbClr val="1F2937"/>
                </a:solidFill>
                <a:latin typeface="Arial"/>
                <a:ea typeface="Arial"/>
                <a:cs typeface="Arial"/>
              </a:defRPr>
            </a:pPr>
            <a:r>
              <a:rPr sz="1650" b="1">
                <a:solidFill>
                  <a:srgbClr val="1F2937"/>
                </a:solidFill>
                <a:latin typeface="Arial"/>
                <a:ea typeface="Arial"/>
                <a:cs typeface="Arial"/>
              </a:rPr>
              <a:t>Cell A</a:t>
            </a:r>
          </a:p>
        </p:txBody>
      </p:sp>
      <p:sp>
        <p:nvSpPr>
          <p:cNvPr id="7" name="">
            <a:extLst xmlns:a="http://schemas.openxmlformats.org/drawingml/2006/main">
              <a:ext uri="{FF2B5EF4-FFF2-40B4-BE49-F238E27FC236}">
                <a16:creationId xmlns:a16="http://schemas.microsoft.com/office/drawing/2014/main" id="{F541A435-89ED-4060-8CE3-3A0B6B6459F1}"/>
              </a:ext>
            </a:extLst>
          </p:cNvPr>
          <p:cNvSpPr>
            <a:spLocks xmlns:a="http://schemas.openxmlformats.org/drawingml/2006/main" noGrp="1"/>
          </p:cNvSpPr>
          <p:nvPr/>
        </p:nvSpPr>
        <p:spPr>
          <a:xfrm xmlns:a="http://schemas.openxmlformats.org/drawingml/2006/main">
            <a:off x="1714500" y="2333625"/>
            <a:ext cx="1428750" cy="495300"/>
          </a:xfrm>
          <a:prstGeom xmlns:a="http://schemas.openxmlformats.org/drawingml/2006/main" prst="rect">
            <a:avLst/>
          </a:prstGeom>
          <a:solidFill xmlns:a="http://schemas.openxmlformats.org/drawingml/2006/main">
            <a:srgbClr val="4472C4"/>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8CF98E63-45D5-41B5-B758-F5A631AB7A71}"/>
              </a:ext>
            </a:extLst>
          </p:cNvPr>
          <p:cNvSpPr>
            <a:spLocks xmlns:a="http://schemas.openxmlformats.org/drawingml/2006/main" noGrp="1"/>
          </p:cNvSpPr>
          <p:nvPr/>
        </p:nvSpPr>
        <p:spPr>
          <a:xfrm xmlns:a="http://schemas.openxmlformats.org/drawingml/2006/main">
            <a:off x="3143250" y="2333625"/>
            <a:ext cx="857250" cy="495300"/>
          </a:xfrm>
          <a:prstGeom xmlns:a="http://schemas.openxmlformats.org/drawingml/2006/main" prst="rect">
            <a:avLst/>
          </a:prstGeom>
          <a:solidFill xmlns:a="http://schemas.openxmlformats.org/drawingml/2006/main">
            <a:srgbClr val="2E9FA3"/>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E75227D7-5F1F-499E-9870-E19735FFC4F2}"/>
              </a:ext>
            </a:extLst>
          </p:cNvPr>
          <p:cNvSpPr>
            <a:spLocks xmlns:a="http://schemas.openxmlformats.org/drawingml/2006/main" noGrp="1"/>
          </p:cNvSpPr>
          <p:nvPr/>
        </p:nvSpPr>
        <p:spPr>
          <a:xfrm xmlns:a="http://schemas.openxmlformats.org/drawingml/2006/main">
            <a:off x="4000500" y="2333625"/>
            <a:ext cx="571500" cy="495300"/>
          </a:xfrm>
          <a:prstGeom xmlns:a="http://schemas.openxmlformats.org/drawingml/2006/main" prst="rect">
            <a:avLst/>
          </a:prstGeom>
          <a:solidFill xmlns:a="http://schemas.openxmlformats.org/drawingml/2006/main">
            <a:srgbClr val="ED7D31"/>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317C01B3-B209-4D1E-8967-64047D9F3900}"/>
              </a:ext>
            </a:extLst>
          </p:cNvPr>
          <p:cNvSpPr>
            <a:spLocks xmlns:a="http://schemas.openxmlformats.org/drawingml/2006/main" noGrp="1"/>
          </p:cNvSpPr>
          <p:nvPr/>
        </p:nvSpPr>
        <p:spPr>
          <a:xfrm xmlns:a="http://schemas.openxmlformats.org/drawingml/2006/main">
            <a:off x="762000" y="3571875"/>
            <a:ext cx="90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650" b="1">
                <a:solidFill>
                  <a:srgbClr val="1F2937"/>
                </a:solidFill>
                <a:latin typeface="Arial"/>
                <a:ea typeface="Arial"/>
                <a:cs typeface="Arial"/>
              </a:defRPr>
            </a:pPr>
            <a:r>
              <a:rPr sz="1650" b="1">
                <a:solidFill>
                  <a:srgbClr val="1F2937"/>
                </a:solidFill>
                <a:latin typeface="Arial"/>
                <a:ea typeface="Arial"/>
                <a:cs typeface="Arial"/>
              </a:rPr>
              <a:t>Cell B</a:t>
            </a:r>
          </a:p>
        </p:txBody>
      </p:sp>
      <p:sp>
        <p:nvSpPr>
          <p:cNvPr id="11" name="">
            <a:extLst xmlns:a="http://schemas.openxmlformats.org/drawingml/2006/main">
              <a:ext uri="{FF2B5EF4-FFF2-40B4-BE49-F238E27FC236}">
                <a16:creationId xmlns:a16="http://schemas.microsoft.com/office/drawing/2014/main" id="{41A81A54-26CD-4E5B-A614-9E518CF5A280}"/>
              </a:ext>
            </a:extLst>
          </p:cNvPr>
          <p:cNvSpPr>
            <a:spLocks xmlns:a="http://schemas.openxmlformats.org/drawingml/2006/main" noGrp="1"/>
          </p:cNvSpPr>
          <p:nvPr/>
        </p:nvSpPr>
        <p:spPr>
          <a:xfrm xmlns:a="http://schemas.openxmlformats.org/drawingml/2006/main">
            <a:off x="1714500" y="3476625"/>
            <a:ext cx="2857500" cy="495300"/>
          </a:xfrm>
          <a:prstGeom xmlns:a="http://schemas.openxmlformats.org/drawingml/2006/main" prst="rect">
            <a:avLst/>
          </a:prstGeom>
          <a:solidFill xmlns:a="http://schemas.openxmlformats.org/drawingml/2006/main">
            <a:srgbClr val="4472C4"/>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44D31455-8E68-44F2-B650-18D757A70EF9}"/>
              </a:ext>
            </a:extLst>
          </p:cNvPr>
          <p:cNvSpPr>
            <a:spLocks xmlns:a="http://schemas.openxmlformats.org/drawingml/2006/main" noGrp="1"/>
          </p:cNvSpPr>
          <p:nvPr/>
        </p:nvSpPr>
        <p:spPr>
          <a:xfrm xmlns:a="http://schemas.openxmlformats.org/drawingml/2006/main">
            <a:off x="4572000" y="3476625"/>
            <a:ext cx="1714500" cy="495300"/>
          </a:xfrm>
          <a:prstGeom xmlns:a="http://schemas.openxmlformats.org/drawingml/2006/main" prst="rect">
            <a:avLst/>
          </a:prstGeom>
          <a:solidFill xmlns:a="http://schemas.openxmlformats.org/drawingml/2006/main">
            <a:srgbClr val="2E9FA3"/>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B97BB2EB-47F9-49B8-B508-499A365D2C5F}"/>
              </a:ext>
            </a:extLst>
          </p:cNvPr>
          <p:cNvSpPr>
            <a:spLocks xmlns:a="http://schemas.openxmlformats.org/drawingml/2006/main" noGrp="1"/>
          </p:cNvSpPr>
          <p:nvPr/>
        </p:nvSpPr>
        <p:spPr>
          <a:xfrm xmlns:a="http://schemas.openxmlformats.org/drawingml/2006/main">
            <a:off x="6286500" y="3476625"/>
            <a:ext cx="1143000" cy="495300"/>
          </a:xfrm>
          <a:prstGeom xmlns:a="http://schemas.openxmlformats.org/drawingml/2006/main" prst="rect">
            <a:avLst/>
          </a:prstGeom>
          <a:solidFill xmlns:a="http://schemas.openxmlformats.org/drawingml/2006/main">
            <a:srgbClr val="ED7D31"/>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333D969B-3865-473E-BA14-DF752449C9AE}"/>
              </a:ext>
            </a:extLst>
          </p:cNvPr>
          <p:cNvSpPr>
            <a:spLocks xmlns:a="http://schemas.openxmlformats.org/drawingml/2006/main" noGrp="1"/>
          </p:cNvSpPr>
          <p:nvPr/>
        </p:nvSpPr>
        <p:spPr>
          <a:xfrm xmlns:a="http://schemas.openxmlformats.org/drawingml/2006/main">
            <a:off x="5857875" y="2990850"/>
            <a:ext cx="552450" cy="2667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949C1A1-CB24-4060-A89B-7B5AD3A6938E}"/>
              </a:ext>
            </a:extLst>
          </p:cNvPr>
          <p:cNvSpPr>
            <a:spLocks xmlns:a="http://schemas.openxmlformats.org/drawingml/2006/main" noGrp="1"/>
          </p:cNvSpPr>
          <p:nvPr/>
        </p:nvSpPr>
        <p:spPr>
          <a:xfrm xmlns:a="http://schemas.openxmlformats.org/drawingml/2006/main">
            <a:off x="6667500" y="2428875"/>
            <a:ext cx="90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650" b="1">
                <a:solidFill>
                  <a:srgbClr val="1F2937"/>
                </a:solidFill>
                <a:latin typeface="Arial"/>
                <a:ea typeface="Arial"/>
                <a:cs typeface="Arial"/>
              </a:defRPr>
            </a:pPr>
            <a:r>
              <a:rPr sz="1650" b="1">
                <a:solidFill>
                  <a:srgbClr val="1F2937"/>
                </a:solidFill>
                <a:latin typeface="Arial"/>
                <a:ea typeface="Arial"/>
                <a:cs typeface="Arial"/>
              </a:rPr>
              <a:t>Cell A</a:t>
            </a:r>
          </a:p>
        </p:txBody>
      </p:sp>
      <p:sp>
        <p:nvSpPr>
          <p:cNvPr id="16" name="">
            <a:extLst xmlns:a="http://schemas.openxmlformats.org/drawingml/2006/main">
              <a:ext uri="{FF2B5EF4-FFF2-40B4-BE49-F238E27FC236}">
                <a16:creationId xmlns:a16="http://schemas.microsoft.com/office/drawing/2014/main" id="{4E7D7167-0705-440A-836A-65B09DC07C85}"/>
              </a:ext>
            </a:extLst>
          </p:cNvPr>
          <p:cNvSpPr>
            <a:spLocks xmlns:a="http://schemas.openxmlformats.org/drawingml/2006/main" noGrp="1"/>
          </p:cNvSpPr>
          <p:nvPr/>
        </p:nvSpPr>
        <p:spPr>
          <a:xfrm xmlns:a="http://schemas.openxmlformats.org/drawingml/2006/main">
            <a:off x="7620000" y="2333625"/>
            <a:ext cx="1714500" cy="495300"/>
          </a:xfrm>
          <a:prstGeom xmlns:a="http://schemas.openxmlformats.org/drawingml/2006/main" prst="rect">
            <a:avLst/>
          </a:prstGeom>
          <a:solidFill xmlns:a="http://schemas.openxmlformats.org/drawingml/2006/main">
            <a:srgbClr val="4472C4"/>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2B5A6E2A-FCBC-40F8-9642-A55B0CB16975}"/>
              </a:ext>
            </a:extLst>
          </p:cNvPr>
          <p:cNvSpPr>
            <a:spLocks xmlns:a="http://schemas.openxmlformats.org/drawingml/2006/main" noGrp="1"/>
          </p:cNvSpPr>
          <p:nvPr/>
        </p:nvSpPr>
        <p:spPr>
          <a:xfrm xmlns:a="http://schemas.openxmlformats.org/drawingml/2006/main">
            <a:off x="9334500" y="2333625"/>
            <a:ext cx="1028700" cy="495300"/>
          </a:xfrm>
          <a:prstGeom xmlns:a="http://schemas.openxmlformats.org/drawingml/2006/main" prst="rect">
            <a:avLst/>
          </a:prstGeom>
          <a:solidFill xmlns:a="http://schemas.openxmlformats.org/drawingml/2006/main">
            <a:srgbClr val="2E9FA3"/>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008016A8-D396-406B-A37A-C99AA8A14846}"/>
              </a:ext>
            </a:extLst>
          </p:cNvPr>
          <p:cNvSpPr>
            <a:spLocks xmlns:a="http://schemas.openxmlformats.org/drawingml/2006/main" noGrp="1"/>
          </p:cNvSpPr>
          <p:nvPr/>
        </p:nvSpPr>
        <p:spPr>
          <a:xfrm xmlns:a="http://schemas.openxmlformats.org/drawingml/2006/main">
            <a:off x="10363200" y="2333625"/>
            <a:ext cx="685800" cy="495300"/>
          </a:xfrm>
          <a:prstGeom xmlns:a="http://schemas.openxmlformats.org/drawingml/2006/main" prst="rect">
            <a:avLst/>
          </a:prstGeom>
          <a:solidFill xmlns:a="http://schemas.openxmlformats.org/drawingml/2006/main">
            <a:srgbClr val="ED7D31"/>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F8968FBB-F428-482F-8B27-C108F197C0AD}"/>
              </a:ext>
            </a:extLst>
          </p:cNvPr>
          <p:cNvSpPr>
            <a:spLocks xmlns:a="http://schemas.openxmlformats.org/drawingml/2006/main" noGrp="1"/>
          </p:cNvSpPr>
          <p:nvPr/>
        </p:nvSpPr>
        <p:spPr>
          <a:xfrm xmlns:a="http://schemas.openxmlformats.org/drawingml/2006/main">
            <a:off x="6667500" y="3571875"/>
            <a:ext cx="90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650" b="1">
                <a:solidFill>
                  <a:srgbClr val="1F2937"/>
                </a:solidFill>
                <a:latin typeface="Arial"/>
                <a:ea typeface="Arial"/>
                <a:cs typeface="Arial"/>
              </a:defRPr>
            </a:pPr>
            <a:r>
              <a:rPr sz="1650" b="1">
                <a:solidFill>
                  <a:srgbClr val="1F2937"/>
                </a:solidFill>
                <a:latin typeface="Arial"/>
                <a:ea typeface="Arial"/>
                <a:cs typeface="Arial"/>
              </a:rPr>
              <a:t>Cell B</a:t>
            </a:r>
          </a:p>
        </p:txBody>
      </p:sp>
      <p:sp>
        <p:nvSpPr>
          <p:cNvPr id="20" name="">
            <a:extLst xmlns:a="http://schemas.openxmlformats.org/drawingml/2006/main">
              <a:ext uri="{FF2B5EF4-FFF2-40B4-BE49-F238E27FC236}">
                <a16:creationId xmlns:a16="http://schemas.microsoft.com/office/drawing/2014/main" id="{A3180046-7AFA-480A-9F8B-17E4709A6475}"/>
              </a:ext>
            </a:extLst>
          </p:cNvPr>
          <p:cNvSpPr>
            <a:spLocks xmlns:a="http://schemas.openxmlformats.org/drawingml/2006/main" noGrp="1"/>
          </p:cNvSpPr>
          <p:nvPr/>
        </p:nvSpPr>
        <p:spPr>
          <a:xfrm xmlns:a="http://schemas.openxmlformats.org/drawingml/2006/main">
            <a:off x="7620000" y="3476625"/>
            <a:ext cx="1714500" cy="495300"/>
          </a:xfrm>
          <a:prstGeom xmlns:a="http://schemas.openxmlformats.org/drawingml/2006/main" prst="rect">
            <a:avLst/>
          </a:prstGeom>
          <a:solidFill xmlns:a="http://schemas.openxmlformats.org/drawingml/2006/main">
            <a:srgbClr val="4472C4"/>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FDD264AB-160E-41EC-9CF9-B2E9DC135752}"/>
              </a:ext>
            </a:extLst>
          </p:cNvPr>
          <p:cNvSpPr>
            <a:spLocks xmlns:a="http://schemas.openxmlformats.org/drawingml/2006/main" noGrp="1"/>
          </p:cNvSpPr>
          <p:nvPr/>
        </p:nvSpPr>
        <p:spPr>
          <a:xfrm xmlns:a="http://schemas.openxmlformats.org/drawingml/2006/main">
            <a:off x="9334500" y="3476625"/>
            <a:ext cx="1028700" cy="495300"/>
          </a:xfrm>
          <a:prstGeom xmlns:a="http://schemas.openxmlformats.org/drawingml/2006/main" prst="rect">
            <a:avLst/>
          </a:prstGeom>
          <a:solidFill xmlns:a="http://schemas.openxmlformats.org/drawingml/2006/main">
            <a:srgbClr val="2E9FA3"/>
          </a:solidFill>
          <a:ln xmlns:a="http://schemas.openxmlformats.org/drawingml/2006/main" w="9525">
            <a:solidFill>
              <a:srgbClr val="FFFFFF"/>
            </a:solidFill>
            <a:prstDash val="solid"/>
          </a:ln>
        </p:spPr>
      </p:sp>
      <p:sp>
        <p:nvSpPr>
          <p:cNvPr id="22" name="">
            <a:extLst xmlns:a="http://schemas.openxmlformats.org/drawingml/2006/main">
              <a:ext uri="{FF2B5EF4-FFF2-40B4-BE49-F238E27FC236}">
                <a16:creationId xmlns:a16="http://schemas.microsoft.com/office/drawing/2014/main" id="{D3DAB3E3-0C9B-4A01-8D7D-C2CD54BE76AB}"/>
              </a:ext>
            </a:extLst>
          </p:cNvPr>
          <p:cNvSpPr>
            <a:spLocks xmlns:a="http://schemas.openxmlformats.org/drawingml/2006/main" noGrp="1"/>
          </p:cNvSpPr>
          <p:nvPr/>
        </p:nvSpPr>
        <p:spPr>
          <a:xfrm xmlns:a="http://schemas.openxmlformats.org/drawingml/2006/main">
            <a:off x="10363200" y="3476625"/>
            <a:ext cx="685800" cy="495300"/>
          </a:xfrm>
          <a:prstGeom xmlns:a="http://schemas.openxmlformats.org/drawingml/2006/main" prst="rect">
            <a:avLst/>
          </a:prstGeom>
          <a:solidFill xmlns:a="http://schemas.openxmlformats.org/drawingml/2006/main">
            <a:srgbClr val="ED7D31"/>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A5BBA278-C0D9-42CE-97C5-FFA55CF1865F}"/>
              </a:ext>
            </a:extLst>
          </p:cNvPr>
          <p:cNvSpPr>
            <a:spLocks xmlns:a="http://schemas.openxmlformats.org/drawingml/2006/main" noGrp="1"/>
          </p:cNvSpPr>
          <p:nvPr/>
        </p:nvSpPr>
        <p:spPr>
          <a:xfrm xmlns:a="http://schemas.openxmlformats.org/drawingml/2006/main">
            <a:off x="1047750" y="5000625"/>
            <a:ext cx="10096500" cy="1028700"/>
          </a:xfrm>
          <a:prstGeom xmlns:a="http://schemas.openxmlformats.org/drawingml/2006/main" prst="roundRect">
            <a:avLst>
              <a:gd name="adj" fmla="val 16667"/>
            </a:avLst>
          </a:prstGeom>
          <a:solidFill xmlns:a="http://schemas.openxmlformats.org/drawingml/2006/main">
            <a:srgbClr val="EAF0F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7C62B90-0DC2-4556-9252-62E765DB984F}"/>
              </a:ext>
            </a:extLst>
          </p:cNvPr>
          <p:cNvSpPr>
            <a:spLocks xmlns:a="http://schemas.openxmlformats.org/drawingml/2006/main" noGrp="1"/>
          </p:cNvSpPr>
          <p:nvPr/>
        </p:nvSpPr>
        <p:spPr>
          <a:xfrm xmlns:a="http://schemas.openxmlformats.org/drawingml/2006/main">
            <a:off x="1524000" y="5200650"/>
            <a:ext cx="914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800" b="1">
                <a:solidFill>
                  <a:srgbClr val="4472C4"/>
                </a:solidFill>
                <a:latin typeface="Arial"/>
                <a:ea typeface="Arial"/>
                <a:cs typeface="Arial"/>
              </a:defRPr>
            </a:pPr>
            <a:r>
              <a:rPr sz="1800" b="1">
                <a:solidFill>
                  <a:srgbClr val="4472C4"/>
                </a:solidFill>
                <a:latin typeface="Arial"/>
                <a:ea typeface="Arial"/>
                <a:cs typeface="Arial"/>
              </a:rPr>
              <a:t>Zeros remain zero, and the raw counts remain available in the counts layer.</a:t>
            </a:r>
          </a:p>
        </p:txBody>
      </p:sp>
      <p:sp>
        <p:nvSpPr>
          <p:cNvPr id="25" name="">
            <a:extLst xmlns:a="http://schemas.openxmlformats.org/drawingml/2006/main">
              <a:ext uri="{FF2B5EF4-FFF2-40B4-BE49-F238E27FC236}">
                <a16:creationId xmlns:a16="http://schemas.microsoft.com/office/drawing/2014/main" id="{702C4602-AB71-4E63-9024-C422124C5BE9}"/>
              </a:ext>
            </a:extLst>
          </p:cNvPr>
          <p:cNvSpPr>
            <a:spLocks xmlns:a="http://schemas.openxmlformats.org/drawingml/2006/main" noGrp="1"/>
          </p:cNvSpPr>
          <p:nvPr/>
        </p:nvSpPr>
        <p:spPr>
          <a:xfrm xmlns:a="http://schemas.openxmlformats.org/drawingml/2006/main">
            <a:off x="1571625" y="55816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425">
                <a:solidFill>
                  <a:srgbClr val="5B6472"/>
                </a:solidFill>
                <a:latin typeface="Arial"/>
                <a:ea typeface="Arial"/>
                <a:cs typeface="Arial"/>
              </a:defRPr>
            </a:pPr>
            <a:r>
              <a:rPr sz="1425">
                <a:solidFill>
                  <a:srgbClr val="5B6472"/>
                </a:solidFill>
                <a:latin typeface="Arial"/>
                <a:ea typeface="Arial"/>
                <a:cs typeface="Arial"/>
              </a:rPr>
              <a:t>Downstream plots use values that depend less on how deeply each cell was sequenced.</a:t>
            </a:r>
          </a:p>
        </p:txBody>
      </p:sp>
    </p:spTree>
    <p:extLst>
      <p:ext uri="{BB962C8B-B14F-4D97-AF65-F5344CB8AC3E}">
        <p14:creationId xmlns:p14="http://schemas.microsoft.com/office/powerpoint/2010/main" val="29451057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slide-title">
            <a:extLst xmlns:a="http://schemas.openxmlformats.org/drawingml/2006/main">
              <a:ext uri="{FF2B5EF4-FFF2-40B4-BE49-F238E27FC236}">
                <a16:creationId xmlns:a16="http://schemas.microsoft.com/office/drawing/2014/main" id="{120F4B91-7311-4339-96B5-C7E1F51F607A}"/>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3225">
                <a:solidFill>
                  <a:srgbClr val="111827"/>
                </a:solidFill>
                <a:latin typeface="Arial"/>
                <a:ea typeface="Arial"/>
                <a:cs typeface="Arial"/>
              </a:defRPr>
            </a:pPr>
            <a:r>
              <a:rPr sz="3225">
                <a:solidFill>
                  <a:srgbClr val="111827"/>
                </a:solidFill>
                <a:latin typeface="Arial"/>
                <a:ea typeface="Arial"/>
                <a:cs typeface="Arial"/>
              </a:rPr>
              <a:t>Variable feature selection</a:t>
            </a:r>
          </a:p>
        </p:txBody>
      </p:sp>
      <p:sp>
        <p:nvSpPr>
          <p:cNvPr id="2" name="title-accent">
            <a:extLst xmlns:a="http://schemas.openxmlformats.org/drawingml/2006/main">
              <a:ext uri="{FF2B5EF4-FFF2-40B4-BE49-F238E27FC236}">
                <a16:creationId xmlns:a16="http://schemas.microsoft.com/office/drawing/2014/main" id="{A35271D0-76FE-40CF-89EB-A9444E90D923}"/>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sp>
      <p:sp>
        <p:nvSpPr>
          <p:cNvPr id="3" name="slide-subtitle">
            <a:extLst xmlns:a="http://schemas.openxmlformats.org/drawingml/2006/main">
              <a:ext uri="{FF2B5EF4-FFF2-40B4-BE49-F238E27FC236}">
                <a16:creationId xmlns:a16="http://schemas.microsoft.com/office/drawing/2014/main" id="{8F48C159-D578-46D4-887C-876CDB9CEEFA}"/>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425">
                <a:solidFill>
                  <a:srgbClr val="5B6472"/>
                </a:solidFill>
                <a:latin typeface="Arial"/>
                <a:ea typeface="Arial"/>
                <a:cs typeface="Arial"/>
              </a:defRPr>
            </a:pPr>
            <a:r>
              <a:rPr sz="1425">
                <a:solidFill>
                  <a:srgbClr val="5B6472"/>
                </a:solidFill>
                <a:latin typeface="Arial"/>
                <a:ea typeface="Arial"/>
                <a:cs typeface="Arial"/>
              </a:rPr>
              <a:t>FindVariableFeatures keeps genes that vary more than expected for their mean</a:t>
            </a:r>
          </a:p>
        </p:txBody>
      </p:sp>
      <p:sp>
        <p:nvSpPr>
          <p:cNvPr id="4" name="">
            <a:extLst xmlns:a="http://schemas.openxmlformats.org/drawingml/2006/main">
              <a:ext uri="{FF2B5EF4-FFF2-40B4-BE49-F238E27FC236}">
                <a16:creationId xmlns:a16="http://schemas.microsoft.com/office/drawing/2014/main" id="{1AF4EBB7-8B55-4BBF-83B9-BC5EA848041E}"/>
              </a:ext>
            </a:extLst>
          </p:cNvPr>
          <p:cNvSpPr>
            <a:spLocks xmlns:a="http://schemas.openxmlformats.org/drawingml/2006/main" noGrp="1"/>
          </p:cNvSpPr>
          <p:nvPr/>
        </p:nvSpPr>
        <p:spPr>
          <a:xfrm xmlns:a="http://schemas.openxmlformats.org/drawingml/2006/main">
            <a:off x="1047750" y="5429250"/>
            <a:ext cx="6191250" cy="0"/>
          </a:xfrm>
          <a:prstGeom xmlns:a="http://schemas.openxmlformats.org/drawingml/2006/main" prst="line">
            <a:avLst/>
          </a:prstGeom>
          <a:noFill xmlns:a="http://schemas.openxmlformats.org/drawingml/2006/main"/>
          <a:ln xmlns:a="http://schemas.openxmlformats.org/drawingml/2006/main" w="19050">
            <a:solidFill>
              <a:srgbClr val="1F2937"/>
            </a:solidFill>
            <a:prstDash val="solid"/>
          </a:ln>
        </p:spPr>
      </p:sp>
      <p:sp>
        <p:nvSpPr>
          <p:cNvPr id="5" name="">
            <a:extLst xmlns:a="http://schemas.openxmlformats.org/drawingml/2006/main">
              <a:ext uri="{FF2B5EF4-FFF2-40B4-BE49-F238E27FC236}">
                <a16:creationId xmlns:a16="http://schemas.microsoft.com/office/drawing/2014/main" id="{00514924-9A67-4CE0-8430-F33D9702DCCF}"/>
              </a:ext>
            </a:extLst>
          </p:cNvPr>
          <p:cNvSpPr>
            <a:spLocks xmlns:a="http://schemas.openxmlformats.org/drawingml/2006/main" noGrp="1"/>
          </p:cNvSpPr>
          <p:nvPr/>
        </p:nvSpPr>
        <p:spPr>
          <a:xfrm xmlns:a="http://schemas.openxmlformats.org/drawingml/2006/main">
            <a:off x="1047750" y="1714500"/>
            <a:ext cx="0" cy="3714750"/>
          </a:xfrm>
          <a:prstGeom xmlns:a="http://schemas.openxmlformats.org/drawingml/2006/main" prst="line">
            <a:avLst/>
          </a:prstGeom>
          <a:noFill xmlns:a="http://schemas.openxmlformats.org/drawingml/2006/main"/>
          <a:ln xmlns:a="http://schemas.openxmlformats.org/drawingml/2006/main" w="19050">
            <a:solidFill>
              <a:srgbClr val="1F2937"/>
            </a:solidFill>
            <a:prstDash val="solid"/>
          </a:ln>
        </p:spPr>
      </p:sp>
      <p:sp>
        <p:nvSpPr>
          <p:cNvPr id="6" name="">
            <a:extLst xmlns:a="http://schemas.openxmlformats.org/drawingml/2006/main">
              <a:ext uri="{FF2B5EF4-FFF2-40B4-BE49-F238E27FC236}">
                <a16:creationId xmlns:a16="http://schemas.microsoft.com/office/drawing/2014/main" id="{C2969CEE-30A9-43C4-97C1-6F357DABF54A}"/>
              </a:ext>
            </a:extLst>
          </p:cNvPr>
          <p:cNvSpPr>
            <a:spLocks xmlns:a="http://schemas.openxmlformats.org/drawingml/2006/main" noGrp="1"/>
          </p:cNvSpPr>
          <p:nvPr/>
        </p:nvSpPr>
        <p:spPr>
          <a:xfrm xmlns:a="http://schemas.openxmlformats.org/drawingml/2006/main">
            <a:off x="2762250" y="5581650"/>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425">
                <a:solidFill>
                  <a:srgbClr val="5B6472"/>
                </a:solidFill>
                <a:latin typeface="Arial"/>
                <a:ea typeface="Arial"/>
                <a:cs typeface="Arial"/>
              </a:defRPr>
            </a:pPr>
            <a:r>
              <a:rPr sz="1425">
                <a:solidFill>
                  <a:srgbClr val="5B6472"/>
                </a:solidFill>
                <a:latin typeface="Arial"/>
                <a:ea typeface="Arial"/>
                <a:cs typeface="Arial"/>
              </a:rPr>
              <a:t>Mean expression</a:t>
            </a:r>
          </a:p>
        </p:txBody>
      </p:sp>
      <p:sp>
        <p:nvSpPr>
          <p:cNvPr id="7" name="">
            <a:extLst xmlns:a="http://schemas.openxmlformats.org/drawingml/2006/main">
              <a:ext uri="{FF2B5EF4-FFF2-40B4-BE49-F238E27FC236}">
                <a16:creationId xmlns:a16="http://schemas.microsoft.com/office/drawing/2014/main" id="{AF4288D1-0033-42AF-8A74-5C32721D1F4D}"/>
              </a:ext>
            </a:extLst>
          </p:cNvPr>
          <p:cNvSpPr>
            <a:spLocks xmlns:a="http://schemas.openxmlformats.org/drawingml/2006/main" noGrp="1"/>
          </p:cNvSpPr>
          <p:nvPr/>
        </p:nvSpPr>
        <p:spPr>
          <a:xfrm xmlns:a="http://schemas.openxmlformats.org/drawingml/2006/main" rot="16200000">
            <a:off x="238125" y="30480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425">
                <a:solidFill>
                  <a:srgbClr val="5B6472"/>
                </a:solidFill>
                <a:latin typeface="Arial"/>
                <a:ea typeface="Arial"/>
                <a:cs typeface="Arial"/>
              </a:defRPr>
            </a:pPr>
            <a:r>
              <a:rPr sz="1425">
                <a:solidFill>
                  <a:srgbClr val="5B6472"/>
                </a:solidFill>
                <a:latin typeface="Arial"/>
                <a:ea typeface="Arial"/>
                <a:cs typeface="Arial"/>
              </a:rPr>
              <a:t>Variability</a:t>
            </a:r>
          </a:p>
        </p:txBody>
      </p:sp>
      <p:sp>
        <p:nvSpPr>
          <p:cNvPr id="8" name="">
            <a:extLst xmlns:a="http://schemas.openxmlformats.org/drawingml/2006/main">
              <a:ext uri="{FF2B5EF4-FFF2-40B4-BE49-F238E27FC236}">
                <a16:creationId xmlns:a16="http://schemas.microsoft.com/office/drawing/2014/main" id="{BF23CE13-55B5-4B6B-AE91-A939A7FF9232}"/>
              </a:ext>
            </a:extLst>
          </p:cNvPr>
          <p:cNvSpPr>
            <a:spLocks xmlns:a="http://schemas.openxmlformats.org/drawingml/2006/main" noGrp="1"/>
          </p:cNvSpPr>
          <p:nvPr/>
        </p:nvSpPr>
        <p:spPr>
          <a:xfrm xmlns:a="http://schemas.openxmlformats.org/drawingml/2006/main">
            <a:off x="1476375" y="4714875"/>
            <a:ext cx="104775" cy="104775"/>
          </a:xfrm>
          <a:prstGeom xmlns:a="http://schemas.openxmlformats.org/drawingml/2006/main" prst="ellipse">
            <a:avLst/>
          </a:prstGeom>
          <a:solidFill xmlns:a="http://schemas.openxmlformats.org/drawingml/2006/main">
            <a:srgbClr val="D5D9E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A8437A3-26A7-44CD-BE44-6A198C61FF2E}"/>
              </a:ext>
            </a:extLst>
          </p:cNvPr>
          <p:cNvSpPr>
            <a:spLocks xmlns:a="http://schemas.openxmlformats.org/drawingml/2006/main" noGrp="1"/>
          </p:cNvSpPr>
          <p:nvPr/>
        </p:nvSpPr>
        <p:spPr>
          <a:xfrm xmlns:a="http://schemas.openxmlformats.org/drawingml/2006/main">
            <a:off x="1905000" y="4476750"/>
            <a:ext cx="104775" cy="104775"/>
          </a:xfrm>
          <a:prstGeom xmlns:a="http://schemas.openxmlformats.org/drawingml/2006/main" prst="ellipse">
            <a:avLst/>
          </a:prstGeom>
          <a:solidFill xmlns:a="http://schemas.openxmlformats.org/drawingml/2006/main">
            <a:srgbClr val="D5D9E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93B61B8-2E7C-4419-9670-EE06B248E3F1}"/>
              </a:ext>
            </a:extLst>
          </p:cNvPr>
          <p:cNvSpPr>
            <a:spLocks xmlns:a="http://schemas.openxmlformats.org/drawingml/2006/main" noGrp="1"/>
          </p:cNvSpPr>
          <p:nvPr/>
        </p:nvSpPr>
        <p:spPr>
          <a:xfrm xmlns:a="http://schemas.openxmlformats.org/drawingml/2006/main">
            <a:off x="2286000" y="4857750"/>
            <a:ext cx="104775" cy="104775"/>
          </a:xfrm>
          <a:prstGeom xmlns:a="http://schemas.openxmlformats.org/drawingml/2006/main" prst="ellipse">
            <a:avLst/>
          </a:prstGeom>
          <a:solidFill xmlns:a="http://schemas.openxmlformats.org/drawingml/2006/main">
            <a:srgbClr val="D5D9E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0A4612B-D0E6-404D-B454-B09ED0743152}"/>
              </a:ext>
            </a:extLst>
          </p:cNvPr>
          <p:cNvSpPr>
            <a:spLocks xmlns:a="http://schemas.openxmlformats.org/drawingml/2006/main" noGrp="1"/>
          </p:cNvSpPr>
          <p:nvPr/>
        </p:nvSpPr>
        <p:spPr>
          <a:xfrm xmlns:a="http://schemas.openxmlformats.org/drawingml/2006/main">
            <a:off x="2667000" y="4381500"/>
            <a:ext cx="104775" cy="104775"/>
          </a:xfrm>
          <a:prstGeom xmlns:a="http://schemas.openxmlformats.org/drawingml/2006/main" prst="ellipse">
            <a:avLst/>
          </a:prstGeom>
          <a:solidFill xmlns:a="http://schemas.openxmlformats.org/drawingml/2006/main">
            <a:srgbClr val="D5D9E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EDF0C75-2776-450A-8B41-D265B2037072}"/>
              </a:ext>
            </a:extLst>
          </p:cNvPr>
          <p:cNvSpPr>
            <a:spLocks xmlns:a="http://schemas.openxmlformats.org/drawingml/2006/main" noGrp="1"/>
          </p:cNvSpPr>
          <p:nvPr/>
        </p:nvSpPr>
        <p:spPr>
          <a:xfrm xmlns:a="http://schemas.openxmlformats.org/drawingml/2006/main">
            <a:off x="3000375" y="4572000"/>
            <a:ext cx="104775" cy="104775"/>
          </a:xfrm>
          <a:prstGeom xmlns:a="http://schemas.openxmlformats.org/drawingml/2006/main" prst="ellipse">
            <a:avLst/>
          </a:prstGeom>
          <a:solidFill xmlns:a="http://schemas.openxmlformats.org/drawingml/2006/main">
            <a:srgbClr val="D5D9E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14D1B38-F3F4-4070-AFDB-53ED0BB89CA7}"/>
              </a:ext>
            </a:extLst>
          </p:cNvPr>
          <p:cNvSpPr>
            <a:spLocks xmlns:a="http://schemas.openxmlformats.org/drawingml/2006/main" noGrp="1"/>
          </p:cNvSpPr>
          <p:nvPr/>
        </p:nvSpPr>
        <p:spPr>
          <a:xfrm xmlns:a="http://schemas.openxmlformats.org/drawingml/2006/main">
            <a:off x="3333750" y="4095750"/>
            <a:ext cx="104775" cy="104775"/>
          </a:xfrm>
          <a:prstGeom xmlns:a="http://schemas.openxmlformats.org/drawingml/2006/main" prst="ellipse">
            <a:avLst/>
          </a:prstGeom>
          <a:solidFill xmlns:a="http://schemas.openxmlformats.org/drawingml/2006/main">
            <a:srgbClr val="D5D9E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004D351-BCC7-4835-AB67-E78301426668}"/>
              </a:ext>
            </a:extLst>
          </p:cNvPr>
          <p:cNvSpPr>
            <a:spLocks xmlns:a="http://schemas.openxmlformats.org/drawingml/2006/main" noGrp="1"/>
          </p:cNvSpPr>
          <p:nvPr/>
        </p:nvSpPr>
        <p:spPr>
          <a:xfrm xmlns:a="http://schemas.openxmlformats.org/drawingml/2006/main">
            <a:off x="3667125" y="4286250"/>
            <a:ext cx="104775" cy="104775"/>
          </a:xfrm>
          <a:prstGeom xmlns:a="http://schemas.openxmlformats.org/drawingml/2006/main" prst="ellipse">
            <a:avLst/>
          </a:prstGeom>
          <a:solidFill xmlns:a="http://schemas.openxmlformats.org/drawingml/2006/main">
            <a:srgbClr val="D5D9E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13E5AD4-60FA-4D5B-BA25-301347B69420}"/>
              </a:ext>
            </a:extLst>
          </p:cNvPr>
          <p:cNvSpPr>
            <a:spLocks xmlns:a="http://schemas.openxmlformats.org/drawingml/2006/main" noGrp="1"/>
          </p:cNvSpPr>
          <p:nvPr/>
        </p:nvSpPr>
        <p:spPr>
          <a:xfrm xmlns:a="http://schemas.openxmlformats.org/drawingml/2006/main">
            <a:off x="4048125" y="3905250"/>
            <a:ext cx="104775" cy="104775"/>
          </a:xfrm>
          <a:prstGeom xmlns:a="http://schemas.openxmlformats.org/drawingml/2006/main" prst="ellipse">
            <a:avLst/>
          </a:prstGeom>
          <a:solidFill xmlns:a="http://schemas.openxmlformats.org/drawingml/2006/main">
            <a:srgbClr val="D5D9E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41B1DFD-3B3E-4061-BC7B-4324364E8177}"/>
              </a:ext>
            </a:extLst>
          </p:cNvPr>
          <p:cNvSpPr>
            <a:spLocks xmlns:a="http://schemas.openxmlformats.org/drawingml/2006/main" noGrp="1"/>
          </p:cNvSpPr>
          <p:nvPr/>
        </p:nvSpPr>
        <p:spPr>
          <a:xfrm xmlns:a="http://schemas.openxmlformats.org/drawingml/2006/main">
            <a:off x="4381500" y="4143375"/>
            <a:ext cx="104775" cy="104775"/>
          </a:xfrm>
          <a:prstGeom xmlns:a="http://schemas.openxmlformats.org/drawingml/2006/main" prst="ellipse">
            <a:avLst/>
          </a:prstGeom>
          <a:solidFill xmlns:a="http://schemas.openxmlformats.org/drawingml/2006/main">
            <a:srgbClr val="D5D9E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63A5EB9-FF58-4122-8C03-A21CC191B05A}"/>
              </a:ext>
            </a:extLst>
          </p:cNvPr>
          <p:cNvSpPr>
            <a:spLocks xmlns:a="http://schemas.openxmlformats.org/drawingml/2006/main" noGrp="1"/>
          </p:cNvSpPr>
          <p:nvPr/>
        </p:nvSpPr>
        <p:spPr>
          <a:xfrm xmlns:a="http://schemas.openxmlformats.org/drawingml/2006/main">
            <a:off x="4762500" y="3714750"/>
            <a:ext cx="104775" cy="104775"/>
          </a:xfrm>
          <a:prstGeom xmlns:a="http://schemas.openxmlformats.org/drawingml/2006/main" prst="ellipse">
            <a:avLst/>
          </a:prstGeom>
          <a:solidFill xmlns:a="http://schemas.openxmlformats.org/drawingml/2006/main">
            <a:srgbClr val="D5D9E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4D44A63-6E0B-486D-8CD7-696245D83EC5}"/>
              </a:ext>
            </a:extLst>
          </p:cNvPr>
          <p:cNvSpPr>
            <a:spLocks xmlns:a="http://schemas.openxmlformats.org/drawingml/2006/main" noGrp="1"/>
          </p:cNvSpPr>
          <p:nvPr/>
        </p:nvSpPr>
        <p:spPr>
          <a:xfrm xmlns:a="http://schemas.openxmlformats.org/drawingml/2006/main">
            <a:off x="5143500" y="3952875"/>
            <a:ext cx="104775" cy="104775"/>
          </a:xfrm>
          <a:prstGeom xmlns:a="http://schemas.openxmlformats.org/drawingml/2006/main" prst="ellipse">
            <a:avLst/>
          </a:prstGeom>
          <a:solidFill xmlns:a="http://schemas.openxmlformats.org/drawingml/2006/main">
            <a:srgbClr val="D5D9E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B410EA5-65EA-4816-BF3C-FDBB7107368F}"/>
              </a:ext>
            </a:extLst>
          </p:cNvPr>
          <p:cNvSpPr>
            <a:spLocks xmlns:a="http://schemas.openxmlformats.org/drawingml/2006/main" noGrp="1"/>
          </p:cNvSpPr>
          <p:nvPr/>
        </p:nvSpPr>
        <p:spPr>
          <a:xfrm xmlns:a="http://schemas.openxmlformats.org/drawingml/2006/main">
            <a:off x="5524500" y="3571875"/>
            <a:ext cx="104775" cy="104775"/>
          </a:xfrm>
          <a:prstGeom xmlns:a="http://schemas.openxmlformats.org/drawingml/2006/main" prst="ellipse">
            <a:avLst/>
          </a:prstGeom>
          <a:solidFill xmlns:a="http://schemas.openxmlformats.org/drawingml/2006/main">
            <a:srgbClr val="D5D9E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DC73A8C-7787-4C0F-BCD3-16EFFF8FE2BC}"/>
              </a:ext>
            </a:extLst>
          </p:cNvPr>
          <p:cNvSpPr>
            <a:spLocks xmlns:a="http://schemas.openxmlformats.org/drawingml/2006/main" noGrp="1"/>
          </p:cNvSpPr>
          <p:nvPr/>
        </p:nvSpPr>
        <p:spPr>
          <a:xfrm xmlns:a="http://schemas.openxmlformats.org/drawingml/2006/main">
            <a:off x="5905500" y="3810000"/>
            <a:ext cx="104775" cy="104775"/>
          </a:xfrm>
          <a:prstGeom xmlns:a="http://schemas.openxmlformats.org/drawingml/2006/main" prst="ellipse">
            <a:avLst/>
          </a:prstGeom>
          <a:solidFill xmlns:a="http://schemas.openxmlformats.org/drawingml/2006/main">
            <a:srgbClr val="D5D9E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366BE2E-0051-4222-AF9A-0627F405FF51}"/>
              </a:ext>
            </a:extLst>
          </p:cNvPr>
          <p:cNvSpPr>
            <a:spLocks xmlns:a="http://schemas.openxmlformats.org/drawingml/2006/main" noGrp="1"/>
          </p:cNvSpPr>
          <p:nvPr/>
        </p:nvSpPr>
        <p:spPr>
          <a:xfrm xmlns:a="http://schemas.openxmlformats.org/drawingml/2006/main">
            <a:off x="6286500" y="3429000"/>
            <a:ext cx="104775" cy="104775"/>
          </a:xfrm>
          <a:prstGeom xmlns:a="http://schemas.openxmlformats.org/drawingml/2006/main" prst="ellipse">
            <a:avLst/>
          </a:prstGeom>
          <a:solidFill xmlns:a="http://schemas.openxmlformats.org/drawingml/2006/main">
            <a:srgbClr val="D5D9E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E9B2E91-0519-4E54-AE4D-D8CA1792190F}"/>
              </a:ext>
            </a:extLst>
          </p:cNvPr>
          <p:cNvSpPr>
            <a:spLocks xmlns:a="http://schemas.openxmlformats.org/drawingml/2006/main" noGrp="1"/>
          </p:cNvSpPr>
          <p:nvPr/>
        </p:nvSpPr>
        <p:spPr>
          <a:xfrm xmlns:a="http://schemas.openxmlformats.org/drawingml/2006/main">
            <a:off x="6667500" y="3667125"/>
            <a:ext cx="104775" cy="104775"/>
          </a:xfrm>
          <a:prstGeom xmlns:a="http://schemas.openxmlformats.org/drawingml/2006/main" prst="ellipse">
            <a:avLst/>
          </a:prstGeom>
          <a:solidFill xmlns:a="http://schemas.openxmlformats.org/drawingml/2006/main">
            <a:srgbClr val="D5D9E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0E2E04E-2361-4583-9BB2-43C9393F6278}"/>
              </a:ext>
            </a:extLst>
          </p:cNvPr>
          <p:cNvSpPr>
            <a:spLocks xmlns:a="http://schemas.openxmlformats.org/drawingml/2006/main" noGrp="1"/>
          </p:cNvSpPr>
          <p:nvPr/>
        </p:nvSpPr>
        <p:spPr>
          <a:xfrm xmlns:a="http://schemas.openxmlformats.org/drawingml/2006/main">
            <a:off x="2238375" y="3429000"/>
            <a:ext cx="142875" cy="142875"/>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4B2D206-273E-4305-90F9-37C715A7330F}"/>
              </a:ext>
            </a:extLst>
          </p:cNvPr>
          <p:cNvSpPr>
            <a:spLocks xmlns:a="http://schemas.openxmlformats.org/drawingml/2006/main" noGrp="1"/>
          </p:cNvSpPr>
          <p:nvPr/>
        </p:nvSpPr>
        <p:spPr>
          <a:xfrm xmlns:a="http://schemas.openxmlformats.org/drawingml/2006/main">
            <a:off x="3143250" y="3143250"/>
            <a:ext cx="142875" cy="142875"/>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7F1F29E-D265-49E2-840A-E0D5B000FEC7}"/>
              </a:ext>
            </a:extLst>
          </p:cNvPr>
          <p:cNvSpPr>
            <a:spLocks xmlns:a="http://schemas.openxmlformats.org/drawingml/2006/main" noGrp="1"/>
          </p:cNvSpPr>
          <p:nvPr/>
        </p:nvSpPr>
        <p:spPr>
          <a:xfrm xmlns:a="http://schemas.openxmlformats.org/drawingml/2006/main">
            <a:off x="4095750" y="2905125"/>
            <a:ext cx="142875" cy="142875"/>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B51BC29-CCCB-4401-9344-EDB75958D139}"/>
              </a:ext>
            </a:extLst>
          </p:cNvPr>
          <p:cNvSpPr>
            <a:spLocks xmlns:a="http://schemas.openxmlformats.org/drawingml/2006/main" noGrp="1"/>
          </p:cNvSpPr>
          <p:nvPr/>
        </p:nvSpPr>
        <p:spPr>
          <a:xfrm xmlns:a="http://schemas.openxmlformats.org/drawingml/2006/main">
            <a:off x="5048250" y="2714625"/>
            <a:ext cx="142875" cy="142875"/>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E706DA2-687E-4474-A0F3-829AAD5E29C3}"/>
              </a:ext>
            </a:extLst>
          </p:cNvPr>
          <p:cNvSpPr>
            <a:spLocks xmlns:a="http://schemas.openxmlformats.org/drawingml/2006/main" noGrp="1"/>
          </p:cNvSpPr>
          <p:nvPr/>
        </p:nvSpPr>
        <p:spPr>
          <a:xfrm xmlns:a="http://schemas.openxmlformats.org/drawingml/2006/main">
            <a:off x="6000750" y="2571750"/>
            <a:ext cx="142875" cy="142875"/>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03B070E-041E-4710-9DFF-E4C1DED81D5F}"/>
              </a:ext>
            </a:extLst>
          </p:cNvPr>
          <p:cNvSpPr>
            <a:spLocks xmlns:a="http://schemas.openxmlformats.org/drawingml/2006/main" noGrp="1"/>
          </p:cNvSpPr>
          <p:nvPr/>
        </p:nvSpPr>
        <p:spPr>
          <a:xfrm xmlns:a="http://schemas.openxmlformats.org/drawingml/2006/main">
            <a:off x="6762750" y="2381250"/>
            <a:ext cx="142875" cy="142875"/>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AE7669E-D685-4543-BF6E-3036ED9564CD}"/>
              </a:ext>
            </a:extLst>
          </p:cNvPr>
          <p:cNvSpPr>
            <a:spLocks xmlns:a="http://schemas.openxmlformats.org/drawingml/2006/main" noGrp="1"/>
          </p:cNvSpPr>
          <p:nvPr/>
        </p:nvSpPr>
        <p:spPr>
          <a:xfrm xmlns:a="http://schemas.openxmlformats.org/drawingml/2006/main">
            <a:off x="3524250" y="2590800"/>
            <a:ext cx="142875" cy="142875"/>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6500F625-F4A0-4E09-9B0F-97921B5BC52F}"/>
              </a:ext>
            </a:extLst>
          </p:cNvPr>
          <p:cNvSpPr>
            <a:spLocks xmlns:a="http://schemas.openxmlformats.org/drawingml/2006/main" noGrp="1"/>
          </p:cNvSpPr>
          <p:nvPr/>
        </p:nvSpPr>
        <p:spPr>
          <a:xfrm xmlns:a="http://schemas.openxmlformats.org/drawingml/2006/main">
            <a:off x="5381625" y="2305050"/>
            <a:ext cx="142875" cy="142875"/>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0156BAF0-75AC-4D07-8F21-67F7778C9381}"/>
              </a:ext>
            </a:extLst>
          </p:cNvPr>
          <p:cNvSpPr>
            <a:spLocks xmlns:a="http://schemas.openxmlformats.org/drawingml/2006/main" noGrp="1"/>
          </p:cNvSpPr>
          <p:nvPr/>
        </p:nvSpPr>
        <p:spPr>
          <a:xfrm xmlns:a="http://schemas.openxmlformats.org/drawingml/2006/main">
            <a:off x="6429375" y="2905125"/>
            <a:ext cx="142875" cy="142875"/>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C3EFB6EA-8C8F-49AE-AD88-16C5AD0A0C88}"/>
              </a:ext>
            </a:extLst>
          </p:cNvPr>
          <p:cNvSpPr>
            <a:spLocks xmlns:a="http://schemas.openxmlformats.org/drawingml/2006/main" noGrp="1"/>
          </p:cNvSpPr>
          <p:nvPr/>
        </p:nvSpPr>
        <p:spPr>
          <a:xfrm xmlns:a="http://schemas.openxmlformats.org/drawingml/2006/main">
            <a:off x="1571625" y="2428875"/>
            <a:ext cx="5143500" cy="2238375"/>
          </a:xfrm>
          <a:prstGeom xmlns:a="http://schemas.openxmlformats.org/drawingml/2006/main" prst="arc">
            <a:avLst/>
          </a:prstGeom>
          <a:noFill xmlns:a="http://schemas.openxmlformats.org/drawingml/2006/main"/>
          <a:ln xmlns:a="http://schemas.openxmlformats.org/drawingml/2006/main" w="19050">
            <a:solidFill>
              <a:srgbClr val="2E9FA3"/>
            </a:solidFill>
            <a:prstDash val="dash"/>
          </a:ln>
        </p:spPr>
      </p:sp>
      <p:sp>
        <p:nvSpPr>
          <p:cNvPr id="33" name="">
            <a:extLst xmlns:a="http://schemas.openxmlformats.org/drawingml/2006/main">
              <a:ext uri="{FF2B5EF4-FFF2-40B4-BE49-F238E27FC236}">
                <a16:creationId xmlns:a16="http://schemas.microsoft.com/office/drawing/2014/main" id="{410E1DA0-BDDB-4156-BDA8-09A6A78FEAB0}"/>
              </a:ext>
            </a:extLst>
          </p:cNvPr>
          <p:cNvSpPr>
            <a:spLocks xmlns:a="http://schemas.openxmlformats.org/drawingml/2006/main" noGrp="1"/>
          </p:cNvSpPr>
          <p:nvPr/>
        </p:nvSpPr>
        <p:spPr>
          <a:xfrm xmlns:a="http://schemas.openxmlformats.org/drawingml/2006/main">
            <a:off x="4714875" y="195262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425" b="1">
                <a:solidFill>
                  <a:srgbClr val="ED7D31"/>
                </a:solidFill>
                <a:latin typeface="Arial"/>
                <a:ea typeface="Arial"/>
                <a:cs typeface="Arial"/>
              </a:defRPr>
            </a:pPr>
            <a:r>
              <a:rPr sz="1425" b="1">
                <a:solidFill>
                  <a:srgbClr val="ED7D31"/>
                </a:solidFill>
                <a:latin typeface="Arial"/>
                <a:ea typeface="Arial"/>
                <a:cs typeface="Arial"/>
              </a:rPr>
              <a:t>selected genes</a:t>
            </a:r>
          </a:p>
        </p:txBody>
      </p:sp>
      <p:sp>
        <p:nvSpPr>
          <p:cNvPr id="34" name="">
            <a:extLst xmlns:a="http://schemas.openxmlformats.org/drawingml/2006/main">
              <a:ext uri="{FF2B5EF4-FFF2-40B4-BE49-F238E27FC236}">
                <a16:creationId xmlns:a16="http://schemas.microsoft.com/office/drawing/2014/main" id="{03D5B10A-19B2-4E96-B241-CBA0A48B3B74}"/>
              </a:ext>
            </a:extLst>
          </p:cNvPr>
          <p:cNvSpPr>
            <a:spLocks xmlns:a="http://schemas.openxmlformats.org/drawingml/2006/main" noGrp="1"/>
          </p:cNvSpPr>
          <p:nvPr/>
        </p:nvSpPr>
        <p:spPr>
          <a:xfrm xmlns:a="http://schemas.openxmlformats.org/drawingml/2006/main">
            <a:off x="7953375" y="1952625"/>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2025" b="1">
                <a:solidFill>
                  <a:srgbClr val="4472C4"/>
                </a:solidFill>
                <a:latin typeface="Arial"/>
                <a:ea typeface="Arial"/>
                <a:cs typeface="Arial"/>
              </a:defRPr>
            </a:pPr>
            <a:r>
              <a:rPr sz="2025" b="1">
                <a:solidFill>
                  <a:srgbClr val="4472C4"/>
                </a:solidFill>
                <a:latin typeface="Arial"/>
                <a:ea typeface="Arial"/>
                <a:cs typeface="Arial"/>
              </a:rPr>
              <a:t>Why</a:t>
            </a:r>
          </a:p>
        </p:txBody>
      </p:sp>
      <p:sp>
        <p:nvSpPr>
          <p:cNvPr id="35" name="">
            <a:extLst xmlns:a="http://schemas.openxmlformats.org/drawingml/2006/main">
              <a:ext uri="{FF2B5EF4-FFF2-40B4-BE49-F238E27FC236}">
                <a16:creationId xmlns:a16="http://schemas.microsoft.com/office/drawing/2014/main" id="{2E10A80D-4411-4816-9F45-5A290C0BA03C}"/>
              </a:ext>
            </a:extLst>
          </p:cNvPr>
          <p:cNvSpPr>
            <a:spLocks xmlns:a="http://schemas.openxmlformats.org/drawingml/2006/main" noGrp="1"/>
          </p:cNvSpPr>
          <p:nvPr/>
        </p:nvSpPr>
        <p:spPr>
          <a:xfrm xmlns:a="http://schemas.openxmlformats.org/drawingml/2006/main">
            <a:off x="7953375" y="2428875"/>
            <a:ext cx="309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575">
                <a:solidFill>
                  <a:srgbClr val="5B6472"/>
                </a:solidFill>
                <a:latin typeface="Arial"/>
                <a:ea typeface="Arial"/>
                <a:cs typeface="Arial"/>
              </a:defRPr>
            </a:pPr>
            <a:r>
              <a:rPr sz="1575">
                <a:solidFill>
                  <a:srgbClr val="5B6472"/>
                </a:solidFill>
                <a:latin typeface="Arial"/>
                <a:ea typeface="Arial"/>
                <a:cs typeface="Arial"/>
              </a:rPr>
              <a:t>Many genes change little between cells and add noise or computation.</a:t>
            </a:r>
          </a:p>
        </p:txBody>
      </p:sp>
      <p:sp>
        <p:nvSpPr>
          <p:cNvPr id="36" name="">
            <a:extLst xmlns:a="http://schemas.openxmlformats.org/drawingml/2006/main">
              <a:ext uri="{FF2B5EF4-FFF2-40B4-BE49-F238E27FC236}">
                <a16:creationId xmlns:a16="http://schemas.microsoft.com/office/drawing/2014/main" id="{3E05FADF-BB9E-4C18-82E8-15A7547D0390}"/>
              </a:ext>
            </a:extLst>
          </p:cNvPr>
          <p:cNvSpPr>
            <a:spLocks xmlns:a="http://schemas.openxmlformats.org/drawingml/2006/main" noGrp="1"/>
          </p:cNvSpPr>
          <p:nvPr/>
        </p:nvSpPr>
        <p:spPr>
          <a:xfrm xmlns:a="http://schemas.openxmlformats.org/drawingml/2006/main">
            <a:off x="7953375" y="3571875"/>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2025" b="1">
                <a:solidFill>
                  <a:srgbClr val="ED7D31"/>
                </a:solidFill>
                <a:latin typeface="Arial"/>
                <a:ea typeface="Arial"/>
                <a:cs typeface="Arial"/>
              </a:defRPr>
            </a:pPr>
            <a:r>
              <a:rPr sz="2025" b="1">
                <a:solidFill>
                  <a:srgbClr val="ED7D31"/>
                </a:solidFill>
                <a:latin typeface="Arial"/>
                <a:ea typeface="Arial"/>
                <a:cs typeface="Arial"/>
              </a:rPr>
              <a:t>Effect</a:t>
            </a:r>
          </a:p>
        </p:txBody>
      </p:sp>
      <p:sp>
        <p:nvSpPr>
          <p:cNvPr id="37" name="">
            <a:extLst xmlns:a="http://schemas.openxmlformats.org/drawingml/2006/main">
              <a:ext uri="{FF2B5EF4-FFF2-40B4-BE49-F238E27FC236}">
                <a16:creationId xmlns:a16="http://schemas.microsoft.com/office/drawing/2014/main" id="{55E76FAD-89BF-4A59-9EBC-963E0FF1EF9D}"/>
              </a:ext>
            </a:extLst>
          </p:cNvPr>
          <p:cNvSpPr>
            <a:spLocks xmlns:a="http://schemas.openxmlformats.org/drawingml/2006/main" noGrp="1"/>
          </p:cNvSpPr>
          <p:nvPr/>
        </p:nvSpPr>
        <p:spPr>
          <a:xfrm xmlns:a="http://schemas.openxmlformats.org/drawingml/2006/main">
            <a:off x="7953375" y="4048125"/>
            <a:ext cx="309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575">
                <a:solidFill>
                  <a:srgbClr val="5B6472"/>
                </a:solidFill>
                <a:latin typeface="Arial"/>
                <a:ea typeface="Arial"/>
                <a:cs typeface="Arial"/>
              </a:defRPr>
            </a:pPr>
            <a:r>
              <a:rPr sz="1575">
                <a:solidFill>
                  <a:srgbClr val="5B6472"/>
                </a:solidFill>
                <a:latin typeface="Arial"/>
                <a:ea typeface="Arial"/>
                <a:cs typeface="Arial"/>
              </a:rPr>
              <a:t>The notebook keeps 2,000 informative genes for PCA and clustering.</a:t>
            </a:r>
          </a:p>
        </p:txBody>
      </p:sp>
    </p:spTree>
    <p:extLst>
      <p:ext uri="{BB962C8B-B14F-4D97-AF65-F5344CB8AC3E}">
        <p14:creationId xmlns:p14="http://schemas.microsoft.com/office/powerpoint/2010/main" val="164616424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slide-title">
            <a:extLst xmlns:a="http://schemas.openxmlformats.org/drawingml/2006/main">
              <a:ext uri="{FF2B5EF4-FFF2-40B4-BE49-F238E27FC236}">
                <a16:creationId xmlns:a16="http://schemas.microsoft.com/office/drawing/2014/main" id="{73429CD8-F48D-494A-95DC-E9C1B74989CE}"/>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3225">
                <a:solidFill>
                  <a:srgbClr val="111827"/>
                </a:solidFill>
                <a:latin typeface="Arial"/>
                <a:ea typeface="Arial"/>
                <a:cs typeface="Arial"/>
              </a:defRPr>
            </a:pPr>
            <a:r>
              <a:rPr sz="3225">
                <a:solidFill>
                  <a:srgbClr val="111827"/>
                </a:solidFill>
                <a:latin typeface="Arial"/>
                <a:ea typeface="Arial"/>
                <a:cs typeface="Arial"/>
              </a:rPr>
              <a:t>Scaling</a:t>
            </a:r>
          </a:p>
        </p:txBody>
      </p:sp>
      <p:sp>
        <p:nvSpPr>
          <p:cNvPr id="2" name="title-accent">
            <a:extLst xmlns:a="http://schemas.openxmlformats.org/drawingml/2006/main">
              <a:ext uri="{FF2B5EF4-FFF2-40B4-BE49-F238E27FC236}">
                <a16:creationId xmlns:a16="http://schemas.microsoft.com/office/drawing/2014/main" id="{28D60BD8-F2E3-4E0E-BD05-10B3D110A08F}"/>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sp>
      <p:sp>
        <p:nvSpPr>
          <p:cNvPr id="3" name="slide-subtitle">
            <a:extLst xmlns:a="http://schemas.openxmlformats.org/drawingml/2006/main">
              <a:ext uri="{FF2B5EF4-FFF2-40B4-BE49-F238E27FC236}">
                <a16:creationId xmlns:a16="http://schemas.microsoft.com/office/drawing/2014/main" id="{E441CE9F-3263-4752-9AE4-8097068B9A80}"/>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425">
                <a:solidFill>
                  <a:srgbClr val="5B6472"/>
                </a:solidFill>
                <a:latin typeface="Arial"/>
                <a:ea typeface="Arial"/>
                <a:cs typeface="Arial"/>
              </a:defRPr>
            </a:pPr>
            <a:r>
              <a:rPr sz="1425">
                <a:solidFill>
                  <a:srgbClr val="5B6472"/>
                </a:solidFill>
                <a:latin typeface="Arial"/>
                <a:ea typeface="Arial"/>
                <a:cs typeface="Arial"/>
              </a:rPr>
              <a:t>ScaleData gives each gene a comparable influence on PCA</a:t>
            </a:r>
          </a:p>
        </p:txBody>
      </p:sp>
      <p:sp>
        <p:nvSpPr>
          <p:cNvPr id="4" name="">
            <a:extLst xmlns:a="http://schemas.openxmlformats.org/drawingml/2006/main">
              <a:ext uri="{FF2B5EF4-FFF2-40B4-BE49-F238E27FC236}">
                <a16:creationId xmlns:a16="http://schemas.microsoft.com/office/drawing/2014/main" id="{A242B9B8-3E0C-47B3-9AA6-C6A67DC48709}"/>
              </a:ext>
            </a:extLst>
          </p:cNvPr>
          <p:cNvSpPr>
            <a:spLocks xmlns:a="http://schemas.openxmlformats.org/drawingml/2006/main" noGrp="1"/>
          </p:cNvSpPr>
          <p:nvPr/>
        </p:nvSpPr>
        <p:spPr>
          <a:xfrm xmlns:a="http://schemas.openxmlformats.org/drawingml/2006/main">
            <a:off x="1047750" y="1571625"/>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2175" b="1">
                <a:solidFill>
                  <a:srgbClr val="D45858"/>
                </a:solidFill>
                <a:latin typeface="Arial"/>
                <a:ea typeface="Arial"/>
                <a:cs typeface="Arial"/>
              </a:defRPr>
            </a:pPr>
            <a:r>
              <a:rPr sz="2175" b="1">
                <a:solidFill>
                  <a:srgbClr val="D45858"/>
                </a:solidFill>
                <a:latin typeface="Arial"/>
                <a:ea typeface="Arial"/>
                <a:cs typeface="Arial"/>
              </a:rPr>
              <a:t>Before scaling</a:t>
            </a:r>
          </a:p>
        </p:txBody>
      </p:sp>
      <p:sp>
        <p:nvSpPr>
          <p:cNvPr id="5" name="">
            <a:extLst xmlns:a="http://schemas.openxmlformats.org/drawingml/2006/main">
              <a:ext uri="{FF2B5EF4-FFF2-40B4-BE49-F238E27FC236}">
                <a16:creationId xmlns:a16="http://schemas.microsoft.com/office/drawing/2014/main" id="{5378A855-C135-4C52-A61B-C89F3B7AE319}"/>
              </a:ext>
            </a:extLst>
          </p:cNvPr>
          <p:cNvSpPr>
            <a:spLocks xmlns:a="http://schemas.openxmlformats.org/drawingml/2006/main" noGrp="1"/>
          </p:cNvSpPr>
          <p:nvPr/>
        </p:nvSpPr>
        <p:spPr>
          <a:xfrm xmlns:a="http://schemas.openxmlformats.org/drawingml/2006/main">
            <a:off x="6953250" y="1571625"/>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2175" b="1">
                <a:solidFill>
                  <a:srgbClr val="2E9FA3"/>
                </a:solidFill>
                <a:latin typeface="Arial"/>
                <a:ea typeface="Arial"/>
                <a:cs typeface="Arial"/>
              </a:defRPr>
            </a:pPr>
            <a:r>
              <a:rPr sz="2175" b="1">
                <a:solidFill>
                  <a:srgbClr val="2E9FA3"/>
                </a:solidFill>
                <a:latin typeface="Arial"/>
                <a:ea typeface="Arial"/>
                <a:cs typeface="Arial"/>
              </a:rPr>
              <a:t>After scaling</a:t>
            </a:r>
          </a:p>
        </p:txBody>
      </p:sp>
      <p:sp>
        <p:nvSpPr>
          <p:cNvPr id="6" name="">
            <a:extLst xmlns:a="http://schemas.openxmlformats.org/drawingml/2006/main">
              <a:ext uri="{FF2B5EF4-FFF2-40B4-BE49-F238E27FC236}">
                <a16:creationId xmlns:a16="http://schemas.microsoft.com/office/drawing/2014/main" id="{D2DBBEBC-9747-4A92-BC4E-23D1A3BEFD65}"/>
              </a:ext>
            </a:extLst>
          </p:cNvPr>
          <p:cNvSpPr>
            <a:spLocks xmlns:a="http://schemas.openxmlformats.org/drawingml/2006/main" noGrp="1"/>
          </p:cNvSpPr>
          <p:nvPr/>
        </p:nvSpPr>
        <p:spPr>
          <a:xfrm xmlns:a="http://schemas.openxmlformats.org/drawingml/2006/main">
            <a:off x="857250" y="2476500"/>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575" b="1">
                <a:solidFill>
                  <a:srgbClr val="4472C4"/>
                </a:solidFill>
                <a:latin typeface="Arial"/>
                <a:ea typeface="Arial"/>
                <a:cs typeface="Arial"/>
              </a:defRPr>
            </a:pPr>
            <a:r>
              <a:rPr sz="1575" b="1">
                <a:solidFill>
                  <a:srgbClr val="4472C4"/>
                </a:solidFill>
                <a:latin typeface="Arial"/>
                <a:ea typeface="Arial"/>
                <a:cs typeface="Arial"/>
              </a:rPr>
              <a:t>Gene A</a:t>
            </a:r>
          </a:p>
        </p:txBody>
      </p:sp>
      <p:sp>
        <p:nvSpPr>
          <p:cNvPr id="7" name="">
            <a:extLst xmlns:a="http://schemas.openxmlformats.org/drawingml/2006/main">
              <a:ext uri="{FF2B5EF4-FFF2-40B4-BE49-F238E27FC236}">
                <a16:creationId xmlns:a16="http://schemas.microsoft.com/office/drawing/2014/main" id="{21738A96-9BDC-4C2C-8BC5-6200512555C4}"/>
              </a:ext>
            </a:extLst>
          </p:cNvPr>
          <p:cNvSpPr>
            <a:spLocks xmlns:a="http://schemas.openxmlformats.org/drawingml/2006/main" noGrp="1"/>
          </p:cNvSpPr>
          <p:nvPr/>
        </p:nvSpPr>
        <p:spPr>
          <a:xfrm xmlns:a="http://schemas.openxmlformats.org/drawingml/2006/main">
            <a:off x="1952625" y="2514600"/>
            <a:ext cx="3905250" cy="266700"/>
          </a:xfrm>
          <a:prstGeom xmlns:a="http://schemas.openxmlformats.org/drawingml/2006/main" prst="rect">
            <a:avLst/>
          </a:prstGeom>
          <a:solidFill xmlns:a="http://schemas.openxmlformats.org/drawingml/2006/main">
            <a:srgbClr val="4472C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23DB863-1DAA-4723-A97D-95111EC4076A}"/>
              </a:ext>
            </a:extLst>
          </p:cNvPr>
          <p:cNvSpPr>
            <a:spLocks xmlns:a="http://schemas.openxmlformats.org/drawingml/2006/main" noGrp="1"/>
          </p:cNvSpPr>
          <p:nvPr/>
        </p:nvSpPr>
        <p:spPr>
          <a:xfrm xmlns:a="http://schemas.openxmlformats.org/drawingml/2006/main">
            <a:off x="2095500" y="285750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275">
                <a:solidFill>
                  <a:srgbClr val="5B6472"/>
                </a:solidFill>
                <a:latin typeface="Arial"/>
                <a:ea typeface="Arial"/>
                <a:cs typeface="Arial"/>
              </a:defRPr>
            </a:pPr>
            <a:r>
              <a:rPr sz="1275">
                <a:solidFill>
                  <a:srgbClr val="5B6472"/>
                </a:solidFill>
                <a:latin typeface="Arial"/>
                <a:ea typeface="Arial"/>
                <a:cs typeface="Arial"/>
              </a:rPr>
              <a:t>large numeric range</a:t>
            </a:r>
          </a:p>
        </p:txBody>
      </p:sp>
      <p:sp>
        <p:nvSpPr>
          <p:cNvPr id="9" name="">
            <a:extLst xmlns:a="http://schemas.openxmlformats.org/drawingml/2006/main">
              <a:ext uri="{FF2B5EF4-FFF2-40B4-BE49-F238E27FC236}">
                <a16:creationId xmlns:a16="http://schemas.microsoft.com/office/drawing/2014/main" id="{89B23D3D-DED4-46B9-BCE6-BB0EBE18B962}"/>
              </a:ext>
            </a:extLst>
          </p:cNvPr>
          <p:cNvSpPr>
            <a:spLocks xmlns:a="http://schemas.openxmlformats.org/drawingml/2006/main" noGrp="1"/>
          </p:cNvSpPr>
          <p:nvPr/>
        </p:nvSpPr>
        <p:spPr>
          <a:xfrm xmlns:a="http://schemas.openxmlformats.org/drawingml/2006/main">
            <a:off x="857250" y="33813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575" b="1">
                <a:solidFill>
                  <a:srgbClr val="ED7D31"/>
                </a:solidFill>
                <a:latin typeface="Arial"/>
                <a:ea typeface="Arial"/>
                <a:cs typeface="Arial"/>
              </a:defRPr>
            </a:pPr>
            <a:r>
              <a:rPr sz="1575" b="1">
                <a:solidFill>
                  <a:srgbClr val="ED7D31"/>
                </a:solidFill>
                <a:latin typeface="Arial"/>
                <a:ea typeface="Arial"/>
                <a:cs typeface="Arial"/>
              </a:rPr>
              <a:t>Gene B</a:t>
            </a:r>
          </a:p>
        </p:txBody>
      </p:sp>
      <p:sp>
        <p:nvSpPr>
          <p:cNvPr id="10" name="">
            <a:extLst xmlns:a="http://schemas.openxmlformats.org/drawingml/2006/main">
              <a:ext uri="{FF2B5EF4-FFF2-40B4-BE49-F238E27FC236}">
                <a16:creationId xmlns:a16="http://schemas.microsoft.com/office/drawing/2014/main" id="{1ED70A9D-4C10-4D9E-BAFB-D812C030A411}"/>
              </a:ext>
            </a:extLst>
          </p:cNvPr>
          <p:cNvSpPr>
            <a:spLocks xmlns:a="http://schemas.openxmlformats.org/drawingml/2006/main" noGrp="1"/>
          </p:cNvSpPr>
          <p:nvPr/>
        </p:nvSpPr>
        <p:spPr>
          <a:xfrm xmlns:a="http://schemas.openxmlformats.org/drawingml/2006/main">
            <a:off x="1952625" y="3419475"/>
            <a:ext cx="1428750" cy="266700"/>
          </a:xfrm>
          <a:prstGeom xmlns:a="http://schemas.openxmlformats.org/drawingml/2006/main" prst="rect">
            <a:avLst/>
          </a:prstGeom>
          <a:solidFill xmlns:a="http://schemas.openxmlformats.org/drawingml/2006/main">
            <a:srgbClr val="ED7D3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52D4F39-37EF-48A4-9533-1C8E04742295}"/>
              </a:ext>
            </a:extLst>
          </p:cNvPr>
          <p:cNvSpPr>
            <a:spLocks xmlns:a="http://schemas.openxmlformats.org/drawingml/2006/main" noGrp="1"/>
          </p:cNvSpPr>
          <p:nvPr/>
        </p:nvSpPr>
        <p:spPr>
          <a:xfrm xmlns:a="http://schemas.openxmlformats.org/drawingml/2006/main">
            <a:off x="2095500" y="3762375"/>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275">
                <a:solidFill>
                  <a:srgbClr val="5B6472"/>
                </a:solidFill>
                <a:latin typeface="Arial"/>
                <a:ea typeface="Arial"/>
                <a:cs typeface="Arial"/>
              </a:defRPr>
            </a:pPr>
            <a:r>
              <a:rPr sz="1275">
                <a:solidFill>
                  <a:srgbClr val="5B6472"/>
                </a:solidFill>
                <a:latin typeface="Arial"/>
                <a:ea typeface="Arial"/>
                <a:cs typeface="Arial"/>
              </a:rPr>
              <a:t>small numeric range</a:t>
            </a:r>
          </a:p>
        </p:txBody>
      </p:sp>
      <p:sp>
        <p:nvSpPr>
          <p:cNvPr id="12" name="">
            <a:extLst xmlns:a="http://schemas.openxmlformats.org/drawingml/2006/main">
              <a:ext uri="{FF2B5EF4-FFF2-40B4-BE49-F238E27FC236}">
                <a16:creationId xmlns:a16="http://schemas.microsoft.com/office/drawing/2014/main" id="{F84D9AA1-4953-4E8F-877F-8C0BE44D8728}"/>
              </a:ext>
            </a:extLst>
          </p:cNvPr>
          <p:cNvSpPr>
            <a:spLocks xmlns:a="http://schemas.openxmlformats.org/drawingml/2006/main" noGrp="1"/>
          </p:cNvSpPr>
          <p:nvPr/>
        </p:nvSpPr>
        <p:spPr>
          <a:xfrm xmlns:a="http://schemas.openxmlformats.org/drawingml/2006/main">
            <a:off x="857250" y="4286250"/>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575" b="1">
                <a:solidFill>
                  <a:srgbClr val="7551A8"/>
                </a:solidFill>
                <a:latin typeface="Arial"/>
                <a:ea typeface="Arial"/>
                <a:cs typeface="Arial"/>
              </a:defRPr>
            </a:pPr>
            <a:r>
              <a:rPr sz="1575" b="1">
                <a:solidFill>
                  <a:srgbClr val="7551A8"/>
                </a:solidFill>
                <a:latin typeface="Arial"/>
                <a:ea typeface="Arial"/>
                <a:cs typeface="Arial"/>
              </a:rPr>
              <a:t>Gene C</a:t>
            </a:r>
          </a:p>
        </p:txBody>
      </p:sp>
      <p:sp>
        <p:nvSpPr>
          <p:cNvPr id="13" name="">
            <a:extLst xmlns:a="http://schemas.openxmlformats.org/drawingml/2006/main">
              <a:ext uri="{FF2B5EF4-FFF2-40B4-BE49-F238E27FC236}">
                <a16:creationId xmlns:a16="http://schemas.microsoft.com/office/drawing/2014/main" id="{33DAB8CB-39C4-4BB0-B029-43A406B9094C}"/>
              </a:ext>
            </a:extLst>
          </p:cNvPr>
          <p:cNvSpPr>
            <a:spLocks xmlns:a="http://schemas.openxmlformats.org/drawingml/2006/main" noGrp="1"/>
          </p:cNvSpPr>
          <p:nvPr/>
        </p:nvSpPr>
        <p:spPr>
          <a:xfrm xmlns:a="http://schemas.openxmlformats.org/drawingml/2006/main">
            <a:off x="1952625" y="4324350"/>
            <a:ext cx="2381250" cy="266700"/>
          </a:xfrm>
          <a:prstGeom xmlns:a="http://schemas.openxmlformats.org/drawingml/2006/main" prst="rect">
            <a:avLst/>
          </a:prstGeom>
          <a:solidFill xmlns:a="http://schemas.openxmlformats.org/drawingml/2006/main">
            <a:srgbClr val="7551A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D4E3F2C-0ED2-42E9-8222-CB41BAFF6B22}"/>
              </a:ext>
            </a:extLst>
          </p:cNvPr>
          <p:cNvSpPr>
            <a:spLocks xmlns:a="http://schemas.openxmlformats.org/drawingml/2006/main" noGrp="1"/>
          </p:cNvSpPr>
          <p:nvPr/>
        </p:nvSpPr>
        <p:spPr>
          <a:xfrm xmlns:a="http://schemas.openxmlformats.org/drawingml/2006/main">
            <a:off x="2095500" y="46672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275">
                <a:solidFill>
                  <a:srgbClr val="5B6472"/>
                </a:solidFill>
                <a:latin typeface="Arial"/>
                <a:ea typeface="Arial"/>
                <a:cs typeface="Arial"/>
              </a:defRPr>
            </a:pPr>
            <a:r>
              <a:rPr sz="1275">
                <a:solidFill>
                  <a:srgbClr val="5B6472"/>
                </a:solidFill>
                <a:latin typeface="Arial"/>
                <a:ea typeface="Arial"/>
                <a:cs typeface="Arial"/>
              </a:rPr>
              <a:t>medium numeric range</a:t>
            </a:r>
          </a:p>
        </p:txBody>
      </p:sp>
      <p:sp>
        <p:nvSpPr>
          <p:cNvPr id="15" name="">
            <a:extLst xmlns:a="http://schemas.openxmlformats.org/drawingml/2006/main">
              <a:ext uri="{FF2B5EF4-FFF2-40B4-BE49-F238E27FC236}">
                <a16:creationId xmlns:a16="http://schemas.microsoft.com/office/drawing/2014/main" id="{428285DE-1612-4182-80B7-9E5E0B1C228C}"/>
              </a:ext>
            </a:extLst>
          </p:cNvPr>
          <p:cNvSpPr>
            <a:spLocks xmlns:a="http://schemas.openxmlformats.org/drawingml/2006/main" noGrp="1"/>
          </p:cNvSpPr>
          <p:nvPr/>
        </p:nvSpPr>
        <p:spPr>
          <a:xfrm xmlns:a="http://schemas.openxmlformats.org/drawingml/2006/main">
            <a:off x="5876925" y="3381375"/>
            <a:ext cx="523875" cy="2667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D88B557-D11D-43A0-BEA5-16DDC9BB9033}"/>
              </a:ext>
            </a:extLst>
          </p:cNvPr>
          <p:cNvSpPr>
            <a:spLocks xmlns:a="http://schemas.openxmlformats.org/drawingml/2006/main" noGrp="1"/>
          </p:cNvSpPr>
          <p:nvPr/>
        </p:nvSpPr>
        <p:spPr>
          <a:xfrm xmlns:a="http://schemas.openxmlformats.org/drawingml/2006/main">
            <a:off x="6858000" y="2476500"/>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575" b="1">
                <a:solidFill>
                  <a:srgbClr val="4472C4"/>
                </a:solidFill>
                <a:latin typeface="Arial"/>
                <a:ea typeface="Arial"/>
                <a:cs typeface="Arial"/>
              </a:defRPr>
            </a:pPr>
            <a:r>
              <a:rPr sz="1575" b="1">
                <a:solidFill>
                  <a:srgbClr val="4472C4"/>
                </a:solidFill>
                <a:latin typeface="Arial"/>
                <a:ea typeface="Arial"/>
                <a:cs typeface="Arial"/>
              </a:rPr>
              <a:t>Gene A</a:t>
            </a:r>
          </a:p>
        </p:txBody>
      </p:sp>
      <p:sp>
        <p:nvSpPr>
          <p:cNvPr id="17" name="">
            <a:extLst xmlns:a="http://schemas.openxmlformats.org/drawingml/2006/main">
              <a:ext uri="{FF2B5EF4-FFF2-40B4-BE49-F238E27FC236}">
                <a16:creationId xmlns:a16="http://schemas.microsoft.com/office/drawing/2014/main" id="{B0E4E52B-51FF-4A3E-AA64-2568276DC801}"/>
              </a:ext>
            </a:extLst>
          </p:cNvPr>
          <p:cNvSpPr>
            <a:spLocks xmlns:a="http://schemas.openxmlformats.org/drawingml/2006/main" noGrp="1"/>
          </p:cNvSpPr>
          <p:nvPr/>
        </p:nvSpPr>
        <p:spPr>
          <a:xfrm xmlns:a="http://schemas.openxmlformats.org/drawingml/2006/main">
            <a:off x="8048625" y="2647950"/>
            <a:ext cx="2571750" cy="0"/>
          </a:xfrm>
          <a:prstGeom xmlns:a="http://schemas.openxmlformats.org/drawingml/2006/main" prst="line">
            <a:avLst/>
          </a:prstGeom>
          <a:noFill xmlns:a="http://schemas.openxmlformats.org/drawingml/2006/main"/>
          <a:ln xmlns:a="http://schemas.openxmlformats.org/drawingml/2006/main" w="19050">
            <a:solidFill>
              <a:srgbClr val="D5D9E0"/>
            </a:solidFill>
            <a:prstDash val="solid"/>
          </a:ln>
        </p:spPr>
      </p:sp>
      <p:sp>
        <p:nvSpPr>
          <p:cNvPr id="18" name="">
            <a:extLst xmlns:a="http://schemas.openxmlformats.org/drawingml/2006/main">
              <a:ext uri="{FF2B5EF4-FFF2-40B4-BE49-F238E27FC236}">
                <a16:creationId xmlns:a16="http://schemas.microsoft.com/office/drawing/2014/main" id="{5A46E3E3-F391-45A9-A465-AE99B795196D}"/>
              </a:ext>
            </a:extLst>
          </p:cNvPr>
          <p:cNvSpPr>
            <a:spLocks xmlns:a="http://schemas.openxmlformats.org/drawingml/2006/main" noGrp="1"/>
          </p:cNvSpPr>
          <p:nvPr/>
        </p:nvSpPr>
        <p:spPr>
          <a:xfrm xmlns:a="http://schemas.openxmlformats.org/drawingml/2006/main">
            <a:off x="8810625" y="2514600"/>
            <a:ext cx="1047750" cy="266700"/>
          </a:xfrm>
          <a:prstGeom xmlns:a="http://schemas.openxmlformats.org/drawingml/2006/main" prst="rect">
            <a:avLst/>
          </a:prstGeom>
          <a:solidFill xmlns:a="http://schemas.openxmlformats.org/drawingml/2006/main">
            <a:srgbClr val="4472C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820A0B0-A591-46D9-B4CC-334EC5398188}"/>
              </a:ext>
            </a:extLst>
          </p:cNvPr>
          <p:cNvSpPr>
            <a:spLocks xmlns:a="http://schemas.openxmlformats.org/drawingml/2006/main" noGrp="1"/>
          </p:cNvSpPr>
          <p:nvPr/>
        </p:nvSpPr>
        <p:spPr>
          <a:xfrm xmlns:a="http://schemas.openxmlformats.org/drawingml/2006/main">
            <a:off x="9191625" y="282892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200">
                <a:solidFill>
                  <a:srgbClr val="5B6472"/>
                </a:solidFill>
                <a:latin typeface="Arial"/>
                <a:ea typeface="Arial"/>
                <a:cs typeface="Arial"/>
              </a:defRPr>
            </a:pPr>
            <a:r>
              <a:rPr sz="1200">
                <a:solidFill>
                  <a:srgbClr val="5B6472"/>
                </a:solidFill>
                <a:latin typeface="Arial"/>
                <a:ea typeface="Arial"/>
                <a:cs typeface="Arial"/>
              </a:rPr>
              <a:t>0</a:t>
            </a:r>
          </a:p>
        </p:txBody>
      </p:sp>
      <p:sp>
        <p:nvSpPr>
          <p:cNvPr id="20" name="">
            <a:extLst xmlns:a="http://schemas.openxmlformats.org/drawingml/2006/main">
              <a:ext uri="{FF2B5EF4-FFF2-40B4-BE49-F238E27FC236}">
                <a16:creationId xmlns:a16="http://schemas.microsoft.com/office/drawing/2014/main" id="{385302AD-D75A-4689-BC6B-15DF9D536EF8}"/>
              </a:ext>
            </a:extLst>
          </p:cNvPr>
          <p:cNvSpPr>
            <a:spLocks xmlns:a="http://schemas.openxmlformats.org/drawingml/2006/main" noGrp="1"/>
          </p:cNvSpPr>
          <p:nvPr/>
        </p:nvSpPr>
        <p:spPr>
          <a:xfrm xmlns:a="http://schemas.openxmlformats.org/drawingml/2006/main">
            <a:off x="6858000" y="3381375"/>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575" b="1">
                <a:solidFill>
                  <a:srgbClr val="ED7D31"/>
                </a:solidFill>
                <a:latin typeface="Arial"/>
                <a:ea typeface="Arial"/>
                <a:cs typeface="Arial"/>
              </a:defRPr>
            </a:pPr>
            <a:r>
              <a:rPr sz="1575" b="1">
                <a:solidFill>
                  <a:srgbClr val="ED7D31"/>
                </a:solidFill>
                <a:latin typeface="Arial"/>
                <a:ea typeface="Arial"/>
                <a:cs typeface="Arial"/>
              </a:rPr>
              <a:t>Gene B</a:t>
            </a:r>
          </a:p>
        </p:txBody>
      </p:sp>
      <p:sp>
        <p:nvSpPr>
          <p:cNvPr id="21" name="">
            <a:extLst xmlns:a="http://schemas.openxmlformats.org/drawingml/2006/main">
              <a:ext uri="{FF2B5EF4-FFF2-40B4-BE49-F238E27FC236}">
                <a16:creationId xmlns:a16="http://schemas.microsoft.com/office/drawing/2014/main" id="{836137DE-B66C-4DA1-A6DF-8F044D0F472C}"/>
              </a:ext>
            </a:extLst>
          </p:cNvPr>
          <p:cNvSpPr>
            <a:spLocks xmlns:a="http://schemas.openxmlformats.org/drawingml/2006/main" noGrp="1"/>
          </p:cNvSpPr>
          <p:nvPr/>
        </p:nvSpPr>
        <p:spPr>
          <a:xfrm xmlns:a="http://schemas.openxmlformats.org/drawingml/2006/main">
            <a:off x="8048625" y="3552825"/>
            <a:ext cx="2571750" cy="0"/>
          </a:xfrm>
          <a:prstGeom xmlns:a="http://schemas.openxmlformats.org/drawingml/2006/main" prst="line">
            <a:avLst/>
          </a:prstGeom>
          <a:noFill xmlns:a="http://schemas.openxmlformats.org/drawingml/2006/main"/>
          <a:ln xmlns:a="http://schemas.openxmlformats.org/drawingml/2006/main" w="19050">
            <a:solidFill>
              <a:srgbClr val="D5D9E0"/>
            </a:solidFill>
            <a:prstDash val="solid"/>
          </a:ln>
        </p:spPr>
      </p:sp>
      <p:sp>
        <p:nvSpPr>
          <p:cNvPr id="22" name="">
            <a:extLst xmlns:a="http://schemas.openxmlformats.org/drawingml/2006/main">
              <a:ext uri="{FF2B5EF4-FFF2-40B4-BE49-F238E27FC236}">
                <a16:creationId xmlns:a16="http://schemas.microsoft.com/office/drawing/2014/main" id="{9CBFB27F-7332-40D1-8E2D-01E687481000}"/>
              </a:ext>
            </a:extLst>
          </p:cNvPr>
          <p:cNvSpPr>
            <a:spLocks xmlns:a="http://schemas.openxmlformats.org/drawingml/2006/main" noGrp="1"/>
          </p:cNvSpPr>
          <p:nvPr/>
        </p:nvSpPr>
        <p:spPr>
          <a:xfrm xmlns:a="http://schemas.openxmlformats.org/drawingml/2006/main">
            <a:off x="8810625" y="3419475"/>
            <a:ext cx="1047750" cy="266700"/>
          </a:xfrm>
          <a:prstGeom xmlns:a="http://schemas.openxmlformats.org/drawingml/2006/main" prst="rect">
            <a:avLst/>
          </a:prstGeom>
          <a:solidFill xmlns:a="http://schemas.openxmlformats.org/drawingml/2006/main">
            <a:srgbClr val="ED7D31"/>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1A97734-C425-4DE1-8D9E-C3BDA89EA782}"/>
              </a:ext>
            </a:extLst>
          </p:cNvPr>
          <p:cNvSpPr>
            <a:spLocks xmlns:a="http://schemas.openxmlformats.org/drawingml/2006/main" noGrp="1"/>
          </p:cNvSpPr>
          <p:nvPr/>
        </p:nvSpPr>
        <p:spPr>
          <a:xfrm xmlns:a="http://schemas.openxmlformats.org/drawingml/2006/main">
            <a:off x="9191625" y="37338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200">
                <a:solidFill>
                  <a:srgbClr val="5B6472"/>
                </a:solidFill>
                <a:latin typeface="Arial"/>
                <a:ea typeface="Arial"/>
                <a:cs typeface="Arial"/>
              </a:defRPr>
            </a:pPr>
            <a:r>
              <a:rPr sz="1200">
                <a:solidFill>
                  <a:srgbClr val="5B6472"/>
                </a:solidFill>
                <a:latin typeface="Arial"/>
                <a:ea typeface="Arial"/>
                <a:cs typeface="Arial"/>
              </a:rPr>
              <a:t>0</a:t>
            </a:r>
          </a:p>
        </p:txBody>
      </p:sp>
      <p:sp>
        <p:nvSpPr>
          <p:cNvPr id="24" name="">
            <a:extLst xmlns:a="http://schemas.openxmlformats.org/drawingml/2006/main">
              <a:ext uri="{FF2B5EF4-FFF2-40B4-BE49-F238E27FC236}">
                <a16:creationId xmlns:a16="http://schemas.microsoft.com/office/drawing/2014/main" id="{D33EAF4D-22A0-4DCA-AD41-585E0B75CBBD}"/>
              </a:ext>
            </a:extLst>
          </p:cNvPr>
          <p:cNvSpPr>
            <a:spLocks xmlns:a="http://schemas.openxmlformats.org/drawingml/2006/main" noGrp="1"/>
          </p:cNvSpPr>
          <p:nvPr/>
        </p:nvSpPr>
        <p:spPr>
          <a:xfrm xmlns:a="http://schemas.openxmlformats.org/drawingml/2006/main">
            <a:off x="6858000" y="4286250"/>
            <a:ext cx="104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575" b="1">
                <a:solidFill>
                  <a:srgbClr val="7551A8"/>
                </a:solidFill>
                <a:latin typeface="Arial"/>
                <a:ea typeface="Arial"/>
                <a:cs typeface="Arial"/>
              </a:defRPr>
            </a:pPr>
            <a:r>
              <a:rPr sz="1575" b="1">
                <a:solidFill>
                  <a:srgbClr val="7551A8"/>
                </a:solidFill>
                <a:latin typeface="Arial"/>
                <a:ea typeface="Arial"/>
                <a:cs typeface="Arial"/>
              </a:rPr>
              <a:t>Gene C</a:t>
            </a:r>
          </a:p>
        </p:txBody>
      </p:sp>
      <p:sp>
        <p:nvSpPr>
          <p:cNvPr id="25" name="">
            <a:extLst xmlns:a="http://schemas.openxmlformats.org/drawingml/2006/main">
              <a:ext uri="{FF2B5EF4-FFF2-40B4-BE49-F238E27FC236}">
                <a16:creationId xmlns:a16="http://schemas.microsoft.com/office/drawing/2014/main" id="{3E84384A-C985-49BF-A349-6494FD3621B8}"/>
              </a:ext>
            </a:extLst>
          </p:cNvPr>
          <p:cNvSpPr>
            <a:spLocks xmlns:a="http://schemas.openxmlformats.org/drawingml/2006/main" noGrp="1"/>
          </p:cNvSpPr>
          <p:nvPr/>
        </p:nvSpPr>
        <p:spPr>
          <a:xfrm xmlns:a="http://schemas.openxmlformats.org/drawingml/2006/main">
            <a:off x="8048625" y="4457700"/>
            <a:ext cx="2571750" cy="0"/>
          </a:xfrm>
          <a:prstGeom xmlns:a="http://schemas.openxmlformats.org/drawingml/2006/main" prst="line">
            <a:avLst/>
          </a:prstGeom>
          <a:noFill xmlns:a="http://schemas.openxmlformats.org/drawingml/2006/main"/>
          <a:ln xmlns:a="http://schemas.openxmlformats.org/drawingml/2006/main" w="19050">
            <a:solidFill>
              <a:srgbClr val="D5D9E0"/>
            </a:solidFill>
            <a:prstDash val="solid"/>
          </a:ln>
        </p:spPr>
      </p:sp>
      <p:sp>
        <p:nvSpPr>
          <p:cNvPr id="26" name="">
            <a:extLst xmlns:a="http://schemas.openxmlformats.org/drawingml/2006/main">
              <a:ext uri="{FF2B5EF4-FFF2-40B4-BE49-F238E27FC236}">
                <a16:creationId xmlns:a16="http://schemas.microsoft.com/office/drawing/2014/main" id="{0D51DCE6-F037-4D0D-8F1C-8AC7E70D79F6}"/>
              </a:ext>
            </a:extLst>
          </p:cNvPr>
          <p:cNvSpPr>
            <a:spLocks xmlns:a="http://schemas.openxmlformats.org/drawingml/2006/main" noGrp="1"/>
          </p:cNvSpPr>
          <p:nvPr/>
        </p:nvSpPr>
        <p:spPr>
          <a:xfrm xmlns:a="http://schemas.openxmlformats.org/drawingml/2006/main">
            <a:off x="8810625" y="4324350"/>
            <a:ext cx="1047750" cy="266700"/>
          </a:xfrm>
          <a:prstGeom xmlns:a="http://schemas.openxmlformats.org/drawingml/2006/main" prst="rect">
            <a:avLst/>
          </a:prstGeom>
          <a:solidFill xmlns:a="http://schemas.openxmlformats.org/drawingml/2006/main">
            <a:srgbClr val="7551A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714B688-BC6B-4106-8C0D-6AEBF4822A4A}"/>
              </a:ext>
            </a:extLst>
          </p:cNvPr>
          <p:cNvSpPr>
            <a:spLocks xmlns:a="http://schemas.openxmlformats.org/drawingml/2006/main" noGrp="1"/>
          </p:cNvSpPr>
          <p:nvPr/>
        </p:nvSpPr>
        <p:spPr>
          <a:xfrm xmlns:a="http://schemas.openxmlformats.org/drawingml/2006/main">
            <a:off x="9191625" y="4638675"/>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200">
                <a:solidFill>
                  <a:srgbClr val="5B6472"/>
                </a:solidFill>
                <a:latin typeface="Arial"/>
                <a:ea typeface="Arial"/>
                <a:cs typeface="Arial"/>
              </a:defRPr>
            </a:pPr>
            <a:r>
              <a:rPr sz="1200">
                <a:solidFill>
                  <a:srgbClr val="5B6472"/>
                </a:solidFill>
                <a:latin typeface="Arial"/>
                <a:ea typeface="Arial"/>
                <a:cs typeface="Arial"/>
              </a:rPr>
              <a:t>0</a:t>
            </a:r>
          </a:p>
        </p:txBody>
      </p:sp>
      <p:sp>
        <p:nvSpPr>
          <p:cNvPr id="28" name="">
            <a:extLst xmlns:a="http://schemas.openxmlformats.org/drawingml/2006/main">
              <a:ext uri="{FF2B5EF4-FFF2-40B4-BE49-F238E27FC236}">
                <a16:creationId xmlns:a16="http://schemas.microsoft.com/office/drawing/2014/main" id="{EBDBCA1F-A2DD-4E12-90D9-BD0FA38C8578}"/>
              </a:ext>
            </a:extLst>
          </p:cNvPr>
          <p:cNvSpPr>
            <a:spLocks xmlns:a="http://schemas.openxmlformats.org/drawingml/2006/main" noGrp="1"/>
          </p:cNvSpPr>
          <p:nvPr/>
        </p:nvSpPr>
        <p:spPr>
          <a:xfrm xmlns:a="http://schemas.openxmlformats.org/drawingml/2006/main">
            <a:off x="1476375" y="5476875"/>
            <a:ext cx="9239250" cy="666750"/>
          </a:xfrm>
          <a:prstGeom xmlns:a="http://schemas.openxmlformats.org/drawingml/2006/main" prst="roundRect">
            <a:avLst>
              <a:gd name="adj" fmla="val 22857"/>
            </a:avLst>
          </a:prstGeom>
          <a:solidFill xmlns:a="http://schemas.openxmlformats.org/drawingml/2006/main">
            <a:srgbClr val="E5F4F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A8C9090-88A5-49B2-8F84-DFAE45A6AB24}"/>
              </a:ext>
            </a:extLst>
          </p:cNvPr>
          <p:cNvSpPr>
            <a:spLocks xmlns:a="http://schemas.openxmlformats.org/drawingml/2006/main" noGrp="1"/>
          </p:cNvSpPr>
          <p:nvPr/>
        </p:nvSpPr>
        <p:spPr>
          <a:xfrm xmlns:a="http://schemas.openxmlformats.org/drawingml/2006/main">
            <a:off x="1905000" y="5629275"/>
            <a:ext cx="838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800" b="1">
                <a:solidFill>
                  <a:srgbClr val="1F2937"/>
                </a:solidFill>
                <a:latin typeface="Arial"/>
                <a:ea typeface="Arial"/>
                <a:cs typeface="Arial"/>
              </a:defRPr>
            </a:pPr>
            <a:r>
              <a:rPr sz="1800" b="1">
                <a:solidFill>
                  <a:srgbClr val="1F2937"/>
                </a:solidFill>
                <a:latin typeface="Arial"/>
                <a:ea typeface="Arial"/>
                <a:cs typeface="Arial"/>
              </a:rPr>
              <a:t>Effect: each gene is centered at zero and scaled to unit variance.</a:t>
            </a:r>
          </a:p>
        </p:txBody>
      </p:sp>
    </p:spTree>
    <p:extLst>
      <p:ext uri="{BB962C8B-B14F-4D97-AF65-F5344CB8AC3E}">
        <p14:creationId xmlns:p14="http://schemas.microsoft.com/office/powerpoint/2010/main" val="23762114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slide-title">
            <a:extLst xmlns:a="http://schemas.openxmlformats.org/drawingml/2006/main">
              <a:ext uri="{FF2B5EF4-FFF2-40B4-BE49-F238E27FC236}">
                <a16:creationId xmlns:a16="http://schemas.microsoft.com/office/drawing/2014/main" id="{02F7E42A-D8D9-4F5F-BDB2-CF039E9B87CA}"/>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3225">
                <a:solidFill>
                  <a:srgbClr val="111827"/>
                </a:solidFill>
                <a:latin typeface="Arial"/>
                <a:ea typeface="Arial"/>
                <a:cs typeface="Arial"/>
              </a:defRPr>
            </a:pPr>
            <a:r>
              <a:rPr sz="3225">
                <a:solidFill>
                  <a:srgbClr val="111827"/>
                </a:solidFill>
                <a:latin typeface="Arial"/>
                <a:ea typeface="Arial"/>
                <a:cs typeface="Arial"/>
              </a:rPr>
              <a:t>Principal component analysis</a:t>
            </a:r>
          </a:p>
        </p:txBody>
      </p:sp>
      <p:sp>
        <p:nvSpPr>
          <p:cNvPr id="2" name="title-accent">
            <a:extLst xmlns:a="http://schemas.openxmlformats.org/drawingml/2006/main">
              <a:ext uri="{FF2B5EF4-FFF2-40B4-BE49-F238E27FC236}">
                <a16:creationId xmlns:a16="http://schemas.microsoft.com/office/drawing/2014/main" id="{29DD266B-CD2F-4105-8EC6-3CB4868BC89D}"/>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sp>
      <p:sp>
        <p:nvSpPr>
          <p:cNvPr id="3" name="slide-subtitle">
            <a:extLst xmlns:a="http://schemas.openxmlformats.org/drawingml/2006/main">
              <a:ext uri="{FF2B5EF4-FFF2-40B4-BE49-F238E27FC236}">
                <a16:creationId xmlns:a16="http://schemas.microsoft.com/office/drawing/2014/main" id="{6001FA38-2048-4F42-B4CB-09F4A671D65F}"/>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425">
                <a:solidFill>
                  <a:srgbClr val="5B6472"/>
                </a:solidFill>
                <a:latin typeface="Arial"/>
                <a:ea typeface="Arial"/>
                <a:cs typeface="Arial"/>
              </a:defRPr>
            </a:pPr>
            <a:r>
              <a:rPr sz="1425">
                <a:solidFill>
                  <a:srgbClr val="5B6472"/>
                </a:solidFill>
                <a:latin typeface="Arial"/>
                <a:ea typeface="Arial"/>
                <a:cs typeface="Arial"/>
              </a:rPr>
              <a:t>A PC1–PC2 view can hide structure carried by another component</a:t>
            </a:r>
          </a:p>
        </p:txBody>
      </p:sp>
      <p:sp>
        <p:nvSpPr>
          <p:cNvPr id="4" name="">
            <a:extLst xmlns:a="http://schemas.openxmlformats.org/drawingml/2006/main">
              <a:ext uri="{FF2B5EF4-FFF2-40B4-BE49-F238E27FC236}">
                <a16:creationId xmlns:a16="http://schemas.microsoft.com/office/drawing/2014/main" id="{77C497CD-18DF-483A-9DE5-469929E538CA}"/>
              </a:ext>
            </a:extLst>
          </p:cNvPr>
          <p:cNvSpPr>
            <a:spLocks xmlns:a="http://schemas.openxmlformats.org/drawingml/2006/main" noGrp="1"/>
          </p:cNvSpPr>
          <p:nvPr/>
        </p:nvSpPr>
        <p:spPr>
          <a:xfrm xmlns:a="http://schemas.openxmlformats.org/drawingml/2006/main">
            <a:off x="952500" y="152400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950" b="1">
                <a:solidFill>
                  <a:srgbClr val="4472C4"/>
                </a:solidFill>
                <a:latin typeface="Arial"/>
                <a:ea typeface="Arial"/>
                <a:cs typeface="Arial"/>
              </a:defRPr>
            </a:pPr>
            <a:r>
              <a:rPr sz="1950" b="1">
                <a:solidFill>
                  <a:srgbClr val="4472C4"/>
                </a:solidFill>
                <a:latin typeface="Arial"/>
                <a:ea typeface="Arial"/>
                <a:cs typeface="Arial"/>
              </a:rPr>
              <a:t>PC1 and PC2</a:t>
            </a:r>
          </a:p>
        </p:txBody>
      </p:sp>
      <p:sp>
        <p:nvSpPr>
          <p:cNvPr id="5" name="">
            <a:extLst xmlns:a="http://schemas.openxmlformats.org/drawingml/2006/main">
              <a:ext uri="{FF2B5EF4-FFF2-40B4-BE49-F238E27FC236}">
                <a16:creationId xmlns:a16="http://schemas.microsoft.com/office/drawing/2014/main" id="{8DABDC41-33D4-4443-B792-7A761806662E}"/>
              </a:ext>
            </a:extLst>
          </p:cNvPr>
          <p:cNvSpPr>
            <a:spLocks xmlns:a="http://schemas.openxmlformats.org/drawingml/2006/main" noGrp="1"/>
          </p:cNvSpPr>
          <p:nvPr/>
        </p:nvSpPr>
        <p:spPr>
          <a:xfrm xmlns:a="http://schemas.openxmlformats.org/drawingml/2006/main">
            <a:off x="952500" y="18573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350">
                <a:solidFill>
                  <a:srgbClr val="5B6472"/>
                </a:solidFill>
                <a:latin typeface="Arial"/>
                <a:ea typeface="Arial"/>
                <a:cs typeface="Arial"/>
              </a:defRPr>
            </a:pPr>
            <a:r>
              <a:rPr sz="1350">
                <a:solidFill>
                  <a:srgbClr val="5B6472"/>
                </a:solidFill>
                <a:latin typeface="Arial"/>
                <a:ea typeface="Arial"/>
                <a:cs typeface="Arial"/>
              </a:rPr>
              <a:t>groups overlap</a:t>
            </a:r>
          </a:p>
        </p:txBody>
      </p:sp>
      <p:sp>
        <p:nvSpPr>
          <p:cNvPr id="6" name="">
            <a:extLst xmlns:a="http://schemas.openxmlformats.org/drawingml/2006/main">
              <a:ext uri="{FF2B5EF4-FFF2-40B4-BE49-F238E27FC236}">
                <a16:creationId xmlns:a16="http://schemas.microsoft.com/office/drawing/2014/main" id="{96666B51-EC63-4360-9CE0-038DBA330AE4}"/>
              </a:ext>
            </a:extLst>
          </p:cNvPr>
          <p:cNvSpPr>
            <a:spLocks xmlns:a="http://schemas.openxmlformats.org/drawingml/2006/main" noGrp="1"/>
          </p:cNvSpPr>
          <p:nvPr/>
        </p:nvSpPr>
        <p:spPr>
          <a:xfrm xmlns:a="http://schemas.openxmlformats.org/drawingml/2006/main">
            <a:off x="1000125" y="4905375"/>
            <a:ext cx="4095750" cy="0"/>
          </a:xfrm>
          <a:prstGeom xmlns:a="http://schemas.openxmlformats.org/drawingml/2006/main" prst="line">
            <a:avLst/>
          </a:prstGeom>
          <a:noFill xmlns:a="http://schemas.openxmlformats.org/drawingml/2006/main"/>
          <a:ln xmlns:a="http://schemas.openxmlformats.org/drawingml/2006/main" w="19050">
            <a:solidFill>
              <a:srgbClr val="1F2937"/>
            </a:solidFill>
            <a:prstDash val="solid"/>
          </a:ln>
        </p:spPr>
      </p:sp>
      <p:sp>
        <p:nvSpPr>
          <p:cNvPr id="7" name="">
            <a:extLst xmlns:a="http://schemas.openxmlformats.org/drawingml/2006/main">
              <a:ext uri="{FF2B5EF4-FFF2-40B4-BE49-F238E27FC236}">
                <a16:creationId xmlns:a16="http://schemas.microsoft.com/office/drawing/2014/main" id="{6AD57F23-1B3C-4397-9AC7-3412FA1B416F}"/>
              </a:ext>
            </a:extLst>
          </p:cNvPr>
          <p:cNvSpPr>
            <a:spLocks xmlns:a="http://schemas.openxmlformats.org/drawingml/2006/main" noGrp="1"/>
          </p:cNvSpPr>
          <p:nvPr/>
        </p:nvSpPr>
        <p:spPr>
          <a:xfrm xmlns:a="http://schemas.openxmlformats.org/drawingml/2006/main">
            <a:off x="1000125" y="2238375"/>
            <a:ext cx="0" cy="2667000"/>
          </a:xfrm>
          <a:prstGeom xmlns:a="http://schemas.openxmlformats.org/drawingml/2006/main" prst="line">
            <a:avLst/>
          </a:prstGeom>
          <a:noFill xmlns:a="http://schemas.openxmlformats.org/drawingml/2006/main"/>
          <a:ln xmlns:a="http://schemas.openxmlformats.org/drawingml/2006/main" w="19050">
            <a:solidFill>
              <a:srgbClr val="1F2937"/>
            </a:solidFill>
            <a:prstDash val="solid"/>
          </a:ln>
        </p:spPr>
      </p:sp>
      <p:sp>
        <p:nvSpPr>
          <p:cNvPr id="8" name="">
            <a:extLst xmlns:a="http://schemas.openxmlformats.org/drawingml/2006/main">
              <a:ext uri="{FF2B5EF4-FFF2-40B4-BE49-F238E27FC236}">
                <a16:creationId xmlns:a16="http://schemas.microsoft.com/office/drawing/2014/main" id="{EE84CC01-854F-41B4-8527-F3F6763295A1}"/>
              </a:ext>
            </a:extLst>
          </p:cNvPr>
          <p:cNvSpPr>
            <a:spLocks xmlns:a="http://schemas.openxmlformats.org/drawingml/2006/main" noGrp="1"/>
          </p:cNvSpPr>
          <p:nvPr/>
        </p:nvSpPr>
        <p:spPr>
          <a:xfrm xmlns:a="http://schemas.openxmlformats.org/drawingml/2006/main">
            <a:off x="1714500" y="3076575"/>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3DAA616A-2087-4CDF-A2A3-49632D553754}"/>
              </a:ext>
            </a:extLst>
          </p:cNvPr>
          <p:cNvSpPr>
            <a:spLocks xmlns:a="http://schemas.openxmlformats.org/drawingml/2006/main" noGrp="1"/>
          </p:cNvSpPr>
          <p:nvPr/>
        </p:nvSpPr>
        <p:spPr>
          <a:xfrm xmlns:a="http://schemas.openxmlformats.org/drawingml/2006/main">
            <a:off x="2381250" y="3743325"/>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F33C5FD0-1882-46D1-B2CC-C7707A7674BC}"/>
              </a:ext>
            </a:extLst>
          </p:cNvPr>
          <p:cNvSpPr>
            <a:spLocks xmlns:a="http://schemas.openxmlformats.org/drawingml/2006/main" noGrp="1"/>
          </p:cNvSpPr>
          <p:nvPr/>
        </p:nvSpPr>
        <p:spPr>
          <a:xfrm xmlns:a="http://schemas.openxmlformats.org/drawingml/2006/main">
            <a:off x="2952750" y="2886075"/>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DA41B85D-DB5B-4579-86B2-0DCE61D4C1C0}"/>
              </a:ext>
            </a:extLst>
          </p:cNvPr>
          <p:cNvSpPr>
            <a:spLocks xmlns:a="http://schemas.openxmlformats.org/drawingml/2006/main" noGrp="1"/>
          </p:cNvSpPr>
          <p:nvPr/>
        </p:nvSpPr>
        <p:spPr>
          <a:xfrm xmlns:a="http://schemas.openxmlformats.org/drawingml/2006/main">
            <a:off x="3429000" y="3552825"/>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12E14134-3430-44F9-9C4B-A6493A117382}"/>
              </a:ext>
            </a:extLst>
          </p:cNvPr>
          <p:cNvSpPr>
            <a:spLocks xmlns:a="http://schemas.openxmlformats.org/drawingml/2006/main" noGrp="1"/>
          </p:cNvSpPr>
          <p:nvPr/>
        </p:nvSpPr>
        <p:spPr>
          <a:xfrm xmlns:a="http://schemas.openxmlformats.org/drawingml/2006/main">
            <a:off x="4000500" y="3171825"/>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76619C72-CEC1-41B6-8BEE-5A3DAC5AFE63}"/>
              </a:ext>
            </a:extLst>
          </p:cNvPr>
          <p:cNvSpPr>
            <a:spLocks xmlns:a="http://schemas.openxmlformats.org/drawingml/2006/main" noGrp="1"/>
          </p:cNvSpPr>
          <p:nvPr/>
        </p:nvSpPr>
        <p:spPr>
          <a:xfrm xmlns:a="http://schemas.openxmlformats.org/drawingml/2006/main">
            <a:off x="4476750" y="3838575"/>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81F59CF9-9A42-440B-8F13-4421BB2BE8B3}"/>
              </a:ext>
            </a:extLst>
          </p:cNvPr>
          <p:cNvSpPr>
            <a:spLocks xmlns:a="http://schemas.openxmlformats.org/drawingml/2006/main" noGrp="1"/>
          </p:cNvSpPr>
          <p:nvPr/>
        </p:nvSpPr>
        <p:spPr>
          <a:xfrm xmlns:a="http://schemas.openxmlformats.org/drawingml/2006/main">
            <a:off x="2190750" y="2743200"/>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52A2653E-4749-4C95-8D05-6BFABD2F0E1D}"/>
              </a:ext>
            </a:extLst>
          </p:cNvPr>
          <p:cNvSpPr>
            <a:spLocks xmlns:a="http://schemas.openxmlformats.org/drawingml/2006/main" noGrp="1"/>
          </p:cNvSpPr>
          <p:nvPr/>
        </p:nvSpPr>
        <p:spPr>
          <a:xfrm xmlns:a="http://schemas.openxmlformats.org/drawingml/2006/main">
            <a:off x="1905000" y="3600450"/>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16" name="">
            <a:extLst xmlns:a="http://schemas.openxmlformats.org/drawingml/2006/main">
              <a:ext uri="{FF2B5EF4-FFF2-40B4-BE49-F238E27FC236}">
                <a16:creationId xmlns:a16="http://schemas.microsoft.com/office/drawing/2014/main" id="{BED38459-E291-4D64-AE56-6718C5FF4281}"/>
              </a:ext>
            </a:extLst>
          </p:cNvPr>
          <p:cNvSpPr>
            <a:spLocks xmlns:a="http://schemas.openxmlformats.org/drawingml/2006/main" noGrp="1"/>
          </p:cNvSpPr>
          <p:nvPr/>
        </p:nvSpPr>
        <p:spPr>
          <a:xfrm xmlns:a="http://schemas.openxmlformats.org/drawingml/2006/main">
            <a:off x="2667000" y="3124200"/>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0C326BE2-125D-4E6B-B157-23BE0E607696}"/>
              </a:ext>
            </a:extLst>
          </p:cNvPr>
          <p:cNvSpPr>
            <a:spLocks xmlns:a="http://schemas.openxmlformats.org/drawingml/2006/main" noGrp="1"/>
          </p:cNvSpPr>
          <p:nvPr/>
        </p:nvSpPr>
        <p:spPr>
          <a:xfrm xmlns:a="http://schemas.openxmlformats.org/drawingml/2006/main">
            <a:off x="3238500" y="3886200"/>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1FC7D01A-3B36-4242-9C40-FF2912402A12}"/>
              </a:ext>
            </a:extLst>
          </p:cNvPr>
          <p:cNvSpPr>
            <a:spLocks xmlns:a="http://schemas.openxmlformats.org/drawingml/2006/main" noGrp="1"/>
          </p:cNvSpPr>
          <p:nvPr/>
        </p:nvSpPr>
        <p:spPr>
          <a:xfrm xmlns:a="http://schemas.openxmlformats.org/drawingml/2006/main">
            <a:off x="3810000" y="2838450"/>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48746B65-2B67-4F5D-AEA6-DD8B5B9CEAD4}"/>
              </a:ext>
            </a:extLst>
          </p:cNvPr>
          <p:cNvSpPr>
            <a:spLocks xmlns:a="http://schemas.openxmlformats.org/drawingml/2006/main" noGrp="1"/>
          </p:cNvSpPr>
          <p:nvPr/>
        </p:nvSpPr>
        <p:spPr>
          <a:xfrm xmlns:a="http://schemas.openxmlformats.org/drawingml/2006/main">
            <a:off x="4333875" y="3409950"/>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20" name="">
            <a:extLst xmlns:a="http://schemas.openxmlformats.org/drawingml/2006/main">
              <a:ext uri="{FF2B5EF4-FFF2-40B4-BE49-F238E27FC236}">
                <a16:creationId xmlns:a16="http://schemas.microsoft.com/office/drawing/2014/main" id="{650FD27B-0727-4D07-A3BB-795BCA036055}"/>
              </a:ext>
            </a:extLst>
          </p:cNvPr>
          <p:cNvSpPr>
            <a:spLocks xmlns:a="http://schemas.openxmlformats.org/drawingml/2006/main" noGrp="1"/>
          </p:cNvSpPr>
          <p:nvPr/>
        </p:nvSpPr>
        <p:spPr>
          <a:xfrm xmlns:a="http://schemas.openxmlformats.org/drawingml/2006/main">
            <a:off x="4667250" y="3028950"/>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06A3C13D-42AD-48FE-BADE-AE660B5AEA49}"/>
              </a:ext>
            </a:extLst>
          </p:cNvPr>
          <p:cNvSpPr>
            <a:spLocks xmlns:a="http://schemas.openxmlformats.org/drawingml/2006/main" noGrp="1"/>
          </p:cNvSpPr>
          <p:nvPr/>
        </p:nvSpPr>
        <p:spPr>
          <a:xfrm xmlns:a="http://schemas.openxmlformats.org/drawingml/2006/main">
            <a:off x="2095500" y="3267075"/>
            <a:ext cx="142875" cy="142875"/>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22" name="">
            <a:extLst xmlns:a="http://schemas.openxmlformats.org/drawingml/2006/main">
              <a:ext uri="{FF2B5EF4-FFF2-40B4-BE49-F238E27FC236}">
                <a16:creationId xmlns:a16="http://schemas.microsoft.com/office/drawing/2014/main" id="{263EB526-3A2D-4702-AE35-FD87667EF5D3}"/>
              </a:ext>
            </a:extLst>
          </p:cNvPr>
          <p:cNvSpPr>
            <a:spLocks xmlns:a="http://schemas.openxmlformats.org/drawingml/2006/main" noGrp="1"/>
          </p:cNvSpPr>
          <p:nvPr/>
        </p:nvSpPr>
        <p:spPr>
          <a:xfrm xmlns:a="http://schemas.openxmlformats.org/drawingml/2006/main">
            <a:off x="2857500" y="3648075"/>
            <a:ext cx="142875" cy="142875"/>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AFD138F2-54C5-499D-8AA2-16CF091E562D}"/>
              </a:ext>
            </a:extLst>
          </p:cNvPr>
          <p:cNvSpPr>
            <a:spLocks xmlns:a="http://schemas.openxmlformats.org/drawingml/2006/main" noGrp="1"/>
          </p:cNvSpPr>
          <p:nvPr/>
        </p:nvSpPr>
        <p:spPr>
          <a:xfrm xmlns:a="http://schemas.openxmlformats.org/drawingml/2006/main">
            <a:off x="3619500" y="3124200"/>
            <a:ext cx="142875" cy="142875"/>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24" name="">
            <a:extLst xmlns:a="http://schemas.openxmlformats.org/drawingml/2006/main">
              <a:ext uri="{FF2B5EF4-FFF2-40B4-BE49-F238E27FC236}">
                <a16:creationId xmlns:a16="http://schemas.microsoft.com/office/drawing/2014/main" id="{B06548A1-AC61-4451-93C7-9F7EF1517C13}"/>
              </a:ext>
            </a:extLst>
          </p:cNvPr>
          <p:cNvSpPr>
            <a:spLocks xmlns:a="http://schemas.openxmlformats.org/drawingml/2006/main" noGrp="1"/>
          </p:cNvSpPr>
          <p:nvPr/>
        </p:nvSpPr>
        <p:spPr>
          <a:xfrm xmlns:a="http://schemas.openxmlformats.org/drawingml/2006/main">
            <a:off x="4191000" y="3695700"/>
            <a:ext cx="142875" cy="142875"/>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25DCD9A6-7D98-4DB5-89D4-26D2DBB22793}"/>
              </a:ext>
            </a:extLst>
          </p:cNvPr>
          <p:cNvSpPr>
            <a:spLocks xmlns:a="http://schemas.openxmlformats.org/drawingml/2006/main" noGrp="1"/>
          </p:cNvSpPr>
          <p:nvPr/>
        </p:nvSpPr>
        <p:spPr>
          <a:xfrm xmlns:a="http://schemas.openxmlformats.org/drawingml/2006/main">
            <a:off x="3143250" y="2695575"/>
            <a:ext cx="142875" cy="142875"/>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26" name="">
            <a:extLst xmlns:a="http://schemas.openxmlformats.org/drawingml/2006/main">
              <a:ext uri="{FF2B5EF4-FFF2-40B4-BE49-F238E27FC236}">
                <a16:creationId xmlns:a16="http://schemas.microsoft.com/office/drawing/2014/main" id="{2077967B-BB4F-4ABC-BE14-B65E36231446}"/>
              </a:ext>
            </a:extLst>
          </p:cNvPr>
          <p:cNvSpPr>
            <a:spLocks xmlns:a="http://schemas.openxmlformats.org/drawingml/2006/main" noGrp="1"/>
          </p:cNvSpPr>
          <p:nvPr/>
        </p:nvSpPr>
        <p:spPr>
          <a:xfrm xmlns:a="http://schemas.openxmlformats.org/drawingml/2006/main">
            <a:off x="4476750" y="4981575"/>
            <a:ext cx="714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350" b="1">
                <a:solidFill>
                  <a:srgbClr val="4472C4"/>
                </a:solidFill>
                <a:latin typeface="Arial"/>
                <a:ea typeface="Arial"/>
                <a:cs typeface="Arial"/>
              </a:defRPr>
            </a:pPr>
            <a:r>
              <a:rPr sz="1350" b="1">
                <a:solidFill>
                  <a:srgbClr val="4472C4"/>
                </a:solidFill>
                <a:latin typeface="Arial"/>
                <a:ea typeface="Arial"/>
                <a:cs typeface="Arial"/>
              </a:rPr>
              <a:t>PC 1</a:t>
            </a:r>
          </a:p>
        </p:txBody>
      </p:sp>
      <p:sp>
        <p:nvSpPr>
          <p:cNvPr id="27" name="">
            <a:extLst xmlns:a="http://schemas.openxmlformats.org/drawingml/2006/main">
              <a:ext uri="{FF2B5EF4-FFF2-40B4-BE49-F238E27FC236}">
                <a16:creationId xmlns:a16="http://schemas.microsoft.com/office/drawing/2014/main" id="{8D2D9883-8B5B-4576-8703-39FA112358BD}"/>
              </a:ext>
            </a:extLst>
          </p:cNvPr>
          <p:cNvSpPr>
            <a:spLocks xmlns:a="http://schemas.openxmlformats.org/drawingml/2006/main" noGrp="1"/>
          </p:cNvSpPr>
          <p:nvPr/>
        </p:nvSpPr>
        <p:spPr>
          <a:xfrm xmlns:a="http://schemas.openxmlformats.org/drawingml/2006/main" rot="16200000">
            <a:off x="352425" y="3305175"/>
            <a:ext cx="76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350" b="1">
                <a:solidFill>
                  <a:srgbClr val="4472C4"/>
                </a:solidFill>
                <a:latin typeface="Arial"/>
                <a:ea typeface="Arial"/>
                <a:cs typeface="Arial"/>
              </a:defRPr>
            </a:pPr>
            <a:r>
              <a:rPr sz="1350" b="1">
                <a:solidFill>
                  <a:srgbClr val="4472C4"/>
                </a:solidFill>
                <a:latin typeface="Arial"/>
                <a:ea typeface="Arial"/>
                <a:cs typeface="Arial"/>
              </a:rPr>
              <a:t>PC 2</a:t>
            </a:r>
          </a:p>
        </p:txBody>
      </p:sp>
      <p:sp>
        <p:nvSpPr>
          <p:cNvPr id="28" name="">
            <a:extLst xmlns:a="http://schemas.openxmlformats.org/drawingml/2006/main">
              <a:ext uri="{FF2B5EF4-FFF2-40B4-BE49-F238E27FC236}">
                <a16:creationId xmlns:a16="http://schemas.microsoft.com/office/drawing/2014/main" id="{E2A84E35-7E40-44E6-9F90-7E850742F226}"/>
              </a:ext>
            </a:extLst>
          </p:cNvPr>
          <p:cNvSpPr>
            <a:spLocks xmlns:a="http://schemas.openxmlformats.org/drawingml/2006/main" noGrp="1"/>
          </p:cNvSpPr>
          <p:nvPr/>
        </p:nvSpPr>
        <p:spPr>
          <a:xfrm xmlns:a="http://schemas.openxmlformats.org/drawingml/2006/main">
            <a:off x="5667375" y="3333750"/>
            <a:ext cx="666750" cy="2667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7A80544F-AE2B-46E5-8463-BD28D26FD59A}"/>
              </a:ext>
            </a:extLst>
          </p:cNvPr>
          <p:cNvSpPr>
            <a:spLocks xmlns:a="http://schemas.openxmlformats.org/drawingml/2006/main" noGrp="1"/>
          </p:cNvSpPr>
          <p:nvPr/>
        </p:nvSpPr>
        <p:spPr>
          <a:xfrm xmlns:a="http://schemas.openxmlformats.org/drawingml/2006/main">
            <a:off x="6810375" y="152400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950" b="1">
                <a:solidFill>
                  <a:srgbClr val="ED7D31"/>
                </a:solidFill>
                <a:latin typeface="Arial"/>
                <a:ea typeface="Arial"/>
                <a:cs typeface="Arial"/>
              </a:defRPr>
            </a:pPr>
            <a:r>
              <a:rPr sz="1950" b="1">
                <a:solidFill>
                  <a:srgbClr val="ED7D31"/>
                </a:solidFill>
                <a:latin typeface="Arial"/>
                <a:ea typeface="Arial"/>
                <a:cs typeface="Arial"/>
              </a:rPr>
              <a:t>PC1 and PC3</a:t>
            </a:r>
          </a:p>
        </p:txBody>
      </p:sp>
      <p:sp>
        <p:nvSpPr>
          <p:cNvPr id="30" name="">
            <a:extLst xmlns:a="http://schemas.openxmlformats.org/drawingml/2006/main">
              <a:ext uri="{FF2B5EF4-FFF2-40B4-BE49-F238E27FC236}">
                <a16:creationId xmlns:a16="http://schemas.microsoft.com/office/drawing/2014/main" id="{FA193590-1AAB-416C-9406-12BB20C97E17}"/>
              </a:ext>
            </a:extLst>
          </p:cNvPr>
          <p:cNvSpPr>
            <a:spLocks xmlns:a="http://schemas.openxmlformats.org/drawingml/2006/main" noGrp="1"/>
          </p:cNvSpPr>
          <p:nvPr/>
        </p:nvSpPr>
        <p:spPr>
          <a:xfrm xmlns:a="http://schemas.openxmlformats.org/drawingml/2006/main">
            <a:off x="6810375" y="18573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350">
                <a:solidFill>
                  <a:srgbClr val="5B6472"/>
                </a:solidFill>
                <a:latin typeface="Arial"/>
                <a:ea typeface="Arial"/>
                <a:cs typeface="Arial"/>
              </a:defRPr>
            </a:pPr>
            <a:r>
              <a:rPr sz="1350">
                <a:solidFill>
                  <a:srgbClr val="5B6472"/>
                </a:solidFill>
                <a:latin typeface="Arial"/>
                <a:ea typeface="Arial"/>
                <a:cs typeface="Arial"/>
              </a:rPr>
              <a:t>PC3 reveals the separation</a:t>
            </a:r>
          </a:p>
        </p:txBody>
      </p:sp>
      <p:sp>
        <p:nvSpPr>
          <p:cNvPr id="31" name="">
            <a:extLst xmlns:a="http://schemas.openxmlformats.org/drawingml/2006/main">
              <a:ext uri="{FF2B5EF4-FFF2-40B4-BE49-F238E27FC236}">
                <a16:creationId xmlns:a16="http://schemas.microsoft.com/office/drawing/2014/main" id="{C4CC63D5-DBA1-40A7-A217-CAECD443C06E}"/>
              </a:ext>
            </a:extLst>
          </p:cNvPr>
          <p:cNvSpPr>
            <a:spLocks xmlns:a="http://schemas.openxmlformats.org/drawingml/2006/main" noGrp="1"/>
          </p:cNvSpPr>
          <p:nvPr/>
        </p:nvSpPr>
        <p:spPr>
          <a:xfrm xmlns:a="http://schemas.openxmlformats.org/drawingml/2006/main">
            <a:off x="6858000" y="4905375"/>
            <a:ext cx="4095750" cy="0"/>
          </a:xfrm>
          <a:prstGeom xmlns:a="http://schemas.openxmlformats.org/drawingml/2006/main" prst="line">
            <a:avLst/>
          </a:prstGeom>
          <a:noFill xmlns:a="http://schemas.openxmlformats.org/drawingml/2006/main"/>
          <a:ln xmlns:a="http://schemas.openxmlformats.org/drawingml/2006/main" w="19050">
            <a:solidFill>
              <a:srgbClr val="1F2937"/>
            </a:solidFill>
            <a:prstDash val="solid"/>
          </a:ln>
        </p:spPr>
      </p:sp>
      <p:sp>
        <p:nvSpPr>
          <p:cNvPr id="32" name="">
            <a:extLst xmlns:a="http://schemas.openxmlformats.org/drawingml/2006/main">
              <a:ext uri="{FF2B5EF4-FFF2-40B4-BE49-F238E27FC236}">
                <a16:creationId xmlns:a16="http://schemas.microsoft.com/office/drawing/2014/main" id="{87F796EA-14FC-420B-A976-FF08F606083C}"/>
              </a:ext>
            </a:extLst>
          </p:cNvPr>
          <p:cNvSpPr>
            <a:spLocks xmlns:a="http://schemas.openxmlformats.org/drawingml/2006/main" noGrp="1"/>
          </p:cNvSpPr>
          <p:nvPr/>
        </p:nvSpPr>
        <p:spPr>
          <a:xfrm xmlns:a="http://schemas.openxmlformats.org/drawingml/2006/main">
            <a:off x="6858000" y="2238375"/>
            <a:ext cx="0" cy="2667000"/>
          </a:xfrm>
          <a:prstGeom xmlns:a="http://schemas.openxmlformats.org/drawingml/2006/main" prst="line">
            <a:avLst/>
          </a:prstGeom>
          <a:noFill xmlns:a="http://schemas.openxmlformats.org/drawingml/2006/main"/>
          <a:ln xmlns:a="http://schemas.openxmlformats.org/drawingml/2006/main" w="19050">
            <a:solidFill>
              <a:srgbClr val="1F2937"/>
            </a:solidFill>
            <a:prstDash val="solid"/>
          </a:ln>
        </p:spPr>
      </p:sp>
      <p:sp>
        <p:nvSpPr>
          <p:cNvPr id="33" name="">
            <a:extLst xmlns:a="http://schemas.openxmlformats.org/drawingml/2006/main">
              <a:ext uri="{FF2B5EF4-FFF2-40B4-BE49-F238E27FC236}">
                <a16:creationId xmlns:a16="http://schemas.microsoft.com/office/drawing/2014/main" id="{09C35DC3-0817-4845-99BB-DAB19570CA76}"/>
              </a:ext>
            </a:extLst>
          </p:cNvPr>
          <p:cNvSpPr>
            <a:spLocks xmlns:a="http://schemas.openxmlformats.org/drawingml/2006/main" noGrp="1"/>
          </p:cNvSpPr>
          <p:nvPr/>
        </p:nvSpPr>
        <p:spPr>
          <a:xfrm xmlns:a="http://schemas.openxmlformats.org/drawingml/2006/main">
            <a:off x="7572375" y="2933700"/>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34" name="">
            <a:extLst xmlns:a="http://schemas.openxmlformats.org/drawingml/2006/main">
              <a:ext uri="{FF2B5EF4-FFF2-40B4-BE49-F238E27FC236}">
                <a16:creationId xmlns:a16="http://schemas.microsoft.com/office/drawing/2014/main" id="{CF445B08-F760-4521-84E4-4E49C596FB97}"/>
              </a:ext>
            </a:extLst>
          </p:cNvPr>
          <p:cNvSpPr>
            <a:spLocks xmlns:a="http://schemas.openxmlformats.org/drawingml/2006/main" noGrp="1"/>
          </p:cNvSpPr>
          <p:nvPr/>
        </p:nvSpPr>
        <p:spPr>
          <a:xfrm xmlns:a="http://schemas.openxmlformats.org/drawingml/2006/main">
            <a:off x="8239125" y="2743200"/>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35" name="">
            <a:extLst xmlns:a="http://schemas.openxmlformats.org/drawingml/2006/main">
              <a:ext uri="{FF2B5EF4-FFF2-40B4-BE49-F238E27FC236}">
                <a16:creationId xmlns:a16="http://schemas.microsoft.com/office/drawing/2014/main" id="{0DCE7682-CB5E-411F-A207-55D14DA371BC}"/>
              </a:ext>
            </a:extLst>
          </p:cNvPr>
          <p:cNvSpPr>
            <a:spLocks xmlns:a="http://schemas.openxmlformats.org/drawingml/2006/main" noGrp="1"/>
          </p:cNvSpPr>
          <p:nvPr/>
        </p:nvSpPr>
        <p:spPr>
          <a:xfrm xmlns:a="http://schemas.openxmlformats.org/drawingml/2006/main">
            <a:off x="8810625" y="3076575"/>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36" name="">
            <a:extLst xmlns:a="http://schemas.openxmlformats.org/drawingml/2006/main">
              <a:ext uri="{FF2B5EF4-FFF2-40B4-BE49-F238E27FC236}">
                <a16:creationId xmlns:a16="http://schemas.microsoft.com/office/drawing/2014/main" id="{E47E38AF-0C2E-4DC3-B470-6236FB246ABA}"/>
              </a:ext>
            </a:extLst>
          </p:cNvPr>
          <p:cNvSpPr>
            <a:spLocks xmlns:a="http://schemas.openxmlformats.org/drawingml/2006/main" noGrp="1"/>
          </p:cNvSpPr>
          <p:nvPr/>
        </p:nvSpPr>
        <p:spPr>
          <a:xfrm xmlns:a="http://schemas.openxmlformats.org/drawingml/2006/main">
            <a:off x="9286875" y="2838450"/>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37" name="">
            <a:extLst xmlns:a="http://schemas.openxmlformats.org/drawingml/2006/main">
              <a:ext uri="{FF2B5EF4-FFF2-40B4-BE49-F238E27FC236}">
                <a16:creationId xmlns:a16="http://schemas.microsoft.com/office/drawing/2014/main" id="{E4879E80-9DDD-47F0-BFC6-690C5F7A05D7}"/>
              </a:ext>
            </a:extLst>
          </p:cNvPr>
          <p:cNvSpPr>
            <a:spLocks xmlns:a="http://schemas.openxmlformats.org/drawingml/2006/main" noGrp="1"/>
          </p:cNvSpPr>
          <p:nvPr/>
        </p:nvSpPr>
        <p:spPr>
          <a:xfrm xmlns:a="http://schemas.openxmlformats.org/drawingml/2006/main">
            <a:off x="9858375" y="3124200"/>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38" name="">
            <a:extLst xmlns:a="http://schemas.openxmlformats.org/drawingml/2006/main">
              <a:ext uri="{FF2B5EF4-FFF2-40B4-BE49-F238E27FC236}">
                <a16:creationId xmlns:a16="http://schemas.microsoft.com/office/drawing/2014/main" id="{CEC6226E-57C8-43E2-AD3B-B96E241ED408}"/>
              </a:ext>
            </a:extLst>
          </p:cNvPr>
          <p:cNvSpPr>
            <a:spLocks xmlns:a="http://schemas.openxmlformats.org/drawingml/2006/main" noGrp="1"/>
          </p:cNvSpPr>
          <p:nvPr/>
        </p:nvSpPr>
        <p:spPr>
          <a:xfrm xmlns:a="http://schemas.openxmlformats.org/drawingml/2006/main">
            <a:off x="10334625" y="2695575"/>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39" name="">
            <a:extLst xmlns:a="http://schemas.openxmlformats.org/drawingml/2006/main">
              <a:ext uri="{FF2B5EF4-FFF2-40B4-BE49-F238E27FC236}">
                <a16:creationId xmlns:a16="http://schemas.microsoft.com/office/drawing/2014/main" id="{2E69373B-CCB3-4D2E-91D3-D2E542BFA497}"/>
              </a:ext>
            </a:extLst>
          </p:cNvPr>
          <p:cNvSpPr>
            <a:spLocks xmlns:a="http://schemas.openxmlformats.org/drawingml/2006/main" noGrp="1"/>
          </p:cNvSpPr>
          <p:nvPr/>
        </p:nvSpPr>
        <p:spPr>
          <a:xfrm xmlns:a="http://schemas.openxmlformats.org/drawingml/2006/main">
            <a:off x="8048625" y="3000375"/>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40" name="">
            <a:extLst xmlns:a="http://schemas.openxmlformats.org/drawingml/2006/main">
              <a:ext uri="{FF2B5EF4-FFF2-40B4-BE49-F238E27FC236}">
                <a16:creationId xmlns:a16="http://schemas.microsoft.com/office/drawing/2014/main" id="{557F3257-E94B-4863-9C4A-304C4DDCFDDF}"/>
              </a:ext>
            </a:extLst>
          </p:cNvPr>
          <p:cNvSpPr>
            <a:spLocks xmlns:a="http://schemas.openxmlformats.org/drawingml/2006/main" noGrp="1"/>
          </p:cNvSpPr>
          <p:nvPr/>
        </p:nvSpPr>
        <p:spPr>
          <a:xfrm xmlns:a="http://schemas.openxmlformats.org/drawingml/2006/main">
            <a:off x="7762875" y="3695700"/>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41" name="">
            <a:extLst xmlns:a="http://schemas.openxmlformats.org/drawingml/2006/main">
              <a:ext uri="{FF2B5EF4-FFF2-40B4-BE49-F238E27FC236}">
                <a16:creationId xmlns:a16="http://schemas.microsoft.com/office/drawing/2014/main" id="{F12DAB0B-C170-4C13-B037-184FB69C7DB7}"/>
              </a:ext>
            </a:extLst>
          </p:cNvPr>
          <p:cNvSpPr>
            <a:spLocks xmlns:a="http://schemas.openxmlformats.org/drawingml/2006/main" noGrp="1"/>
          </p:cNvSpPr>
          <p:nvPr/>
        </p:nvSpPr>
        <p:spPr>
          <a:xfrm xmlns:a="http://schemas.openxmlformats.org/drawingml/2006/main">
            <a:off x="8524875" y="3505200"/>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42" name="">
            <a:extLst xmlns:a="http://schemas.openxmlformats.org/drawingml/2006/main">
              <a:ext uri="{FF2B5EF4-FFF2-40B4-BE49-F238E27FC236}">
                <a16:creationId xmlns:a16="http://schemas.microsoft.com/office/drawing/2014/main" id="{635A6C29-F46E-42EE-A210-1EA0EB814891}"/>
              </a:ext>
            </a:extLst>
          </p:cNvPr>
          <p:cNvSpPr>
            <a:spLocks xmlns:a="http://schemas.openxmlformats.org/drawingml/2006/main" noGrp="1"/>
          </p:cNvSpPr>
          <p:nvPr/>
        </p:nvSpPr>
        <p:spPr>
          <a:xfrm xmlns:a="http://schemas.openxmlformats.org/drawingml/2006/main">
            <a:off x="9096375" y="3838575"/>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73627DE8-1A01-4B90-B684-FE46C4F5A11C}"/>
              </a:ext>
            </a:extLst>
          </p:cNvPr>
          <p:cNvSpPr>
            <a:spLocks xmlns:a="http://schemas.openxmlformats.org/drawingml/2006/main" noGrp="1"/>
          </p:cNvSpPr>
          <p:nvPr/>
        </p:nvSpPr>
        <p:spPr>
          <a:xfrm xmlns:a="http://schemas.openxmlformats.org/drawingml/2006/main">
            <a:off x="9667875" y="3600450"/>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44" name="">
            <a:extLst xmlns:a="http://schemas.openxmlformats.org/drawingml/2006/main">
              <a:ext uri="{FF2B5EF4-FFF2-40B4-BE49-F238E27FC236}">
                <a16:creationId xmlns:a16="http://schemas.microsoft.com/office/drawing/2014/main" id="{53CA98F7-8A20-4014-A8CB-A6BA7960A475}"/>
              </a:ext>
            </a:extLst>
          </p:cNvPr>
          <p:cNvSpPr>
            <a:spLocks xmlns:a="http://schemas.openxmlformats.org/drawingml/2006/main" noGrp="1"/>
          </p:cNvSpPr>
          <p:nvPr/>
        </p:nvSpPr>
        <p:spPr>
          <a:xfrm xmlns:a="http://schemas.openxmlformats.org/drawingml/2006/main">
            <a:off x="10191750" y="3886200"/>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45" name="">
            <a:extLst xmlns:a="http://schemas.openxmlformats.org/drawingml/2006/main">
              <a:ext uri="{FF2B5EF4-FFF2-40B4-BE49-F238E27FC236}">
                <a16:creationId xmlns:a16="http://schemas.microsoft.com/office/drawing/2014/main" id="{3A04FDE1-3637-4123-9FF2-C5A4C6410BDB}"/>
              </a:ext>
            </a:extLst>
          </p:cNvPr>
          <p:cNvSpPr>
            <a:spLocks xmlns:a="http://schemas.openxmlformats.org/drawingml/2006/main" noGrp="1"/>
          </p:cNvSpPr>
          <p:nvPr/>
        </p:nvSpPr>
        <p:spPr>
          <a:xfrm xmlns:a="http://schemas.openxmlformats.org/drawingml/2006/main">
            <a:off x="10525125" y="3409950"/>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46" name="">
            <a:extLst xmlns:a="http://schemas.openxmlformats.org/drawingml/2006/main">
              <a:ext uri="{FF2B5EF4-FFF2-40B4-BE49-F238E27FC236}">
                <a16:creationId xmlns:a16="http://schemas.microsoft.com/office/drawing/2014/main" id="{E0F74BCC-8503-4CBC-8872-1E14FB2602BC}"/>
              </a:ext>
            </a:extLst>
          </p:cNvPr>
          <p:cNvSpPr>
            <a:spLocks xmlns:a="http://schemas.openxmlformats.org/drawingml/2006/main" noGrp="1"/>
          </p:cNvSpPr>
          <p:nvPr/>
        </p:nvSpPr>
        <p:spPr>
          <a:xfrm xmlns:a="http://schemas.openxmlformats.org/drawingml/2006/main">
            <a:off x="7953375" y="4505325"/>
            <a:ext cx="142875" cy="142875"/>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47" name="">
            <a:extLst xmlns:a="http://schemas.openxmlformats.org/drawingml/2006/main">
              <a:ext uri="{FF2B5EF4-FFF2-40B4-BE49-F238E27FC236}">
                <a16:creationId xmlns:a16="http://schemas.microsoft.com/office/drawing/2014/main" id="{6B065D30-FE2E-4743-A493-A7CE5544E8A2}"/>
              </a:ext>
            </a:extLst>
          </p:cNvPr>
          <p:cNvSpPr>
            <a:spLocks xmlns:a="http://schemas.openxmlformats.org/drawingml/2006/main" noGrp="1"/>
          </p:cNvSpPr>
          <p:nvPr/>
        </p:nvSpPr>
        <p:spPr>
          <a:xfrm xmlns:a="http://schemas.openxmlformats.org/drawingml/2006/main">
            <a:off x="8715375" y="4267200"/>
            <a:ext cx="142875" cy="142875"/>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48" name="">
            <a:extLst xmlns:a="http://schemas.openxmlformats.org/drawingml/2006/main">
              <a:ext uri="{FF2B5EF4-FFF2-40B4-BE49-F238E27FC236}">
                <a16:creationId xmlns:a16="http://schemas.microsoft.com/office/drawing/2014/main" id="{78A2DEAE-7294-4306-9AB4-C7F9D280A20E}"/>
              </a:ext>
            </a:extLst>
          </p:cNvPr>
          <p:cNvSpPr>
            <a:spLocks xmlns:a="http://schemas.openxmlformats.org/drawingml/2006/main" noGrp="1"/>
          </p:cNvSpPr>
          <p:nvPr/>
        </p:nvSpPr>
        <p:spPr>
          <a:xfrm xmlns:a="http://schemas.openxmlformats.org/drawingml/2006/main">
            <a:off x="9477375" y="4600575"/>
            <a:ext cx="142875" cy="142875"/>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49" name="">
            <a:extLst xmlns:a="http://schemas.openxmlformats.org/drawingml/2006/main">
              <a:ext uri="{FF2B5EF4-FFF2-40B4-BE49-F238E27FC236}">
                <a16:creationId xmlns:a16="http://schemas.microsoft.com/office/drawing/2014/main" id="{104257C6-D899-4EF7-81EA-D6981647ADF5}"/>
              </a:ext>
            </a:extLst>
          </p:cNvPr>
          <p:cNvSpPr>
            <a:spLocks xmlns:a="http://schemas.openxmlformats.org/drawingml/2006/main" noGrp="1"/>
          </p:cNvSpPr>
          <p:nvPr/>
        </p:nvSpPr>
        <p:spPr>
          <a:xfrm xmlns:a="http://schemas.openxmlformats.org/drawingml/2006/main">
            <a:off x="10048875" y="4362450"/>
            <a:ext cx="142875" cy="142875"/>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50" name="">
            <a:extLst xmlns:a="http://schemas.openxmlformats.org/drawingml/2006/main">
              <a:ext uri="{FF2B5EF4-FFF2-40B4-BE49-F238E27FC236}">
                <a16:creationId xmlns:a16="http://schemas.microsoft.com/office/drawing/2014/main" id="{E08ABDE7-17A8-40BA-96D3-6D8F98A63A3D}"/>
              </a:ext>
            </a:extLst>
          </p:cNvPr>
          <p:cNvSpPr>
            <a:spLocks xmlns:a="http://schemas.openxmlformats.org/drawingml/2006/main" noGrp="1"/>
          </p:cNvSpPr>
          <p:nvPr/>
        </p:nvSpPr>
        <p:spPr>
          <a:xfrm xmlns:a="http://schemas.openxmlformats.org/drawingml/2006/main">
            <a:off x="9001125" y="4457700"/>
            <a:ext cx="142875" cy="142875"/>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51" name="">
            <a:extLst xmlns:a="http://schemas.openxmlformats.org/drawingml/2006/main">
              <a:ext uri="{FF2B5EF4-FFF2-40B4-BE49-F238E27FC236}">
                <a16:creationId xmlns:a16="http://schemas.microsoft.com/office/drawing/2014/main" id="{16904FE1-1EBC-4193-9F66-370E0971544A}"/>
              </a:ext>
            </a:extLst>
          </p:cNvPr>
          <p:cNvSpPr>
            <a:spLocks xmlns:a="http://schemas.openxmlformats.org/drawingml/2006/main" noGrp="1"/>
          </p:cNvSpPr>
          <p:nvPr/>
        </p:nvSpPr>
        <p:spPr>
          <a:xfrm xmlns:a="http://schemas.openxmlformats.org/drawingml/2006/main">
            <a:off x="10334625" y="4981575"/>
            <a:ext cx="714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350" b="1">
                <a:solidFill>
                  <a:srgbClr val="4472C4"/>
                </a:solidFill>
                <a:latin typeface="Arial"/>
                <a:ea typeface="Arial"/>
                <a:cs typeface="Arial"/>
              </a:defRPr>
            </a:pPr>
            <a:r>
              <a:rPr sz="1350" b="1">
                <a:solidFill>
                  <a:srgbClr val="4472C4"/>
                </a:solidFill>
                <a:latin typeface="Arial"/>
                <a:ea typeface="Arial"/>
                <a:cs typeface="Arial"/>
              </a:rPr>
              <a:t>PC 1</a:t>
            </a:r>
          </a:p>
        </p:txBody>
      </p:sp>
      <p:sp>
        <p:nvSpPr>
          <p:cNvPr id="52" name="">
            <a:extLst xmlns:a="http://schemas.openxmlformats.org/drawingml/2006/main">
              <a:ext uri="{FF2B5EF4-FFF2-40B4-BE49-F238E27FC236}">
                <a16:creationId xmlns:a16="http://schemas.microsoft.com/office/drawing/2014/main" id="{9875C98D-41E2-4705-A8FB-E924A2CCA055}"/>
              </a:ext>
            </a:extLst>
          </p:cNvPr>
          <p:cNvSpPr>
            <a:spLocks xmlns:a="http://schemas.openxmlformats.org/drawingml/2006/main" noGrp="1"/>
          </p:cNvSpPr>
          <p:nvPr/>
        </p:nvSpPr>
        <p:spPr>
          <a:xfrm xmlns:a="http://schemas.openxmlformats.org/drawingml/2006/main" rot="16200000">
            <a:off x="6210300" y="3305175"/>
            <a:ext cx="76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350" b="1">
                <a:solidFill>
                  <a:srgbClr val="4472C4"/>
                </a:solidFill>
                <a:latin typeface="Arial"/>
                <a:ea typeface="Arial"/>
                <a:cs typeface="Arial"/>
              </a:defRPr>
            </a:pPr>
            <a:r>
              <a:rPr sz="1350" b="1">
                <a:solidFill>
                  <a:srgbClr val="4472C4"/>
                </a:solidFill>
                <a:latin typeface="Arial"/>
                <a:ea typeface="Arial"/>
                <a:cs typeface="Arial"/>
              </a:rPr>
              <a:t>PC 3</a:t>
            </a:r>
          </a:p>
        </p:txBody>
      </p:sp>
      <p:sp>
        <p:nvSpPr>
          <p:cNvPr id="53" name="">
            <a:extLst xmlns:a="http://schemas.openxmlformats.org/drawingml/2006/main">
              <a:ext uri="{FF2B5EF4-FFF2-40B4-BE49-F238E27FC236}">
                <a16:creationId xmlns:a16="http://schemas.microsoft.com/office/drawing/2014/main" id="{B7E0EF81-15A8-4AE6-B0E1-D2A949F852E6}"/>
              </a:ext>
            </a:extLst>
          </p:cNvPr>
          <p:cNvSpPr>
            <a:spLocks xmlns:a="http://schemas.openxmlformats.org/drawingml/2006/main" noGrp="1"/>
          </p:cNvSpPr>
          <p:nvPr/>
        </p:nvSpPr>
        <p:spPr>
          <a:xfrm xmlns:a="http://schemas.openxmlformats.org/drawingml/2006/main">
            <a:off x="2000250" y="5829300"/>
            <a:ext cx="819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725" b="1">
                <a:solidFill>
                  <a:srgbClr val="1F2937"/>
                </a:solidFill>
                <a:latin typeface="Arial"/>
                <a:ea typeface="Arial"/>
                <a:cs typeface="Arial"/>
              </a:defRPr>
            </a:pPr>
            <a:r>
              <a:rPr sz="1725" b="1">
                <a:solidFill>
                  <a:srgbClr val="1F2937"/>
                </a:solidFill>
                <a:latin typeface="Arial"/>
                <a:ea typeface="Arial"/>
                <a:cs typeface="Arial"/>
              </a:rPr>
              <a:t>Downstream analysis uses several PCs, not only the first two.</a:t>
            </a:r>
          </a:p>
        </p:txBody>
      </p:sp>
      <p:sp>
        <p:nvSpPr>
          <p:cNvPr id="54" name="">
            <a:extLst xmlns:a="http://schemas.openxmlformats.org/drawingml/2006/main">
              <a:ext uri="{FF2B5EF4-FFF2-40B4-BE49-F238E27FC236}">
                <a16:creationId xmlns:a16="http://schemas.microsoft.com/office/drawing/2014/main" id="{46FDD948-31AF-40EA-A343-0FA5FDD3FECC}"/>
              </a:ext>
            </a:extLst>
          </p:cNvPr>
          <p:cNvSpPr>
            <a:spLocks xmlns:a="http://schemas.openxmlformats.org/drawingml/2006/main" noGrp="1"/>
          </p:cNvSpPr>
          <p:nvPr/>
        </p:nvSpPr>
        <p:spPr>
          <a:xfrm xmlns:a="http://schemas.openxmlformats.org/drawingml/2006/main">
            <a:off x="3000375" y="621982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275">
                <a:solidFill>
                  <a:srgbClr val="5B6472"/>
                </a:solidFill>
                <a:latin typeface="Arial"/>
                <a:ea typeface="Arial"/>
                <a:cs typeface="Arial"/>
              </a:defRPr>
            </a:pPr>
            <a:r>
              <a:rPr sz="1275">
                <a:solidFill>
                  <a:srgbClr val="5B6472"/>
                </a:solidFill>
                <a:latin typeface="Arial"/>
                <a:ea typeface="Arial"/>
                <a:cs typeface="Arial"/>
              </a:rPr>
              <a:t>Colors reveal the hidden groups only for this teaching example.</a:t>
            </a:r>
          </a:p>
        </p:txBody>
      </p:sp>
    </p:spTree>
    <p:extLst>
      <p:ext uri="{BB962C8B-B14F-4D97-AF65-F5344CB8AC3E}">
        <p14:creationId xmlns:p14="http://schemas.microsoft.com/office/powerpoint/2010/main" val="280585919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4" name="slide-title">
            <a:extLst xmlns:a="http://schemas.openxmlformats.org/drawingml/2006/main">
              <a:ext uri="{FF2B5EF4-FFF2-40B4-BE49-F238E27FC236}">
                <a16:creationId xmlns:a16="http://schemas.microsoft.com/office/drawing/2014/main" id="{F60289C5-1EFD-48CE-BCA7-0B15AAE47A2F}"/>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3225">
                <a:solidFill>
                  <a:srgbClr val="111827"/>
                </a:solidFill>
                <a:latin typeface="Arial"/>
                <a:ea typeface="Arial"/>
                <a:cs typeface="Arial"/>
              </a:defRPr>
            </a:pPr>
            <a:r>
              <a:rPr sz="3225">
                <a:solidFill>
                  <a:srgbClr val="111827"/>
                </a:solidFill>
                <a:latin typeface="Arial"/>
                <a:ea typeface="Arial"/>
                <a:cs typeface="Arial"/>
              </a:rPr>
              <a:t>Neighbors and clustering</a:t>
            </a:r>
          </a:p>
        </p:txBody>
      </p:sp>
      <p:sp>
        <p:nvSpPr>
          <p:cNvPr id="2" name="title-accent">
            <a:extLst xmlns:a="http://schemas.openxmlformats.org/drawingml/2006/main">
              <a:ext uri="{FF2B5EF4-FFF2-40B4-BE49-F238E27FC236}">
                <a16:creationId xmlns:a16="http://schemas.microsoft.com/office/drawing/2014/main" id="{6FA40EDC-43CD-4AF8-8CB2-44A581692145}"/>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sp>
      <p:sp>
        <p:nvSpPr>
          <p:cNvPr id="3" name="slide-subtitle">
            <a:extLst xmlns:a="http://schemas.openxmlformats.org/drawingml/2006/main">
              <a:ext uri="{FF2B5EF4-FFF2-40B4-BE49-F238E27FC236}">
                <a16:creationId xmlns:a16="http://schemas.microsoft.com/office/drawing/2014/main" id="{574CFB86-89F7-42B8-A93D-52FAF5BEF9BC}"/>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425">
                <a:solidFill>
                  <a:srgbClr val="5B6472"/>
                </a:solidFill>
                <a:latin typeface="Arial"/>
                <a:ea typeface="Arial"/>
                <a:cs typeface="Arial"/>
              </a:defRPr>
            </a:pPr>
            <a:r>
              <a:rPr sz="1425">
                <a:solidFill>
                  <a:srgbClr val="5B6472"/>
                </a:solidFill>
                <a:latin typeface="Arial"/>
                <a:ea typeface="Arial"/>
                <a:cs typeface="Arial"/>
              </a:rPr>
              <a:t>Nearby cells form a graph; dense communities become clusters</a:t>
            </a:r>
          </a:p>
        </p:txBody>
      </p:sp>
      <p:sp>
        <p:nvSpPr>
          <p:cNvPr id="4" name="">
            <a:extLst xmlns:a="http://schemas.openxmlformats.org/drawingml/2006/main">
              <a:ext uri="{FF2B5EF4-FFF2-40B4-BE49-F238E27FC236}">
                <a16:creationId xmlns:a16="http://schemas.microsoft.com/office/drawing/2014/main" id="{B22CE26D-09C1-42B5-9EAC-7F72F459284F}"/>
              </a:ext>
            </a:extLst>
          </p:cNvPr>
          <p:cNvSpPr>
            <a:spLocks xmlns:a="http://schemas.openxmlformats.org/drawingml/2006/main" noGrp="1"/>
          </p:cNvSpPr>
          <p:nvPr/>
        </p:nvSpPr>
        <p:spPr>
          <a:xfrm xmlns:a="http://schemas.openxmlformats.org/drawingml/2006/main">
            <a:off x="523875" y="1666875"/>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800" b="1">
                <a:solidFill>
                  <a:srgbClr val="4472C4"/>
                </a:solidFill>
                <a:latin typeface="Arial"/>
                <a:ea typeface="Arial"/>
                <a:cs typeface="Arial"/>
              </a:defRPr>
            </a:pPr>
            <a:r>
              <a:rPr sz="1800" b="1">
                <a:solidFill>
                  <a:srgbClr val="4472C4"/>
                </a:solidFill>
                <a:latin typeface="Arial"/>
                <a:ea typeface="Arial"/>
                <a:cs typeface="Arial"/>
              </a:rPr>
              <a:t>Selected PCs</a:t>
            </a:r>
          </a:p>
        </p:txBody>
      </p:sp>
      <p:sp>
        <p:nvSpPr>
          <p:cNvPr id="5" name="">
            <a:extLst xmlns:a="http://schemas.openxmlformats.org/drawingml/2006/main">
              <a:ext uri="{FF2B5EF4-FFF2-40B4-BE49-F238E27FC236}">
                <a16:creationId xmlns:a16="http://schemas.microsoft.com/office/drawing/2014/main" id="{06807E9F-F8D8-488A-99A8-97F63B303190}"/>
              </a:ext>
            </a:extLst>
          </p:cNvPr>
          <p:cNvSpPr>
            <a:spLocks xmlns:a="http://schemas.openxmlformats.org/drawingml/2006/main" noGrp="1"/>
          </p:cNvSpPr>
          <p:nvPr/>
        </p:nvSpPr>
        <p:spPr>
          <a:xfrm xmlns:a="http://schemas.openxmlformats.org/drawingml/2006/main">
            <a:off x="685800" y="2962275"/>
            <a:ext cx="142875" cy="142875"/>
          </a:xfrm>
          <a:prstGeom xmlns:a="http://schemas.openxmlformats.org/drawingml/2006/main" prst="ellipse">
            <a:avLst/>
          </a:prstGeom>
          <a:solidFill xmlns:a="http://schemas.openxmlformats.org/drawingml/2006/main">
            <a:srgbClr val="D5D9E0"/>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5220236B-ABE1-44FF-AF4F-A72D55A25575}"/>
              </a:ext>
            </a:extLst>
          </p:cNvPr>
          <p:cNvSpPr>
            <a:spLocks xmlns:a="http://schemas.openxmlformats.org/drawingml/2006/main" noGrp="1"/>
          </p:cNvSpPr>
          <p:nvPr/>
        </p:nvSpPr>
        <p:spPr>
          <a:xfrm xmlns:a="http://schemas.openxmlformats.org/drawingml/2006/main">
            <a:off x="876300" y="2619375"/>
            <a:ext cx="142875" cy="142875"/>
          </a:xfrm>
          <a:prstGeom xmlns:a="http://schemas.openxmlformats.org/drawingml/2006/main" prst="ellipse">
            <a:avLst/>
          </a:prstGeom>
          <a:solidFill xmlns:a="http://schemas.openxmlformats.org/drawingml/2006/main">
            <a:srgbClr val="D5D9E0"/>
          </a:solidFill>
          <a:ln xmlns:a="http://schemas.openxmlformats.org/drawingml/2006/main" w="9525">
            <a:solidFill>
              <a:srgbClr val="FFFFFF"/>
            </a:solidFill>
            <a:prstDash val="solid"/>
          </a:ln>
        </p:spPr>
      </p:sp>
      <p:sp>
        <p:nvSpPr>
          <p:cNvPr id="7" name="">
            <a:extLst xmlns:a="http://schemas.openxmlformats.org/drawingml/2006/main">
              <a:ext uri="{FF2B5EF4-FFF2-40B4-BE49-F238E27FC236}">
                <a16:creationId xmlns:a16="http://schemas.microsoft.com/office/drawing/2014/main" id="{E95486DE-3EF9-4A8D-BF1E-C3A64A513432}"/>
              </a:ext>
            </a:extLst>
          </p:cNvPr>
          <p:cNvSpPr>
            <a:spLocks xmlns:a="http://schemas.openxmlformats.org/drawingml/2006/main" noGrp="1"/>
          </p:cNvSpPr>
          <p:nvPr/>
        </p:nvSpPr>
        <p:spPr>
          <a:xfrm xmlns:a="http://schemas.openxmlformats.org/drawingml/2006/main">
            <a:off x="1104900" y="2886075"/>
            <a:ext cx="142875" cy="142875"/>
          </a:xfrm>
          <a:prstGeom xmlns:a="http://schemas.openxmlformats.org/drawingml/2006/main" prst="ellipse">
            <a:avLst/>
          </a:prstGeom>
          <a:solidFill xmlns:a="http://schemas.openxmlformats.org/drawingml/2006/main">
            <a:srgbClr val="D5D9E0"/>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C061A08B-7669-4DF1-AC21-1CB213DD4C3A}"/>
              </a:ext>
            </a:extLst>
          </p:cNvPr>
          <p:cNvSpPr>
            <a:spLocks xmlns:a="http://schemas.openxmlformats.org/drawingml/2006/main" noGrp="1"/>
          </p:cNvSpPr>
          <p:nvPr/>
        </p:nvSpPr>
        <p:spPr>
          <a:xfrm xmlns:a="http://schemas.openxmlformats.org/drawingml/2006/main">
            <a:off x="1295400" y="2466975"/>
            <a:ext cx="142875" cy="142875"/>
          </a:xfrm>
          <a:prstGeom xmlns:a="http://schemas.openxmlformats.org/drawingml/2006/main" prst="ellipse">
            <a:avLst/>
          </a:prstGeom>
          <a:solidFill xmlns:a="http://schemas.openxmlformats.org/drawingml/2006/main">
            <a:srgbClr val="D5D9E0"/>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07565C05-874A-4779-948C-191B62377126}"/>
              </a:ext>
            </a:extLst>
          </p:cNvPr>
          <p:cNvSpPr>
            <a:spLocks xmlns:a="http://schemas.openxmlformats.org/drawingml/2006/main" noGrp="1"/>
          </p:cNvSpPr>
          <p:nvPr/>
        </p:nvSpPr>
        <p:spPr>
          <a:xfrm xmlns:a="http://schemas.openxmlformats.org/drawingml/2006/main">
            <a:off x="1485900" y="2771775"/>
            <a:ext cx="142875" cy="142875"/>
          </a:xfrm>
          <a:prstGeom xmlns:a="http://schemas.openxmlformats.org/drawingml/2006/main" prst="ellipse">
            <a:avLst/>
          </a:prstGeom>
          <a:solidFill xmlns:a="http://schemas.openxmlformats.org/drawingml/2006/main">
            <a:srgbClr val="D5D9E0"/>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ACA3AF5E-2900-4213-ADBD-F6DB1B9107FC}"/>
              </a:ext>
            </a:extLst>
          </p:cNvPr>
          <p:cNvSpPr>
            <a:spLocks xmlns:a="http://schemas.openxmlformats.org/drawingml/2006/main" noGrp="1"/>
          </p:cNvSpPr>
          <p:nvPr/>
        </p:nvSpPr>
        <p:spPr>
          <a:xfrm xmlns:a="http://schemas.openxmlformats.org/drawingml/2006/main">
            <a:off x="952500" y="3267075"/>
            <a:ext cx="142875" cy="142875"/>
          </a:xfrm>
          <a:prstGeom xmlns:a="http://schemas.openxmlformats.org/drawingml/2006/main" prst="ellipse">
            <a:avLst/>
          </a:prstGeom>
          <a:solidFill xmlns:a="http://schemas.openxmlformats.org/drawingml/2006/main">
            <a:srgbClr val="D5D9E0"/>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AA61D000-8905-4B6C-B75B-5AFC269BE041}"/>
              </a:ext>
            </a:extLst>
          </p:cNvPr>
          <p:cNvSpPr>
            <a:spLocks xmlns:a="http://schemas.openxmlformats.org/drawingml/2006/main" noGrp="1"/>
          </p:cNvSpPr>
          <p:nvPr/>
        </p:nvSpPr>
        <p:spPr>
          <a:xfrm xmlns:a="http://schemas.openxmlformats.org/drawingml/2006/main">
            <a:off x="1257300" y="3419475"/>
            <a:ext cx="142875" cy="142875"/>
          </a:xfrm>
          <a:prstGeom xmlns:a="http://schemas.openxmlformats.org/drawingml/2006/main" prst="ellipse">
            <a:avLst/>
          </a:prstGeom>
          <a:solidFill xmlns:a="http://schemas.openxmlformats.org/drawingml/2006/main">
            <a:srgbClr val="D5D9E0"/>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0B92EF0D-B41B-4E5D-9D99-4783FE0CFFC0}"/>
              </a:ext>
            </a:extLst>
          </p:cNvPr>
          <p:cNvSpPr>
            <a:spLocks xmlns:a="http://schemas.openxmlformats.org/drawingml/2006/main" noGrp="1"/>
          </p:cNvSpPr>
          <p:nvPr/>
        </p:nvSpPr>
        <p:spPr>
          <a:xfrm xmlns:a="http://schemas.openxmlformats.org/drawingml/2006/main">
            <a:off x="1600200" y="3190875"/>
            <a:ext cx="142875" cy="142875"/>
          </a:xfrm>
          <a:prstGeom xmlns:a="http://schemas.openxmlformats.org/drawingml/2006/main" prst="ellipse">
            <a:avLst/>
          </a:prstGeom>
          <a:solidFill xmlns:a="http://schemas.openxmlformats.org/drawingml/2006/main">
            <a:srgbClr val="D5D9E0"/>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CEF01FA2-EEFD-4988-9DF6-83C362E36778}"/>
              </a:ext>
            </a:extLst>
          </p:cNvPr>
          <p:cNvSpPr>
            <a:spLocks xmlns:a="http://schemas.openxmlformats.org/drawingml/2006/main" noGrp="1"/>
          </p:cNvSpPr>
          <p:nvPr/>
        </p:nvSpPr>
        <p:spPr>
          <a:xfrm xmlns:a="http://schemas.openxmlformats.org/drawingml/2006/main">
            <a:off x="1828800" y="2924175"/>
            <a:ext cx="142875" cy="142875"/>
          </a:xfrm>
          <a:prstGeom xmlns:a="http://schemas.openxmlformats.org/drawingml/2006/main" prst="ellipse">
            <a:avLst/>
          </a:prstGeom>
          <a:solidFill xmlns:a="http://schemas.openxmlformats.org/drawingml/2006/main">
            <a:srgbClr val="D5D9E0"/>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8C2CE9AB-9ED5-420E-BFAE-F4D2BA11A2C3}"/>
              </a:ext>
            </a:extLst>
          </p:cNvPr>
          <p:cNvSpPr>
            <a:spLocks xmlns:a="http://schemas.openxmlformats.org/drawingml/2006/main" noGrp="1"/>
          </p:cNvSpPr>
          <p:nvPr/>
        </p:nvSpPr>
        <p:spPr>
          <a:xfrm xmlns:a="http://schemas.openxmlformats.org/drawingml/2006/main">
            <a:off x="2019300" y="2581275"/>
            <a:ext cx="142875" cy="142875"/>
          </a:xfrm>
          <a:prstGeom xmlns:a="http://schemas.openxmlformats.org/drawingml/2006/main" prst="ellipse">
            <a:avLst/>
          </a:prstGeom>
          <a:solidFill xmlns:a="http://schemas.openxmlformats.org/drawingml/2006/main">
            <a:srgbClr val="D5D9E0"/>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8F7396CF-DC0F-4E0F-AF2B-DE160915562B}"/>
              </a:ext>
            </a:extLst>
          </p:cNvPr>
          <p:cNvSpPr>
            <a:spLocks xmlns:a="http://schemas.openxmlformats.org/drawingml/2006/main" noGrp="1"/>
          </p:cNvSpPr>
          <p:nvPr/>
        </p:nvSpPr>
        <p:spPr>
          <a:xfrm xmlns:a="http://schemas.openxmlformats.org/drawingml/2006/main">
            <a:off x="2095500" y="3228975"/>
            <a:ext cx="142875" cy="142875"/>
          </a:xfrm>
          <a:prstGeom xmlns:a="http://schemas.openxmlformats.org/drawingml/2006/main" prst="ellipse">
            <a:avLst/>
          </a:prstGeom>
          <a:solidFill xmlns:a="http://schemas.openxmlformats.org/drawingml/2006/main">
            <a:srgbClr val="D5D9E0"/>
          </a:solidFill>
          <a:ln xmlns:a="http://schemas.openxmlformats.org/drawingml/2006/main" w="9525">
            <a:solidFill>
              <a:srgbClr val="FFFFFF"/>
            </a:solidFill>
            <a:prstDash val="solid"/>
          </a:ln>
        </p:spPr>
      </p:sp>
      <p:sp>
        <p:nvSpPr>
          <p:cNvPr id="16" name="">
            <a:extLst xmlns:a="http://schemas.openxmlformats.org/drawingml/2006/main">
              <a:ext uri="{FF2B5EF4-FFF2-40B4-BE49-F238E27FC236}">
                <a16:creationId xmlns:a16="http://schemas.microsoft.com/office/drawing/2014/main" id="{093AD4C2-8F6A-4B12-9519-3030CD4D648B}"/>
              </a:ext>
            </a:extLst>
          </p:cNvPr>
          <p:cNvSpPr>
            <a:spLocks xmlns:a="http://schemas.openxmlformats.org/drawingml/2006/main" noGrp="1"/>
          </p:cNvSpPr>
          <p:nvPr/>
        </p:nvSpPr>
        <p:spPr>
          <a:xfrm xmlns:a="http://schemas.openxmlformats.org/drawingml/2006/main">
            <a:off x="2324100" y="2847975"/>
            <a:ext cx="142875" cy="142875"/>
          </a:xfrm>
          <a:prstGeom xmlns:a="http://schemas.openxmlformats.org/drawingml/2006/main" prst="ellipse">
            <a:avLst/>
          </a:prstGeom>
          <a:solidFill xmlns:a="http://schemas.openxmlformats.org/drawingml/2006/main">
            <a:srgbClr val="D5D9E0"/>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0D1ADD32-186E-453B-94C7-1075B626F2CF}"/>
              </a:ext>
            </a:extLst>
          </p:cNvPr>
          <p:cNvSpPr>
            <a:spLocks xmlns:a="http://schemas.openxmlformats.org/drawingml/2006/main" noGrp="1"/>
          </p:cNvSpPr>
          <p:nvPr/>
        </p:nvSpPr>
        <p:spPr>
          <a:xfrm xmlns:a="http://schemas.openxmlformats.org/drawingml/2006/main">
            <a:off x="2438400" y="3419475"/>
            <a:ext cx="142875" cy="142875"/>
          </a:xfrm>
          <a:prstGeom xmlns:a="http://schemas.openxmlformats.org/drawingml/2006/main" prst="ellipse">
            <a:avLst/>
          </a:prstGeom>
          <a:solidFill xmlns:a="http://schemas.openxmlformats.org/drawingml/2006/main">
            <a:srgbClr val="D5D9E0"/>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56A83DDC-AAF2-46A9-A99A-A72252F0FD05}"/>
              </a:ext>
            </a:extLst>
          </p:cNvPr>
          <p:cNvSpPr>
            <a:spLocks xmlns:a="http://schemas.openxmlformats.org/drawingml/2006/main" noGrp="1"/>
          </p:cNvSpPr>
          <p:nvPr/>
        </p:nvSpPr>
        <p:spPr>
          <a:xfrm xmlns:a="http://schemas.openxmlformats.org/drawingml/2006/main">
            <a:off x="2667000" y="3114675"/>
            <a:ext cx="142875" cy="142875"/>
          </a:xfrm>
          <a:prstGeom xmlns:a="http://schemas.openxmlformats.org/drawingml/2006/main" prst="ellipse">
            <a:avLst/>
          </a:prstGeom>
          <a:solidFill xmlns:a="http://schemas.openxmlformats.org/drawingml/2006/main">
            <a:srgbClr val="D5D9E0"/>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0A1DDEF6-B7E0-4D03-936E-00CB8A51AD0C}"/>
              </a:ext>
            </a:extLst>
          </p:cNvPr>
          <p:cNvSpPr>
            <a:spLocks xmlns:a="http://schemas.openxmlformats.org/drawingml/2006/main" noGrp="1"/>
          </p:cNvSpPr>
          <p:nvPr/>
        </p:nvSpPr>
        <p:spPr>
          <a:xfrm xmlns:a="http://schemas.openxmlformats.org/drawingml/2006/main">
            <a:off x="2819400" y="2695575"/>
            <a:ext cx="142875" cy="142875"/>
          </a:xfrm>
          <a:prstGeom xmlns:a="http://schemas.openxmlformats.org/drawingml/2006/main" prst="ellipse">
            <a:avLst/>
          </a:prstGeom>
          <a:solidFill xmlns:a="http://schemas.openxmlformats.org/drawingml/2006/main">
            <a:srgbClr val="D5D9E0"/>
          </a:solidFill>
          <a:ln xmlns:a="http://schemas.openxmlformats.org/drawingml/2006/main" w="9525">
            <a:solidFill>
              <a:srgbClr val="FFFFFF"/>
            </a:solidFill>
            <a:prstDash val="solid"/>
          </a:ln>
        </p:spPr>
      </p:sp>
      <p:sp>
        <p:nvSpPr>
          <p:cNvPr id="20" name="">
            <a:extLst xmlns:a="http://schemas.openxmlformats.org/drawingml/2006/main">
              <a:ext uri="{FF2B5EF4-FFF2-40B4-BE49-F238E27FC236}">
                <a16:creationId xmlns:a16="http://schemas.microsoft.com/office/drawing/2014/main" id="{0A2EA83A-AA92-4DAB-B49D-9428BB34EC25}"/>
              </a:ext>
            </a:extLst>
          </p:cNvPr>
          <p:cNvSpPr>
            <a:spLocks xmlns:a="http://schemas.openxmlformats.org/drawingml/2006/main" noGrp="1"/>
          </p:cNvSpPr>
          <p:nvPr/>
        </p:nvSpPr>
        <p:spPr>
          <a:xfrm xmlns:a="http://schemas.openxmlformats.org/drawingml/2006/main">
            <a:off x="2971800" y="3343275"/>
            <a:ext cx="142875" cy="142875"/>
          </a:xfrm>
          <a:prstGeom xmlns:a="http://schemas.openxmlformats.org/drawingml/2006/main" prst="ellipse">
            <a:avLst/>
          </a:prstGeom>
          <a:solidFill xmlns:a="http://schemas.openxmlformats.org/drawingml/2006/main">
            <a:srgbClr val="D5D9E0"/>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3971E6CA-C070-4269-8303-1DC56BF57400}"/>
              </a:ext>
            </a:extLst>
          </p:cNvPr>
          <p:cNvSpPr>
            <a:spLocks xmlns:a="http://schemas.openxmlformats.org/drawingml/2006/main" noGrp="1"/>
          </p:cNvSpPr>
          <p:nvPr/>
        </p:nvSpPr>
        <p:spPr>
          <a:xfrm xmlns:a="http://schemas.openxmlformats.org/drawingml/2006/main">
            <a:off x="3200400" y="3000375"/>
            <a:ext cx="142875" cy="142875"/>
          </a:xfrm>
          <a:prstGeom xmlns:a="http://schemas.openxmlformats.org/drawingml/2006/main" prst="ellipse">
            <a:avLst/>
          </a:prstGeom>
          <a:solidFill xmlns:a="http://schemas.openxmlformats.org/drawingml/2006/main">
            <a:srgbClr val="D5D9E0"/>
          </a:solidFill>
          <a:ln xmlns:a="http://schemas.openxmlformats.org/drawingml/2006/main" w="9525">
            <a:solidFill>
              <a:srgbClr val="FFFFFF"/>
            </a:solidFill>
            <a:prstDash val="solid"/>
          </a:ln>
        </p:spPr>
      </p:sp>
      <p:sp>
        <p:nvSpPr>
          <p:cNvPr id="22" name="">
            <a:extLst xmlns:a="http://schemas.openxmlformats.org/drawingml/2006/main">
              <a:ext uri="{FF2B5EF4-FFF2-40B4-BE49-F238E27FC236}">
                <a16:creationId xmlns:a16="http://schemas.microsoft.com/office/drawing/2014/main" id="{A19D93D6-D1FF-4AB4-9C92-A10C785F271E}"/>
              </a:ext>
            </a:extLst>
          </p:cNvPr>
          <p:cNvSpPr>
            <a:spLocks xmlns:a="http://schemas.openxmlformats.org/drawingml/2006/main" noGrp="1"/>
          </p:cNvSpPr>
          <p:nvPr/>
        </p:nvSpPr>
        <p:spPr>
          <a:xfrm xmlns:a="http://schemas.openxmlformats.org/drawingml/2006/main">
            <a:off x="3352800" y="2619375"/>
            <a:ext cx="142875" cy="142875"/>
          </a:xfrm>
          <a:prstGeom xmlns:a="http://schemas.openxmlformats.org/drawingml/2006/main" prst="ellipse">
            <a:avLst/>
          </a:prstGeom>
          <a:solidFill xmlns:a="http://schemas.openxmlformats.org/drawingml/2006/main">
            <a:srgbClr val="D5D9E0"/>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EBB7A2AE-DBF9-48A6-A91F-8FC162B50F43}"/>
              </a:ext>
            </a:extLst>
          </p:cNvPr>
          <p:cNvSpPr>
            <a:spLocks xmlns:a="http://schemas.openxmlformats.org/drawingml/2006/main" noGrp="1"/>
          </p:cNvSpPr>
          <p:nvPr/>
        </p:nvSpPr>
        <p:spPr>
          <a:xfrm xmlns:a="http://schemas.openxmlformats.org/drawingml/2006/main">
            <a:off x="3638550" y="2857500"/>
            <a:ext cx="428625" cy="2667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3F08543-86E6-4934-BEF8-955DF8DAF612}"/>
              </a:ext>
            </a:extLst>
          </p:cNvPr>
          <p:cNvSpPr>
            <a:spLocks xmlns:a="http://schemas.openxmlformats.org/drawingml/2006/main" noGrp="1"/>
          </p:cNvSpPr>
          <p:nvPr/>
        </p:nvSpPr>
        <p:spPr>
          <a:xfrm xmlns:a="http://schemas.openxmlformats.org/drawingml/2006/main">
            <a:off x="4210050" y="1666875"/>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800" b="1">
                <a:solidFill>
                  <a:srgbClr val="2E9FA3"/>
                </a:solidFill>
                <a:latin typeface="Arial"/>
                <a:ea typeface="Arial"/>
                <a:cs typeface="Arial"/>
              </a:defRPr>
            </a:pPr>
            <a:r>
              <a:rPr sz="1800" b="1">
                <a:solidFill>
                  <a:srgbClr val="2E9FA3"/>
                </a:solidFill>
                <a:latin typeface="Arial"/>
                <a:ea typeface="Arial"/>
                <a:cs typeface="Arial"/>
              </a:rPr>
              <a:t>FindNeighbors</a:t>
            </a:r>
          </a:p>
        </p:txBody>
      </p:sp>
      <p:sp>
        <p:nvSpPr>
          <p:cNvPr id="25" name="">
            <a:extLst xmlns:a="http://schemas.openxmlformats.org/drawingml/2006/main">
              <a:ext uri="{FF2B5EF4-FFF2-40B4-BE49-F238E27FC236}">
                <a16:creationId xmlns:a16="http://schemas.microsoft.com/office/drawing/2014/main" id="{012C1546-EA29-444A-8ACD-BE06A3BFB30D}"/>
              </a:ext>
            </a:extLst>
          </p:cNvPr>
          <p:cNvSpPr>
            <a:spLocks xmlns:a="http://schemas.openxmlformats.org/drawingml/2006/main" noGrp="1"/>
          </p:cNvSpPr>
          <p:nvPr/>
        </p:nvSpPr>
        <p:spPr>
          <a:xfrm xmlns:a="http://schemas.openxmlformats.org/drawingml/2006/main" flipV="1">
            <a:off x="4448175" y="2686050"/>
            <a:ext cx="190500" cy="3429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26" name="">
            <a:extLst xmlns:a="http://schemas.openxmlformats.org/drawingml/2006/main">
              <a:ext uri="{FF2B5EF4-FFF2-40B4-BE49-F238E27FC236}">
                <a16:creationId xmlns:a16="http://schemas.microsoft.com/office/drawing/2014/main" id="{F3C78EBD-672F-40A0-A6E9-1BA8A21C0041}"/>
              </a:ext>
            </a:extLst>
          </p:cNvPr>
          <p:cNvSpPr>
            <a:spLocks xmlns:a="http://schemas.openxmlformats.org/drawingml/2006/main" noGrp="1"/>
          </p:cNvSpPr>
          <p:nvPr/>
        </p:nvSpPr>
        <p:spPr>
          <a:xfrm xmlns:a="http://schemas.openxmlformats.org/drawingml/2006/main" flipV="1">
            <a:off x="4448175" y="2952750"/>
            <a:ext cx="419100" cy="762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27" name="">
            <a:extLst xmlns:a="http://schemas.openxmlformats.org/drawingml/2006/main">
              <a:ext uri="{FF2B5EF4-FFF2-40B4-BE49-F238E27FC236}">
                <a16:creationId xmlns:a16="http://schemas.microsoft.com/office/drawing/2014/main" id="{2BDB9EFD-87E6-428C-BEB8-4E2F8AED5130}"/>
              </a:ext>
            </a:extLst>
          </p:cNvPr>
          <p:cNvSpPr>
            <a:spLocks xmlns:a="http://schemas.openxmlformats.org/drawingml/2006/main" noGrp="1"/>
          </p:cNvSpPr>
          <p:nvPr/>
        </p:nvSpPr>
        <p:spPr>
          <a:xfrm xmlns:a="http://schemas.openxmlformats.org/drawingml/2006/main" flipV="0">
            <a:off x="4448175" y="3028950"/>
            <a:ext cx="266700" cy="3048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28" name="">
            <a:extLst xmlns:a="http://schemas.openxmlformats.org/drawingml/2006/main">
              <a:ext uri="{FF2B5EF4-FFF2-40B4-BE49-F238E27FC236}">
                <a16:creationId xmlns:a16="http://schemas.microsoft.com/office/drawing/2014/main" id="{9671EBD3-3BE5-4DDE-8059-E81D65326D1B}"/>
              </a:ext>
            </a:extLst>
          </p:cNvPr>
          <p:cNvSpPr>
            <a:spLocks xmlns:a="http://schemas.openxmlformats.org/drawingml/2006/main" noGrp="1"/>
          </p:cNvSpPr>
          <p:nvPr/>
        </p:nvSpPr>
        <p:spPr>
          <a:xfrm xmlns:a="http://schemas.openxmlformats.org/drawingml/2006/main" flipV="0">
            <a:off x="4638675" y="2686050"/>
            <a:ext cx="228600" cy="2667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29" name="">
            <a:extLst xmlns:a="http://schemas.openxmlformats.org/drawingml/2006/main">
              <a:ext uri="{FF2B5EF4-FFF2-40B4-BE49-F238E27FC236}">
                <a16:creationId xmlns:a16="http://schemas.microsoft.com/office/drawing/2014/main" id="{49D0CADD-62CC-47B4-8369-85D7E00E75BE}"/>
              </a:ext>
            </a:extLst>
          </p:cNvPr>
          <p:cNvSpPr>
            <a:spLocks xmlns:a="http://schemas.openxmlformats.org/drawingml/2006/main" noGrp="1"/>
          </p:cNvSpPr>
          <p:nvPr/>
        </p:nvSpPr>
        <p:spPr>
          <a:xfrm xmlns:a="http://schemas.openxmlformats.org/drawingml/2006/main" flipV="1">
            <a:off x="4638675" y="2533650"/>
            <a:ext cx="419100" cy="1524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30" name="">
            <a:extLst xmlns:a="http://schemas.openxmlformats.org/drawingml/2006/main">
              <a:ext uri="{FF2B5EF4-FFF2-40B4-BE49-F238E27FC236}">
                <a16:creationId xmlns:a16="http://schemas.microsoft.com/office/drawing/2014/main" id="{F9B089A4-E146-4D65-86FA-C6856296669A}"/>
              </a:ext>
            </a:extLst>
          </p:cNvPr>
          <p:cNvSpPr>
            <a:spLocks xmlns:a="http://schemas.openxmlformats.org/drawingml/2006/main" noGrp="1"/>
          </p:cNvSpPr>
          <p:nvPr/>
        </p:nvSpPr>
        <p:spPr>
          <a:xfrm xmlns:a="http://schemas.openxmlformats.org/drawingml/2006/main" flipV="0">
            <a:off x="4638675" y="2686050"/>
            <a:ext cx="609600" cy="1524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31" name="">
            <a:extLst xmlns:a="http://schemas.openxmlformats.org/drawingml/2006/main">
              <a:ext uri="{FF2B5EF4-FFF2-40B4-BE49-F238E27FC236}">
                <a16:creationId xmlns:a16="http://schemas.microsoft.com/office/drawing/2014/main" id="{7F053AE2-C758-42F4-A5AD-070510C309A6}"/>
              </a:ext>
            </a:extLst>
          </p:cNvPr>
          <p:cNvSpPr>
            <a:spLocks xmlns:a="http://schemas.openxmlformats.org/drawingml/2006/main" noGrp="1"/>
          </p:cNvSpPr>
          <p:nvPr/>
        </p:nvSpPr>
        <p:spPr>
          <a:xfrm xmlns:a="http://schemas.openxmlformats.org/drawingml/2006/main" flipV="1">
            <a:off x="4867275" y="2838450"/>
            <a:ext cx="381000" cy="1143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32" name="">
            <a:extLst xmlns:a="http://schemas.openxmlformats.org/drawingml/2006/main">
              <a:ext uri="{FF2B5EF4-FFF2-40B4-BE49-F238E27FC236}">
                <a16:creationId xmlns:a16="http://schemas.microsoft.com/office/drawing/2014/main" id="{23903F1D-31AD-4EE9-8050-CD070505C8E0}"/>
              </a:ext>
            </a:extLst>
          </p:cNvPr>
          <p:cNvSpPr>
            <a:spLocks xmlns:a="http://schemas.openxmlformats.org/drawingml/2006/main" noGrp="1"/>
          </p:cNvSpPr>
          <p:nvPr/>
        </p:nvSpPr>
        <p:spPr>
          <a:xfrm xmlns:a="http://schemas.openxmlformats.org/drawingml/2006/main" flipV="1">
            <a:off x="4714875" y="2952750"/>
            <a:ext cx="152400" cy="3810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33" name="">
            <a:extLst xmlns:a="http://schemas.openxmlformats.org/drawingml/2006/main">
              <a:ext uri="{FF2B5EF4-FFF2-40B4-BE49-F238E27FC236}">
                <a16:creationId xmlns:a16="http://schemas.microsoft.com/office/drawing/2014/main" id="{9F6F7209-CD56-47A9-9A4B-C636BDA428A3}"/>
              </a:ext>
            </a:extLst>
          </p:cNvPr>
          <p:cNvSpPr>
            <a:spLocks xmlns:a="http://schemas.openxmlformats.org/drawingml/2006/main" noGrp="1"/>
          </p:cNvSpPr>
          <p:nvPr/>
        </p:nvSpPr>
        <p:spPr>
          <a:xfrm xmlns:a="http://schemas.openxmlformats.org/drawingml/2006/main" flipV="0">
            <a:off x="4867275" y="2952750"/>
            <a:ext cx="152400" cy="5334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34" name="">
            <a:extLst xmlns:a="http://schemas.openxmlformats.org/drawingml/2006/main">
              <a:ext uri="{FF2B5EF4-FFF2-40B4-BE49-F238E27FC236}">
                <a16:creationId xmlns:a16="http://schemas.microsoft.com/office/drawing/2014/main" id="{9FFF1FB4-EFFB-4B1C-8008-B5E9F367DFA3}"/>
              </a:ext>
            </a:extLst>
          </p:cNvPr>
          <p:cNvSpPr>
            <a:spLocks xmlns:a="http://schemas.openxmlformats.org/drawingml/2006/main" noGrp="1"/>
          </p:cNvSpPr>
          <p:nvPr/>
        </p:nvSpPr>
        <p:spPr>
          <a:xfrm xmlns:a="http://schemas.openxmlformats.org/drawingml/2006/main" flipV="0">
            <a:off x="5057775" y="2533650"/>
            <a:ext cx="190500" cy="3048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35" name="">
            <a:extLst xmlns:a="http://schemas.openxmlformats.org/drawingml/2006/main">
              <a:ext uri="{FF2B5EF4-FFF2-40B4-BE49-F238E27FC236}">
                <a16:creationId xmlns:a16="http://schemas.microsoft.com/office/drawing/2014/main" id="{E800621A-F660-4A33-9EF1-6F8E3A2BE432}"/>
              </a:ext>
            </a:extLst>
          </p:cNvPr>
          <p:cNvSpPr>
            <a:spLocks xmlns:a="http://schemas.openxmlformats.org/drawingml/2006/main" noGrp="1"/>
          </p:cNvSpPr>
          <p:nvPr/>
        </p:nvSpPr>
        <p:spPr>
          <a:xfrm xmlns:a="http://schemas.openxmlformats.org/drawingml/2006/main" flipV="0">
            <a:off x="5057775" y="2533650"/>
            <a:ext cx="723900" cy="1143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36" name="">
            <a:extLst xmlns:a="http://schemas.openxmlformats.org/drawingml/2006/main">
              <a:ext uri="{FF2B5EF4-FFF2-40B4-BE49-F238E27FC236}">
                <a16:creationId xmlns:a16="http://schemas.microsoft.com/office/drawing/2014/main" id="{B45BE1B7-6A7D-4D5B-B7B9-0E8E04246CDF}"/>
              </a:ext>
            </a:extLst>
          </p:cNvPr>
          <p:cNvSpPr>
            <a:spLocks xmlns:a="http://schemas.openxmlformats.org/drawingml/2006/main" noGrp="1"/>
          </p:cNvSpPr>
          <p:nvPr/>
        </p:nvSpPr>
        <p:spPr>
          <a:xfrm xmlns:a="http://schemas.openxmlformats.org/drawingml/2006/main" flipV="0">
            <a:off x="5248275" y="2838450"/>
            <a:ext cx="114300" cy="4191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37" name="">
            <a:extLst xmlns:a="http://schemas.openxmlformats.org/drawingml/2006/main">
              <a:ext uri="{FF2B5EF4-FFF2-40B4-BE49-F238E27FC236}">
                <a16:creationId xmlns:a16="http://schemas.microsoft.com/office/drawing/2014/main" id="{50EF8747-795C-483C-98C9-864F3DB1F2EE}"/>
              </a:ext>
            </a:extLst>
          </p:cNvPr>
          <p:cNvSpPr>
            <a:spLocks xmlns:a="http://schemas.openxmlformats.org/drawingml/2006/main" noGrp="1"/>
          </p:cNvSpPr>
          <p:nvPr/>
        </p:nvSpPr>
        <p:spPr>
          <a:xfrm xmlns:a="http://schemas.openxmlformats.org/drawingml/2006/main" flipV="0">
            <a:off x="5248275" y="2838450"/>
            <a:ext cx="342900" cy="1524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38" name="">
            <a:extLst xmlns:a="http://schemas.openxmlformats.org/drawingml/2006/main">
              <a:ext uri="{FF2B5EF4-FFF2-40B4-BE49-F238E27FC236}">
                <a16:creationId xmlns:a16="http://schemas.microsoft.com/office/drawing/2014/main" id="{77E981C2-13C2-444C-AFD9-7F5B41FD2DD7}"/>
              </a:ext>
            </a:extLst>
          </p:cNvPr>
          <p:cNvSpPr>
            <a:spLocks xmlns:a="http://schemas.openxmlformats.org/drawingml/2006/main" noGrp="1"/>
          </p:cNvSpPr>
          <p:nvPr/>
        </p:nvSpPr>
        <p:spPr>
          <a:xfrm xmlns:a="http://schemas.openxmlformats.org/drawingml/2006/main" flipV="0">
            <a:off x="4714875" y="3333750"/>
            <a:ext cx="304800" cy="1524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39" name="">
            <a:extLst xmlns:a="http://schemas.openxmlformats.org/drawingml/2006/main">
              <a:ext uri="{FF2B5EF4-FFF2-40B4-BE49-F238E27FC236}">
                <a16:creationId xmlns:a16="http://schemas.microsoft.com/office/drawing/2014/main" id="{1C3B663D-1C3D-4F12-925F-33E22CDAFC24}"/>
              </a:ext>
            </a:extLst>
          </p:cNvPr>
          <p:cNvSpPr>
            <a:spLocks xmlns:a="http://schemas.openxmlformats.org/drawingml/2006/main" noGrp="1"/>
          </p:cNvSpPr>
          <p:nvPr/>
        </p:nvSpPr>
        <p:spPr>
          <a:xfrm xmlns:a="http://schemas.openxmlformats.org/drawingml/2006/main" flipV="1">
            <a:off x="5019675" y="3257550"/>
            <a:ext cx="342900" cy="2286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40" name="">
            <a:extLst xmlns:a="http://schemas.openxmlformats.org/drawingml/2006/main">
              <a:ext uri="{FF2B5EF4-FFF2-40B4-BE49-F238E27FC236}">
                <a16:creationId xmlns:a16="http://schemas.microsoft.com/office/drawing/2014/main" id="{62C0021F-DA0B-4947-9949-1511E8CBFE18}"/>
              </a:ext>
            </a:extLst>
          </p:cNvPr>
          <p:cNvSpPr>
            <a:spLocks xmlns:a="http://schemas.openxmlformats.org/drawingml/2006/main" noGrp="1"/>
          </p:cNvSpPr>
          <p:nvPr/>
        </p:nvSpPr>
        <p:spPr>
          <a:xfrm xmlns:a="http://schemas.openxmlformats.org/drawingml/2006/main" flipV="1">
            <a:off x="5362575" y="2990850"/>
            <a:ext cx="228600" cy="2667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41" name="">
            <a:extLst xmlns:a="http://schemas.openxmlformats.org/drawingml/2006/main">
              <a:ext uri="{FF2B5EF4-FFF2-40B4-BE49-F238E27FC236}">
                <a16:creationId xmlns:a16="http://schemas.microsoft.com/office/drawing/2014/main" id="{05A8CF29-9FC5-4733-816A-ACE347BF582F}"/>
              </a:ext>
            </a:extLst>
          </p:cNvPr>
          <p:cNvSpPr>
            <a:spLocks xmlns:a="http://schemas.openxmlformats.org/drawingml/2006/main" noGrp="1"/>
          </p:cNvSpPr>
          <p:nvPr/>
        </p:nvSpPr>
        <p:spPr>
          <a:xfrm xmlns:a="http://schemas.openxmlformats.org/drawingml/2006/main" flipV="0">
            <a:off x="5362575" y="3257550"/>
            <a:ext cx="495300" cy="381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42" name="">
            <a:extLst xmlns:a="http://schemas.openxmlformats.org/drawingml/2006/main">
              <a:ext uri="{FF2B5EF4-FFF2-40B4-BE49-F238E27FC236}">
                <a16:creationId xmlns:a16="http://schemas.microsoft.com/office/drawing/2014/main" id="{FD6D1A9E-73C1-40B9-9019-03B148750561}"/>
              </a:ext>
            </a:extLst>
          </p:cNvPr>
          <p:cNvSpPr>
            <a:spLocks xmlns:a="http://schemas.openxmlformats.org/drawingml/2006/main" noGrp="1"/>
          </p:cNvSpPr>
          <p:nvPr/>
        </p:nvSpPr>
        <p:spPr>
          <a:xfrm xmlns:a="http://schemas.openxmlformats.org/drawingml/2006/main" flipV="1">
            <a:off x="5591175" y="2647950"/>
            <a:ext cx="190500" cy="3429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43" name="">
            <a:extLst xmlns:a="http://schemas.openxmlformats.org/drawingml/2006/main">
              <a:ext uri="{FF2B5EF4-FFF2-40B4-BE49-F238E27FC236}">
                <a16:creationId xmlns:a16="http://schemas.microsoft.com/office/drawing/2014/main" id="{5D8BC931-B92F-47AE-A50E-9111CBECFC8B}"/>
              </a:ext>
            </a:extLst>
          </p:cNvPr>
          <p:cNvSpPr>
            <a:spLocks xmlns:a="http://schemas.openxmlformats.org/drawingml/2006/main" noGrp="1"/>
          </p:cNvSpPr>
          <p:nvPr/>
        </p:nvSpPr>
        <p:spPr>
          <a:xfrm xmlns:a="http://schemas.openxmlformats.org/drawingml/2006/main" flipV="0">
            <a:off x="5591175" y="2990850"/>
            <a:ext cx="266700" cy="3048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44" name="">
            <a:extLst xmlns:a="http://schemas.openxmlformats.org/drawingml/2006/main">
              <a:ext uri="{FF2B5EF4-FFF2-40B4-BE49-F238E27FC236}">
                <a16:creationId xmlns:a16="http://schemas.microsoft.com/office/drawing/2014/main" id="{4DE5C377-0FE0-45E9-A476-98D8F450B92F}"/>
              </a:ext>
            </a:extLst>
          </p:cNvPr>
          <p:cNvSpPr>
            <a:spLocks xmlns:a="http://schemas.openxmlformats.org/drawingml/2006/main" noGrp="1"/>
          </p:cNvSpPr>
          <p:nvPr/>
        </p:nvSpPr>
        <p:spPr>
          <a:xfrm xmlns:a="http://schemas.openxmlformats.org/drawingml/2006/main" flipV="1">
            <a:off x="5591175" y="2914650"/>
            <a:ext cx="495300" cy="762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45" name="">
            <a:extLst xmlns:a="http://schemas.openxmlformats.org/drawingml/2006/main">
              <a:ext uri="{FF2B5EF4-FFF2-40B4-BE49-F238E27FC236}">
                <a16:creationId xmlns:a16="http://schemas.microsoft.com/office/drawing/2014/main" id="{24A5D271-B945-4E02-B878-497D4CD17B6A}"/>
              </a:ext>
            </a:extLst>
          </p:cNvPr>
          <p:cNvSpPr>
            <a:spLocks xmlns:a="http://schemas.openxmlformats.org/drawingml/2006/main" noGrp="1"/>
          </p:cNvSpPr>
          <p:nvPr/>
        </p:nvSpPr>
        <p:spPr>
          <a:xfrm xmlns:a="http://schemas.openxmlformats.org/drawingml/2006/main" flipV="1">
            <a:off x="5857875" y="2914650"/>
            <a:ext cx="228600" cy="3810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46" name="">
            <a:extLst xmlns:a="http://schemas.openxmlformats.org/drawingml/2006/main">
              <a:ext uri="{FF2B5EF4-FFF2-40B4-BE49-F238E27FC236}">
                <a16:creationId xmlns:a16="http://schemas.microsoft.com/office/drawing/2014/main" id="{3301CB8D-697A-43C2-8783-FD864B36557A}"/>
              </a:ext>
            </a:extLst>
          </p:cNvPr>
          <p:cNvSpPr>
            <a:spLocks xmlns:a="http://schemas.openxmlformats.org/drawingml/2006/main" noGrp="1"/>
          </p:cNvSpPr>
          <p:nvPr/>
        </p:nvSpPr>
        <p:spPr>
          <a:xfrm xmlns:a="http://schemas.openxmlformats.org/drawingml/2006/main" flipV="0">
            <a:off x="5857875" y="3295650"/>
            <a:ext cx="342900" cy="1905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47" name="">
            <a:extLst xmlns:a="http://schemas.openxmlformats.org/drawingml/2006/main">
              <a:ext uri="{FF2B5EF4-FFF2-40B4-BE49-F238E27FC236}">
                <a16:creationId xmlns:a16="http://schemas.microsoft.com/office/drawing/2014/main" id="{C72884D1-5A63-4CE0-B415-E0D3F5A69FFD}"/>
              </a:ext>
            </a:extLst>
          </p:cNvPr>
          <p:cNvSpPr>
            <a:spLocks xmlns:a="http://schemas.openxmlformats.org/drawingml/2006/main" noGrp="1"/>
          </p:cNvSpPr>
          <p:nvPr/>
        </p:nvSpPr>
        <p:spPr>
          <a:xfrm xmlns:a="http://schemas.openxmlformats.org/drawingml/2006/main" flipV="0">
            <a:off x="6086475" y="2914650"/>
            <a:ext cx="342900" cy="2667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48" name="">
            <a:extLst xmlns:a="http://schemas.openxmlformats.org/drawingml/2006/main">
              <a:ext uri="{FF2B5EF4-FFF2-40B4-BE49-F238E27FC236}">
                <a16:creationId xmlns:a16="http://schemas.microsoft.com/office/drawing/2014/main" id="{D2D5292A-9584-425A-924F-62932674009A}"/>
              </a:ext>
            </a:extLst>
          </p:cNvPr>
          <p:cNvSpPr>
            <a:spLocks xmlns:a="http://schemas.openxmlformats.org/drawingml/2006/main" noGrp="1"/>
          </p:cNvSpPr>
          <p:nvPr/>
        </p:nvSpPr>
        <p:spPr>
          <a:xfrm xmlns:a="http://schemas.openxmlformats.org/drawingml/2006/main" flipV="1">
            <a:off x="6086475" y="2762250"/>
            <a:ext cx="495300" cy="1524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49" name="">
            <a:extLst xmlns:a="http://schemas.openxmlformats.org/drawingml/2006/main">
              <a:ext uri="{FF2B5EF4-FFF2-40B4-BE49-F238E27FC236}">
                <a16:creationId xmlns:a16="http://schemas.microsoft.com/office/drawing/2014/main" id="{1539066D-803C-4FF3-AD18-FCF37F1F2D89}"/>
              </a:ext>
            </a:extLst>
          </p:cNvPr>
          <p:cNvSpPr>
            <a:spLocks xmlns:a="http://schemas.openxmlformats.org/drawingml/2006/main" noGrp="1"/>
          </p:cNvSpPr>
          <p:nvPr/>
        </p:nvSpPr>
        <p:spPr>
          <a:xfrm xmlns:a="http://schemas.openxmlformats.org/drawingml/2006/main" flipV="1">
            <a:off x="6200775" y="3181350"/>
            <a:ext cx="228600" cy="3048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50" name="">
            <a:extLst xmlns:a="http://schemas.openxmlformats.org/drawingml/2006/main">
              <a:ext uri="{FF2B5EF4-FFF2-40B4-BE49-F238E27FC236}">
                <a16:creationId xmlns:a16="http://schemas.microsoft.com/office/drawing/2014/main" id="{2A408339-47EF-4EC3-8F1E-A7F290BF2A24}"/>
              </a:ext>
            </a:extLst>
          </p:cNvPr>
          <p:cNvSpPr>
            <a:spLocks xmlns:a="http://schemas.openxmlformats.org/drawingml/2006/main" noGrp="1"/>
          </p:cNvSpPr>
          <p:nvPr/>
        </p:nvSpPr>
        <p:spPr>
          <a:xfrm xmlns:a="http://schemas.openxmlformats.org/drawingml/2006/main" flipV="1">
            <a:off x="6200775" y="3409950"/>
            <a:ext cx="533400" cy="762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51" name="">
            <a:extLst xmlns:a="http://schemas.openxmlformats.org/drawingml/2006/main">
              <a:ext uri="{FF2B5EF4-FFF2-40B4-BE49-F238E27FC236}">
                <a16:creationId xmlns:a16="http://schemas.microsoft.com/office/drawing/2014/main" id="{D37985BD-80EA-43D8-ADF6-E923A977B10A}"/>
              </a:ext>
            </a:extLst>
          </p:cNvPr>
          <p:cNvSpPr>
            <a:spLocks xmlns:a="http://schemas.openxmlformats.org/drawingml/2006/main" noGrp="1"/>
          </p:cNvSpPr>
          <p:nvPr/>
        </p:nvSpPr>
        <p:spPr>
          <a:xfrm xmlns:a="http://schemas.openxmlformats.org/drawingml/2006/main" flipV="1">
            <a:off x="6429375" y="2762250"/>
            <a:ext cx="152400" cy="4191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52" name="">
            <a:extLst xmlns:a="http://schemas.openxmlformats.org/drawingml/2006/main">
              <a:ext uri="{FF2B5EF4-FFF2-40B4-BE49-F238E27FC236}">
                <a16:creationId xmlns:a16="http://schemas.microsoft.com/office/drawing/2014/main" id="{BEC75D3A-E14E-4BE1-A495-ECDB1AB5A7A8}"/>
              </a:ext>
            </a:extLst>
          </p:cNvPr>
          <p:cNvSpPr>
            <a:spLocks xmlns:a="http://schemas.openxmlformats.org/drawingml/2006/main" noGrp="1"/>
          </p:cNvSpPr>
          <p:nvPr/>
        </p:nvSpPr>
        <p:spPr>
          <a:xfrm xmlns:a="http://schemas.openxmlformats.org/drawingml/2006/main" flipV="0">
            <a:off x="6429375" y="3181350"/>
            <a:ext cx="304800" cy="2286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53" name="">
            <a:extLst xmlns:a="http://schemas.openxmlformats.org/drawingml/2006/main">
              <a:ext uri="{FF2B5EF4-FFF2-40B4-BE49-F238E27FC236}">
                <a16:creationId xmlns:a16="http://schemas.microsoft.com/office/drawing/2014/main" id="{B6BCAE0B-4A00-4893-A38C-BD961EB8F44F}"/>
              </a:ext>
            </a:extLst>
          </p:cNvPr>
          <p:cNvSpPr>
            <a:spLocks xmlns:a="http://schemas.openxmlformats.org/drawingml/2006/main" noGrp="1"/>
          </p:cNvSpPr>
          <p:nvPr/>
        </p:nvSpPr>
        <p:spPr>
          <a:xfrm xmlns:a="http://schemas.openxmlformats.org/drawingml/2006/main" flipV="1">
            <a:off x="6429375" y="3067050"/>
            <a:ext cx="533400" cy="1143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54" name="">
            <a:extLst xmlns:a="http://schemas.openxmlformats.org/drawingml/2006/main">
              <a:ext uri="{FF2B5EF4-FFF2-40B4-BE49-F238E27FC236}">
                <a16:creationId xmlns:a16="http://schemas.microsoft.com/office/drawing/2014/main" id="{3FD98EE8-30F3-4A40-A752-40D4E040D2F3}"/>
              </a:ext>
            </a:extLst>
          </p:cNvPr>
          <p:cNvSpPr>
            <a:spLocks xmlns:a="http://schemas.openxmlformats.org/drawingml/2006/main" noGrp="1"/>
          </p:cNvSpPr>
          <p:nvPr/>
        </p:nvSpPr>
        <p:spPr>
          <a:xfrm xmlns:a="http://schemas.openxmlformats.org/drawingml/2006/main" flipV="0">
            <a:off x="6581775" y="2762250"/>
            <a:ext cx="381000" cy="3048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55" name="">
            <a:extLst xmlns:a="http://schemas.openxmlformats.org/drawingml/2006/main">
              <a:ext uri="{FF2B5EF4-FFF2-40B4-BE49-F238E27FC236}">
                <a16:creationId xmlns:a16="http://schemas.microsoft.com/office/drawing/2014/main" id="{9F67F2F0-21A1-4CA7-BAEF-70987D23EC39}"/>
              </a:ext>
            </a:extLst>
          </p:cNvPr>
          <p:cNvSpPr>
            <a:spLocks xmlns:a="http://schemas.openxmlformats.org/drawingml/2006/main" noGrp="1"/>
          </p:cNvSpPr>
          <p:nvPr/>
        </p:nvSpPr>
        <p:spPr>
          <a:xfrm xmlns:a="http://schemas.openxmlformats.org/drawingml/2006/main" flipV="1">
            <a:off x="6581775" y="2686050"/>
            <a:ext cx="533400" cy="762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56" name="">
            <a:extLst xmlns:a="http://schemas.openxmlformats.org/drawingml/2006/main">
              <a:ext uri="{FF2B5EF4-FFF2-40B4-BE49-F238E27FC236}">
                <a16:creationId xmlns:a16="http://schemas.microsoft.com/office/drawing/2014/main" id="{2CF2F5D3-9735-4112-9E99-17CA11D3285A}"/>
              </a:ext>
            </a:extLst>
          </p:cNvPr>
          <p:cNvSpPr>
            <a:spLocks xmlns:a="http://schemas.openxmlformats.org/drawingml/2006/main" noGrp="1"/>
          </p:cNvSpPr>
          <p:nvPr/>
        </p:nvSpPr>
        <p:spPr>
          <a:xfrm xmlns:a="http://schemas.openxmlformats.org/drawingml/2006/main" flipV="1">
            <a:off x="6734175" y="3067050"/>
            <a:ext cx="228600" cy="3429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57" name="">
            <a:extLst xmlns:a="http://schemas.openxmlformats.org/drawingml/2006/main">
              <a:ext uri="{FF2B5EF4-FFF2-40B4-BE49-F238E27FC236}">
                <a16:creationId xmlns:a16="http://schemas.microsoft.com/office/drawing/2014/main" id="{9BB1CE0F-1CE3-4860-813E-DBB5BE81A643}"/>
              </a:ext>
            </a:extLst>
          </p:cNvPr>
          <p:cNvSpPr>
            <a:spLocks xmlns:a="http://schemas.openxmlformats.org/drawingml/2006/main" noGrp="1"/>
          </p:cNvSpPr>
          <p:nvPr/>
        </p:nvSpPr>
        <p:spPr>
          <a:xfrm xmlns:a="http://schemas.openxmlformats.org/drawingml/2006/main" flipV="1">
            <a:off x="6962775" y="2686050"/>
            <a:ext cx="152400" cy="3810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58" name="">
            <a:extLst xmlns:a="http://schemas.openxmlformats.org/drawingml/2006/main">
              <a:ext uri="{FF2B5EF4-FFF2-40B4-BE49-F238E27FC236}">
                <a16:creationId xmlns:a16="http://schemas.microsoft.com/office/drawing/2014/main" id="{CD67233F-A416-4CB8-97AD-7493B74371D4}"/>
              </a:ext>
            </a:extLst>
          </p:cNvPr>
          <p:cNvSpPr>
            <a:spLocks xmlns:a="http://schemas.openxmlformats.org/drawingml/2006/main" noGrp="1"/>
          </p:cNvSpPr>
          <p:nvPr/>
        </p:nvSpPr>
        <p:spPr>
          <a:xfrm xmlns:a="http://schemas.openxmlformats.org/drawingml/2006/main">
            <a:off x="4381500" y="2962275"/>
            <a:ext cx="142875" cy="142875"/>
          </a:xfrm>
          <a:prstGeom xmlns:a="http://schemas.openxmlformats.org/drawingml/2006/main" prst="ellipse">
            <a:avLst/>
          </a:prstGeom>
          <a:solidFill xmlns:a="http://schemas.openxmlformats.org/drawingml/2006/main">
            <a:srgbClr val="5B9BD5"/>
          </a:solidFill>
          <a:ln xmlns:a="http://schemas.openxmlformats.org/drawingml/2006/main" w="9525">
            <a:solidFill>
              <a:srgbClr val="FFFFFF"/>
            </a:solidFill>
            <a:prstDash val="solid"/>
          </a:ln>
        </p:spPr>
      </p:sp>
      <p:sp>
        <p:nvSpPr>
          <p:cNvPr id="59" name="">
            <a:extLst xmlns:a="http://schemas.openxmlformats.org/drawingml/2006/main">
              <a:ext uri="{FF2B5EF4-FFF2-40B4-BE49-F238E27FC236}">
                <a16:creationId xmlns:a16="http://schemas.microsoft.com/office/drawing/2014/main" id="{20AA875E-C467-468A-BC02-41EA5ACFB87B}"/>
              </a:ext>
            </a:extLst>
          </p:cNvPr>
          <p:cNvSpPr>
            <a:spLocks xmlns:a="http://schemas.openxmlformats.org/drawingml/2006/main" noGrp="1"/>
          </p:cNvSpPr>
          <p:nvPr/>
        </p:nvSpPr>
        <p:spPr>
          <a:xfrm xmlns:a="http://schemas.openxmlformats.org/drawingml/2006/main">
            <a:off x="4572000" y="2619375"/>
            <a:ext cx="142875" cy="142875"/>
          </a:xfrm>
          <a:prstGeom xmlns:a="http://schemas.openxmlformats.org/drawingml/2006/main" prst="ellipse">
            <a:avLst/>
          </a:prstGeom>
          <a:solidFill xmlns:a="http://schemas.openxmlformats.org/drawingml/2006/main">
            <a:srgbClr val="5B9BD5"/>
          </a:solidFill>
          <a:ln xmlns:a="http://schemas.openxmlformats.org/drawingml/2006/main" w="9525">
            <a:solidFill>
              <a:srgbClr val="FFFFFF"/>
            </a:solidFill>
            <a:prstDash val="solid"/>
          </a:ln>
        </p:spPr>
      </p:sp>
      <p:sp>
        <p:nvSpPr>
          <p:cNvPr id="60" name="">
            <a:extLst xmlns:a="http://schemas.openxmlformats.org/drawingml/2006/main">
              <a:ext uri="{FF2B5EF4-FFF2-40B4-BE49-F238E27FC236}">
                <a16:creationId xmlns:a16="http://schemas.microsoft.com/office/drawing/2014/main" id="{6E27CFB3-619C-4160-AFEB-C71C52ED5DFA}"/>
              </a:ext>
            </a:extLst>
          </p:cNvPr>
          <p:cNvSpPr>
            <a:spLocks xmlns:a="http://schemas.openxmlformats.org/drawingml/2006/main" noGrp="1"/>
          </p:cNvSpPr>
          <p:nvPr/>
        </p:nvSpPr>
        <p:spPr>
          <a:xfrm xmlns:a="http://schemas.openxmlformats.org/drawingml/2006/main">
            <a:off x="4800600" y="2886075"/>
            <a:ext cx="142875" cy="142875"/>
          </a:xfrm>
          <a:prstGeom xmlns:a="http://schemas.openxmlformats.org/drawingml/2006/main" prst="ellipse">
            <a:avLst/>
          </a:prstGeom>
          <a:solidFill xmlns:a="http://schemas.openxmlformats.org/drawingml/2006/main">
            <a:srgbClr val="5B9BD5"/>
          </a:solidFill>
          <a:ln xmlns:a="http://schemas.openxmlformats.org/drawingml/2006/main" w="9525">
            <a:solidFill>
              <a:srgbClr val="FFFFFF"/>
            </a:solidFill>
            <a:prstDash val="solid"/>
          </a:ln>
        </p:spPr>
      </p:sp>
      <p:sp>
        <p:nvSpPr>
          <p:cNvPr id="61" name="">
            <a:extLst xmlns:a="http://schemas.openxmlformats.org/drawingml/2006/main">
              <a:ext uri="{FF2B5EF4-FFF2-40B4-BE49-F238E27FC236}">
                <a16:creationId xmlns:a16="http://schemas.microsoft.com/office/drawing/2014/main" id="{713FE49D-09F4-4E03-9700-B3DDFC164CEF}"/>
              </a:ext>
            </a:extLst>
          </p:cNvPr>
          <p:cNvSpPr>
            <a:spLocks xmlns:a="http://schemas.openxmlformats.org/drawingml/2006/main" noGrp="1"/>
          </p:cNvSpPr>
          <p:nvPr/>
        </p:nvSpPr>
        <p:spPr>
          <a:xfrm xmlns:a="http://schemas.openxmlformats.org/drawingml/2006/main">
            <a:off x="4991100" y="2466975"/>
            <a:ext cx="142875" cy="142875"/>
          </a:xfrm>
          <a:prstGeom xmlns:a="http://schemas.openxmlformats.org/drawingml/2006/main" prst="ellipse">
            <a:avLst/>
          </a:prstGeom>
          <a:solidFill xmlns:a="http://schemas.openxmlformats.org/drawingml/2006/main">
            <a:srgbClr val="5B9BD5"/>
          </a:solidFill>
          <a:ln xmlns:a="http://schemas.openxmlformats.org/drawingml/2006/main" w="9525">
            <a:solidFill>
              <a:srgbClr val="FFFFFF"/>
            </a:solidFill>
            <a:prstDash val="solid"/>
          </a:ln>
        </p:spPr>
      </p:sp>
      <p:sp>
        <p:nvSpPr>
          <p:cNvPr id="62" name="">
            <a:extLst xmlns:a="http://schemas.openxmlformats.org/drawingml/2006/main">
              <a:ext uri="{FF2B5EF4-FFF2-40B4-BE49-F238E27FC236}">
                <a16:creationId xmlns:a16="http://schemas.microsoft.com/office/drawing/2014/main" id="{99D1B61B-FBA6-4C5F-B42B-12951F8E8C66}"/>
              </a:ext>
            </a:extLst>
          </p:cNvPr>
          <p:cNvSpPr>
            <a:spLocks xmlns:a="http://schemas.openxmlformats.org/drawingml/2006/main" noGrp="1"/>
          </p:cNvSpPr>
          <p:nvPr/>
        </p:nvSpPr>
        <p:spPr>
          <a:xfrm xmlns:a="http://schemas.openxmlformats.org/drawingml/2006/main">
            <a:off x="5181600" y="2771775"/>
            <a:ext cx="142875" cy="142875"/>
          </a:xfrm>
          <a:prstGeom xmlns:a="http://schemas.openxmlformats.org/drawingml/2006/main" prst="ellipse">
            <a:avLst/>
          </a:prstGeom>
          <a:solidFill xmlns:a="http://schemas.openxmlformats.org/drawingml/2006/main">
            <a:srgbClr val="5B9BD5"/>
          </a:solidFill>
          <a:ln xmlns:a="http://schemas.openxmlformats.org/drawingml/2006/main" w="9525">
            <a:solidFill>
              <a:srgbClr val="FFFFFF"/>
            </a:solidFill>
            <a:prstDash val="solid"/>
          </a:ln>
        </p:spPr>
      </p:sp>
      <p:sp>
        <p:nvSpPr>
          <p:cNvPr id="63" name="">
            <a:extLst xmlns:a="http://schemas.openxmlformats.org/drawingml/2006/main">
              <a:ext uri="{FF2B5EF4-FFF2-40B4-BE49-F238E27FC236}">
                <a16:creationId xmlns:a16="http://schemas.microsoft.com/office/drawing/2014/main" id="{67C8A71F-1A29-48DD-9F02-3D4471CF034B}"/>
              </a:ext>
            </a:extLst>
          </p:cNvPr>
          <p:cNvSpPr>
            <a:spLocks xmlns:a="http://schemas.openxmlformats.org/drawingml/2006/main" noGrp="1"/>
          </p:cNvSpPr>
          <p:nvPr/>
        </p:nvSpPr>
        <p:spPr>
          <a:xfrm xmlns:a="http://schemas.openxmlformats.org/drawingml/2006/main">
            <a:off x="4648200" y="3267075"/>
            <a:ext cx="142875" cy="142875"/>
          </a:xfrm>
          <a:prstGeom xmlns:a="http://schemas.openxmlformats.org/drawingml/2006/main" prst="ellipse">
            <a:avLst/>
          </a:prstGeom>
          <a:solidFill xmlns:a="http://schemas.openxmlformats.org/drawingml/2006/main">
            <a:srgbClr val="5B9BD5"/>
          </a:solidFill>
          <a:ln xmlns:a="http://schemas.openxmlformats.org/drawingml/2006/main" w="9525">
            <a:solidFill>
              <a:srgbClr val="FFFFFF"/>
            </a:solidFill>
            <a:prstDash val="solid"/>
          </a:ln>
        </p:spPr>
      </p:sp>
      <p:sp>
        <p:nvSpPr>
          <p:cNvPr id="64" name="">
            <a:extLst xmlns:a="http://schemas.openxmlformats.org/drawingml/2006/main">
              <a:ext uri="{FF2B5EF4-FFF2-40B4-BE49-F238E27FC236}">
                <a16:creationId xmlns:a16="http://schemas.microsoft.com/office/drawing/2014/main" id="{0A83BB3B-9AA4-4BCF-B7A3-C956448BB63D}"/>
              </a:ext>
            </a:extLst>
          </p:cNvPr>
          <p:cNvSpPr>
            <a:spLocks xmlns:a="http://schemas.openxmlformats.org/drawingml/2006/main" noGrp="1"/>
          </p:cNvSpPr>
          <p:nvPr/>
        </p:nvSpPr>
        <p:spPr>
          <a:xfrm xmlns:a="http://schemas.openxmlformats.org/drawingml/2006/main">
            <a:off x="4953000" y="3419475"/>
            <a:ext cx="142875" cy="142875"/>
          </a:xfrm>
          <a:prstGeom xmlns:a="http://schemas.openxmlformats.org/drawingml/2006/main" prst="ellipse">
            <a:avLst/>
          </a:prstGeom>
          <a:solidFill xmlns:a="http://schemas.openxmlformats.org/drawingml/2006/main">
            <a:srgbClr val="5B9BD5"/>
          </a:solidFill>
          <a:ln xmlns:a="http://schemas.openxmlformats.org/drawingml/2006/main" w="9525">
            <a:solidFill>
              <a:srgbClr val="FFFFFF"/>
            </a:solidFill>
            <a:prstDash val="solid"/>
          </a:ln>
        </p:spPr>
      </p:sp>
      <p:sp>
        <p:nvSpPr>
          <p:cNvPr id="65" name="">
            <a:extLst xmlns:a="http://schemas.openxmlformats.org/drawingml/2006/main">
              <a:ext uri="{FF2B5EF4-FFF2-40B4-BE49-F238E27FC236}">
                <a16:creationId xmlns:a16="http://schemas.microsoft.com/office/drawing/2014/main" id="{41077AF3-0313-46E5-824B-3D07E4B30C24}"/>
              </a:ext>
            </a:extLst>
          </p:cNvPr>
          <p:cNvSpPr>
            <a:spLocks xmlns:a="http://schemas.openxmlformats.org/drawingml/2006/main" noGrp="1"/>
          </p:cNvSpPr>
          <p:nvPr/>
        </p:nvSpPr>
        <p:spPr>
          <a:xfrm xmlns:a="http://schemas.openxmlformats.org/drawingml/2006/main">
            <a:off x="5295900" y="3190875"/>
            <a:ext cx="142875" cy="142875"/>
          </a:xfrm>
          <a:prstGeom xmlns:a="http://schemas.openxmlformats.org/drawingml/2006/main" prst="ellipse">
            <a:avLst/>
          </a:prstGeom>
          <a:solidFill xmlns:a="http://schemas.openxmlformats.org/drawingml/2006/main">
            <a:srgbClr val="5B9BD5"/>
          </a:solidFill>
          <a:ln xmlns:a="http://schemas.openxmlformats.org/drawingml/2006/main" w="9525">
            <a:solidFill>
              <a:srgbClr val="FFFFFF"/>
            </a:solidFill>
            <a:prstDash val="solid"/>
          </a:ln>
        </p:spPr>
      </p:sp>
      <p:sp>
        <p:nvSpPr>
          <p:cNvPr id="66" name="">
            <a:extLst xmlns:a="http://schemas.openxmlformats.org/drawingml/2006/main">
              <a:ext uri="{FF2B5EF4-FFF2-40B4-BE49-F238E27FC236}">
                <a16:creationId xmlns:a16="http://schemas.microsoft.com/office/drawing/2014/main" id="{9FB61E69-CA8C-486A-A9BA-DDE338BE8AA0}"/>
              </a:ext>
            </a:extLst>
          </p:cNvPr>
          <p:cNvSpPr>
            <a:spLocks xmlns:a="http://schemas.openxmlformats.org/drawingml/2006/main" noGrp="1"/>
          </p:cNvSpPr>
          <p:nvPr/>
        </p:nvSpPr>
        <p:spPr>
          <a:xfrm xmlns:a="http://schemas.openxmlformats.org/drawingml/2006/main">
            <a:off x="5524500" y="2924175"/>
            <a:ext cx="142875" cy="142875"/>
          </a:xfrm>
          <a:prstGeom xmlns:a="http://schemas.openxmlformats.org/drawingml/2006/main" prst="ellipse">
            <a:avLst/>
          </a:prstGeom>
          <a:solidFill xmlns:a="http://schemas.openxmlformats.org/drawingml/2006/main">
            <a:srgbClr val="5B9BD5"/>
          </a:solidFill>
          <a:ln xmlns:a="http://schemas.openxmlformats.org/drawingml/2006/main" w="9525">
            <a:solidFill>
              <a:srgbClr val="FFFFFF"/>
            </a:solidFill>
            <a:prstDash val="solid"/>
          </a:ln>
        </p:spPr>
      </p:sp>
      <p:sp>
        <p:nvSpPr>
          <p:cNvPr id="67" name="">
            <a:extLst xmlns:a="http://schemas.openxmlformats.org/drawingml/2006/main">
              <a:ext uri="{FF2B5EF4-FFF2-40B4-BE49-F238E27FC236}">
                <a16:creationId xmlns:a16="http://schemas.microsoft.com/office/drawing/2014/main" id="{77E2BAA3-8841-4647-8E9C-C091DC8949E9}"/>
              </a:ext>
            </a:extLst>
          </p:cNvPr>
          <p:cNvSpPr>
            <a:spLocks xmlns:a="http://schemas.openxmlformats.org/drawingml/2006/main" noGrp="1"/>
          </p:cNvSpPr>
          <p:nvPr/>
        </p:nvSpPr>
        <p:spPr>
          <a:xfrm xmlns:a="http://schemas.openxmlformats.org/drawingml/2006/main">
            <a:off x="5715000" y="2581275"/>
            <a:ext cx="142875" cy="142875"/>
          </a:xfrm>
          <a:prstGeom xmlns:a="http://schemas.openxmlformats.org/drawingml/2006/main" prst="ellipse">
            <a:avLst/>
          </a:prstGeom>
          <a:solidFill xmlns:a="http://schemas.openxmlformats.org/drawingml/2006/main">
            <a:srgbClr val="5B9BD5"/>
          </a:solidFill>
          <a:ln xmlns:a="http://schemas.openxmlformats.org/drawingml/2006/main" w="9525">
            <a:solidFill>
              <a:srgbClr val="FFFFFF"/>
            </a:solidFill>
            <a:prstDash val="solid"/>
          </a:ln>
        </p:spPr>
      </p:sp>
      <p:sp>
        <p:nvSpPr>
          <p:cNvPr id="68" name="">
            <a:extLst xmlns:a="http://schemas.openxmlformats.org/drawingml/2006/main">
              <a:ext uri="{FF2B5EF4-FFF2-40B4-BE49-F238E27FC236}">
                <a16:creationId xmlns:a16="http://schemas.microsoft.com/office/drawing/2014/main" id="{67D1D22A-7FBF-4D1A-9012-5330C58E2103}"/>
              </a:ext>
            </a:extLst>
          </p:cNvPr>
          <p:cNvSpPr>
            <a:spLocks xmlns:a="http://schemas.openxmlformats.org/drawingml/2006/main" noGrp="1"/>
          </p:cNvSpPr>
          <p:nvPr/>
        </p:nvSpPr>
        <p:spPr>
          <a:xfrm xmlns:a="http://schemas.openxmlformats.org/drawingml/2006/main">
            <a:off x="5791200" y="3228975"/>
            <a:ext cx="142875" cy="142875"/>
          </a:xfrm>
          <a:prstGeom xmlns:a="http://schemas.openxmlformats.org/drawingml/2006/main" prst="ellipse">
            <a:avLst/>
          </a:prstGeom>
          <a:solidFill xmlns:a="http://schemas.openxmlformats.org/drawingml/2006/main">
            <a:srgbClr val="5B9BD5"/>
          </a:solidFill>
          <a:ln xmlns:a="http://schemas.openxmlformats.org/drawingml/2006/main" w="9525">
            <a:solidFill>
              <a:srgbClr val="FFFFFF"/>
            </a:solidFill>
            <a:prstDash val="solid"/>
          </a:ln>
        </p:spPr>
      </p:sp>
      <p:sp>
        <p:nvSpPr>
          <p:cNvPr id="69" name="">
            <a:extLst xmlns:a="http://schemas.openxmlformats.org/drawingml/2006/main">
              <a:ext uri="{FF2B5EF4-FFF2-40B4-BE49-F238E27FC236}">
                <a16:creationId xmlns:a16="http://schemas.microsoft.com/office/drawing/2014/main" id="{91A782B1-5521-4DBB-9BE9-4C1065CF581C}"/>
              </a:ext>
            </a:extLst>
          </p:cNvPr>
          <p:cNvSpPr>
            <a:spLocks xmlns:a="http://schemas.openxmlformats.org/drawingml/2006/main" noGrp="1"/>
          </p:cNvSpPr>
          <p:nvPr/>
        </p:nvSpPr>
        <p:spPr>
          <a:xfrm xmlns:a="http://schemas.openxmlformats.org/drawingml/2006/main">
            <a:off x="6019800" y="2847975"/>
            <a:ext cx="142875" cy="142875"/>
          </a:xfrm>
          <a:prstGeom xmlns:a="http://schemas.openxmlformats.org/drawingml/2006/main" prst="ellipse">
            <a:avLst/>
          </a:prstGeom>
          <a:solidFill xmlns:a="http://schemas.openxmlformats.org/drawingml/2006/main">
            <a:srgbClr val="5B9BD5"/>
          </a:solidFill>
          <a:ln xmlns:a="http://schemas.openxmlformats.org/drawingml/2006/main" w="9525">
            <a:solidFill>
              <a:srgbClr val="FFFFFF"/>
            </a:solidFill>
            <a:prstDash val="solid"/>
          </a:ln>
        </p:spPr>
      </p:sp>
      <p:sp>
        <p:nvSpPr>
          <p:cNvPr id="70" name="">
            <a:extLst xmlns:a="http://schemas.openxmlformats.org/drawingml/2006/main">
              <a:ext uri="{FF2B5EF4-FFF2-40B4-BE49-F238E27FC236}">
                <a16:creationId xmlns:a16="http://schemas.microsoft.com/office/drawing/2014/main" id="{07A2D56B-4E91-4F40-B5EA-C8A5E1ECF00D}"/>
              </a:ext>
            </a:extLst>
          </p:cNvPr>
          <p:cNvSpPr>
            <a:spLocks xmlns:a="http://schemas.openxmlformats.org/drawingml/2006/main" noGrp="1"/>
          </p:cNvSpPr>
          <p:nvPr/>
        </p:nvSpPr>
        <p:spPr>
          <a:xfrm xmlns:a="http://schemas.openxmlformats.org/drawingml/2006/main">
            <a:off x="6134100" y="3419475"/>
            <a:ext cx="142875" cy="142875"/>
          </a:xfrm>
          <a:prstGeom xmlns:a="http://schemas.openxmlformats.org/drawingml/2006/main" prst="ellipse">
            <a:avLst/>
          </a:prstGeom>
          <a:solidFill xmlns:a="http://schemas.openxmlformats.org/drawingml/2006/main">
            <a:srgbClr val="5B9BD5"/>
          </a:solidFill>
          <a:ln xmlns:a="http://schemas.openxmlformats.org/drawingml/2006/main" w="9525">
            <a:solidFill>
              <a:srgbClr val="FFFFFF"/>
            </a:solidFill>
            <a:prstDash val="solid"/>
          </a:ln>
        </p:spPr>
      </p:sp>
      <p:sp>
        <p:nvSpPr>
          <p:cNvPr id="71" name="">
            <a:extLst xmlns:a="http://schemas.openxmlformats.org/drawingml/2006/main">
              <a:ext uri="{FF2B5EF4-FFF2-40B4-BE49-F238E27FC236}">
                <a16:creationId xmlns:a16="http://schemas.microsoft.com/office/drawing/2014/main" id="{4A514039-8A46-4053-BA08-878D9720A7A0}"/>
              </a:ext>
            </a:extLst>
          </p:cNvPr>
          <p:cNvSpPr>
            <a:spLocks xmlns:a="http://schemas.openxmlformats.org/drawingml/2006/main" noGrp="1"/>
          </p:cNvSpPr>
          <p:nvPr/>
        </p:nvSpPr>
        <p:spPr>
          <a:xfrm xmlns:a="http://schemas.openxmlformats.org/drawingml/2006/main">
            <a:off x="6362700" y="3114675"/>
            <a:ext cx="142875" cy="142875"/>
          </a:xfrm>
          <a:prstGeom xmlns:a="http://schemas.openxmlformats.org/drawingml/2006/main" prst="ellipse">
            <a:avLst/>
          </a:prstGeom>
          <a:solidFill xmlns:a="http://schemas.openxmlformats.org/drawingml/2006/main">
            <a:srgbClr val="5B9BD5"/>
          </a:solidFill>
          <a:ln xmlns:a="http://schemas.openxmlformats.org/drawingml/2006/main" w="9525">
            <a:solidFill>
              <a:srgbClr val="FFFFFF"/>
            </a:solidFill>
            <a:prstDash val="solid"/>
          </a:ln>
        </p:spPr>
      </p:sp>
      <p:sp>
        <p:nvSpPr>
          <p:cNvPr id="72" name="">
            <a:extLst xmlns:a="http://schemas.openxmlformats.org/drawingml/2006/main">
              <a:ext uri="{FF2B5EF4-FFF2-40B4-BE49-F238E27FC236}">
                <a16:creationId xmlns:a16="http://schemas.microsoft.com/office/drawing/2014/main" id="{B6159133-5356-449C-B4B9-F39F243D9D26}"/>
              </a:ext>
            </a:extLst>
          </p:cNvPr>
          <p:cNvSpPr>
            <a:spLocks xmlns:a="http://schemas.openxmlformats.org/drawingml/2006/main" noGrp="1"/>
          </p:cNvSpPr>
          <p:nvPr/>
        </p:nvSpPr>
        <p:spPr>
          <a:xfrm xmlns:a="http://schemas.openxmlformats.org/drawingml/2006/main">
            <a:off x="6515100" y="2695575"/>
            <a:ext cx="142875" cy="142875"/>
          </a:xfrm>
          <a:prstGeom xmlns:a="http://schemas.openxmlformats.org/drawingml/2006/main" prst="ellipse">
            <a:avLst/>
          </a:prstGeom>
          <a:solidFill xmlns:a="http://schemas.openxmlformats.org/drawingml/2006/main">
            <a:srgbClr val="5B9BD5"/>
          </a:solidFill>
          <a:ln xmlns:a="http://schemas.openxmlformats.org/drawingml/2006/main" w="9525">
            <a:solidFill>
              <a:srgbClr val="FFFFFF"/>
            </a:solidFill>
            <a:prstDash val="solid"/>
          </a:ln>
        </p:spPr>
      </p:sp>
      <p:sp>
        <p:nvSpPr>
          <p:cNvPr id="73" name="">
            <a:extLst xmlns:a="http://schemas.openxmlformats.org/drawingml/2006/main">
              <a:ext uri="{FF2B5EF4-FFF2-40B4-BE49-F238E27FC236}">
                <a16:creationId xmlns:a16="http://schemas.microsoft.com/office/drawing/2014/main" id="{D13E4903-FCFC-4917-A3F9-7892DE3317DC}"/>
              </a:ext>
            </a:extLst>
          </p:cNvPr>
          <p:cNvSpPr>
            <a:spLocks xmlns:a="http://schemas.openxmlformats.org/drawingml/2006/main" noGrp="1"/>
          </p:cNvSpPr>
          <p:nvPr/>
        </p:nvSpPr>
        <p:spPr>
          <a:xfrm xmlns:a="http://schemas.openxmlformats.org/drawingml/2006/main">
            <a:off x="6667500" y="3343275"/>
            <a:ext cx="142875" cy="142875"/>
          </a:xfrm>
          <a:prstGeom xmlns:a="http://schemas.openxmlformats.org/drawingml/2006/main" prst="ellipse">
            <a:avLst/>
          </a:prstGeom>
          <a:solidFill xmlns:a="http://schemas.openxmlformats.org/drawingml/2006/main">
            <a:srgbClr val="5B9BD5"/>
          </a:solidFill>
          <a:ln xmlns:a="http://schemas.openxmlformats.org/drawingml/2006/main" w="9525">
            <a:solidFill>
              <a:srgbClr val="FFFFFF"/>
            </a:solidFill>
            <a:prstDash val="solid"/>
          </a:ln>
        </p:spPr>
      </p:sp>
      <p:sp>
        <p:nvSpPr>
          <p:cNvPr id="74" name="">
            <a:extLst xmlns:a="http://schemas.openxmlformats.org/drawingml/2006/main">
              <a:ext uri="{FF2B5EF4-FFF2-40B4-BE49-F238E27FC236}">
                <a16:creationId xmlns:a16="http://schemas.microsoft.com/office/drawing/2014/main" id="{B1F386FD-3D22-4A00-BDBE-4458501525A6}"/>
              </a:ext>
            </a:extLst>
          </p:cNvPr>
          <p:cNvSpPr>
            <a:spLocks xmlns:a="http://schemas.openxmlformats.org/drawingml/2006/main" noGrp="1"/>
          </p:cNvSpPr>
          <p:nvPr/>
        </p:nvSpPr>
        <p:spPr>
          <a:xfrm xmlns:a="http://schemas.openxmlformats.org/drawingml/2006/main">
            <a:off x="6896100" y="3000375"/>
            <a:ext cx="142875" cy="142875"/>
          </a:xfrm>
          <a:prstGeom xmlns:a="http://schemas.openxmlformats.org/drawingml/2006/main" prst="ellipse">
            <a:avLst/>
          </a:prstGeom>
          <a:solidFill xmlns:a="http://schemas.openxmlformats.org/drawingml/2006/main">
            <a:srgbClr val="5B9BD5"/>
          </a:solidFill>
          <a:ln xmlns:a="http://schemas.openxmlformats.org/drawingml/2006/main" w="9525">
            <a:solidFill>
              <a:srgbClr val="FFFFFF"/>
            </a:solidFill>
            <a:prstDash val="solid"/>
          </a:ln>
        </p:spPr>
      </p:sp>
      <p:sp>
        <p:nvSpPr>
          <p:cNvPr id="75" name="">
            <a:extLst xmlns:a="http://schemas.openxmlformats.org/drawingml/2006/main">
              <a:ext uri="{FF2B5EF4-FFF2-40B4-BE49-F238E27FC236}">
                <a16:creationId xmlns:a16="http://schemas.microsoft.com/office/drawing/2014/main" id="{BF18C028-FC01-4AE0-88F5-0788445DFCD6}"/>
              </a:ext>
            </a:extLst>
          </p:cNvPr>
          <p:cNvSpPr>
            <a:spLocks xmlns:a="http://schemas.openxmlformats.org/drawingml/2006/main" noGrp="1"/>
          </p:cNvSpPr>
          <p:nvPr/>
        </p:nvSpPr>
        <p:spPr>
          <a:xfrm xmlns:a="http://schemas.openxmlformats.org/drawingml/2006/main">
            <a:off x="7048500" y="2619375"/>
            <a:ext cx="142875" cy="142875"/>
          </a:xfrm>
          <a:prstGeom xmlns:a="http://schemas.openxmlformats.org/drawingml/2006/main" prst="ellipse">
            <a:avLst/>
          </a:prstGeom>
          <a:solidFill xmlns:a="http://schemas.openxmlformats.org/drawingml/2006/main">
            <a:srgbClr val="5B9BD5"/>
          </a:solidFill>
          <a:ln xmlns:a="http://schemas.openxmlformats.org/drawingml/2006/main" w="9525">
            <a:solidFill>
              <a:srgbClr val="FFFFFF"/>
            </a:solidFill>
            <a:prstDash val="solid"/>
          </a:ln>
        </p:spPr>
      </p:sp>
      <p:sp>
        <p:nvSpPr>
          <p:cNvPr id="76" name="">
            <a:extLst xmlns:a="http://schemas.openxmlformats.org/drawingml/2006/main">
              <a:ext uri="{FF2B5EF4-FFF2-40B4-BE49-F238E27FC236}">
                <a16:creationId xmlns:a16="http://schemas.microsoft.com/office/drawing/2014/main" id="{A6B74ABC-D20C-4772-B529-AECD4A3A455D}"/>
              </a:ext>
            </a:extLst>
          </p:cNvPr>
          <p:cNvSpPr>
            <a:spLocks xmlns:a="http://schemas.openxmlformats.org/drawingml/2006/main" noGrp="1"/>
          </p:cNvSpPr>
          <p:nvPr/>
        </p:nvSpPr>
        <p:spPr>
          <a:xfrm xmlns:a="http://schemas.openxmlformats.org/drawingml/2006/main">
            <a:off x="7353300" y="2857500"/>
            <a:ext cx="428625" cy="2667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72B37C47-9CB0-4DCB-B655-C819C60271BF}"/>
              </a:ext>
            </a:extLst>
          </p:cNvPr>
          <p:cNvSpPr>
            <a:spLocks xmlns:a="http://schemas.openxmlformats.org/drawingml/2006/main" noGrp="1"/>
          </p:cNvSpPr>
          <p:nvPr/>
        </p:nvSpPr>
        <p:spPr>
          <a:xfrm xmlns:a="http://schemas.openxmlformats.org/drawingml/2006/main">
            <a:off x="8048625" y="166687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800" b="1">
                <a:solidFill>
                  <a:srgbClr val="ED7D31"/>
                </a:solidFill>
                <a:latin typeface="Arial"/>
                <a:ea typeface="Arial"/>
                <a:cs typeface="Arial"/>
              </a:defRPr>
            </a:pPr>
            <a:r>
              <a:rPr sz="1800" b="1">
                <a:solidFill>
                  <a:srgbClr val="ED7D31"/>
                </a:solidFill>
                <a:latin typeface="Arial"/>
                <a:ea typeface="Arial"/>
                <a:cs typeface="Arial"/>
              </a:rPr>
              <a:t>FindClusters</a:t>
            </a:r>
          </a:p>
        </p:txBody>
      </p:sp>
      <p:sp>
        <p:nvSpPr>
          <p:cNvPr id="78" name="">
            <a:extLst xmlns:a="http://schemas.openxmlformats.org/drawingml/2006/main">
              <a:ext uri="{FF2B5EF4-FFF2-40B4-BE49-F238E27FC236}">
                <a16:creationId xmlns:a16="http://schemas.microsoft.com/office/drawing/2014/main" id="{624FA3BD-C432-4244-AA3D-16D9544631EB}"/>
              </a:ext>
            </a:extLst>
          </p:cNvPr>
          <p:cNvSpPr>
            <a:spLocks xmlns:a="http://schemas.openxmlformats.org/drawingml/2006/main" noGrp="1"/>
          </p:cNvSpPr>
          <p:nvPr/>
        </p:nvSpPr>
        <p:spPr>
          <a:xfrm xmlns:a="http://schemas.openxmlformats.org/drawingml/2006/main" flipV="1">
            <a:off x="8258175" y="2686050"/>
            <a:ext cx="190500" cy="3429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79" name="">
            <a:extLst xmlns:a="http://schemas.openxmlformats.org/drawingml/2006/main">
              <a:ext uri="{FF2B5EF4-FFF2-40B4-BE49-F238E27FC236}">
                <a16:creationId xmlns:a16="http://schemas.microsoft.com/office/drawing/2014/main" id="{094F9E8F-F764-4E49-A5B4-76D7DC71DD17}"/>
              </a:ext>
            </a:extLst>
          </p:cNvPr>
          <p:cNvSpPr>
            <a:spLocks xmlns:a="http://schemas.openxmlformats.org/drawingml/2006/main" noGrp="1"/>
          </p:cNvSpPr>
          <p:nvPr/>
        </p:nvSpPr>
        <p:spPr>
          <a:xfrm xmlns:a="http://schemas.openxmlformats.org/drawingml/2006/main" flipV="1">
            <a:off x="8258175" y="2952750"/>
            <a:ext cx="419100" cy="762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80" name="">
            <a:extLst xmlns:a="http://schemas.openxmlformats.org/drawingml/2006/main">
              <a:ext uri="{FF2B5EF4-FFF2-40B4-BE49-F238E27FC236}">
                <a16:creationId xmlns:a16="http://schemas.microsoft.com/office/drawing/2014/main" id="{91599800-805A-45E3-AECF-A9524C35F4B0}"/>
              </a:ext>
            </a:extLst>
          </p:cNvPr>
          <p:cNvSpPr>
            <a:spLocks xmlns:a="http://schemas.openxmlformats.org/drawingml/2006/main" noGrp="1"/>
          </p:cNvSpPr>
          <p:nvPr/>
        </p:nvSpPr>
        <p:spPr>
          <a:xfrm xmlns:a="http://schemas.openxmlformats.org/drawingml/2006/main" flipV="0">
            <a:off x="8258175" y="3028950"/>
            <a:ext cx="266700" cy="3048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81" name="">
            <a:extLst xmlns:a="http://schemas.openxmlformats.org/drawingml/2006/main">
              <a:ext uri="{FF2B5EF4-FFF2-40B4-BE49-F238E27FC236}">
                <a16:creationId xmlns:a16="http://schemas.microsoft.com/office/drawing/2014/main" id="{D3926363-87E3-45F3-92E6-9A316F7CECB4}"/>
              </a:ext>
            </a:extLst>
          </p:cNvPr>
          <p:cNvSpPr>
            <a:spLocks xmlns:a="http://schemas.openxmlformats.org/drawingml/2006/main" noGrp="1"/>
          </p:cNvSpPr>
          <p:nvPr/>
        </p:nvSpPr>
        <p:spPr>
          <a:xfrm xmlns:a="http://schemas.openxmlformats.org/drawingml/2006/main" flipV="0">
            <a:off x="8448675" y="2686050"/>
            <a:ext cx="228600" cy="2667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82" name="">
            <a:extLst xmlns:a="http://schemas.openxmlformats.org/drawingml/2006/main">
              <a:ext uri="{FF2B5EF4-FFF2-40B4-BE49-F238E27FC236}">
                <a16:creationId xmlns:a16="http://schemas.microsoft.com/office/drawing/2014/main" id="{F3280E39-E2BC-48B0-B481-FA8C4348DAA7}"/>
              </a:ext>
            </a:extLst>
          </p:cNvPr>
          <p:cNvSpPr>
            <a:spLocks xmlns:a="http://schemas.openxmlformats.org/drawingml/2006/main" noGrp="1"/>
          </p:cNvSpPr>
          <p:nvPr/>
        </p:nvSpPr>
        <p:spPr>
          <a:xfrm xmlns:a="http://schemas.openxmlformats.org/drawingml/2006/main" flipV="1">
            <a:off x="8448675" y="2533650"/>
            <a:ext cx="419100" cy="1524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83" name="">
            <a:extLst xmlns:a="http://schemas.openxmlformats.org/drawingml/2006/main">
              <a:ext uri="{FF2B5EF4-FFF2-40B4-BE49-F238E27FC236}">
                <a16:creationId xmlns:a16="http://schemas.microsoft.com/office/drawing/2014/main" id="{F6552F6B-64F0-4687-8A9E-402A6FEDB6EB}"/>
              </a:ext>
            </a:extLst>
          </p:cNvPr>
          <p:cNvSpPr>
            <a:spLocks xmlns:a="http://schemas.openxmlformats.org/drawingml/2006/main" noGrp="1"/>
          </p:cNvSpPr>
          <p:nvPr/>
        </p:nvSpPr>
        <p:spPr>
          <a:xfrm xmlns:a="http://schemas.openxmlformats.org/drawingml/2006/main" flipV="0">
            <a:off x="8448675" y="2686050"/>
            <a:ext cx="609600" cy="1524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84" name="">
            <a:extLst xmlns:a="http://schemas.openxmlformats.org/drawingml/2006/main">
              <a:ext uri="{FF2B5EF4-FFF2-40B4-BE49-F238E27FC236}">
                <a16:creationId xmlns:a16="http://schemas.microsoft.com/office/drawing/2014/main" id="{761CF1DD-FCF4-4717-9EB0-EC6D9B6FB3B6}"/>
              </a:ext>
            </a:extLst>
          </p:cNvPr>
          <p:cNvSpPr>
            <a:spLocks xmlns:a="http://schemas.openxmlformats.org/drawingml/2006/main" noGrp="1"/>
          </p:cNvSpPr>
          <p:nvPr/>
        </p:nvSpPr>
        <p:spPr>
          <a:xfrm xmlns:a="http://schemas.openxmlformats.org/drawingml/2006/main" flipV="1">
            <a:off x="8677275" y="2838450"/>
            <a:ext cx="381000" cy="1143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85" name="">
            <a:extLst xmlns:a="http://schemas.openxmlformats.org/drawingml/2006/main">
              <a:ext uri="{FF2B5EF4-FFF2-40B4-BE49-F238E27FC236}">
                <a16:creationId xmlns:a16="http://schemas.microsoft.com/office/drawing/2014/main" id="{A3D2CB55-D2CE-4A2C-876B-5AE381D3A4C8}"/>
              </a:ext>
            </a:extLst>
          </p:cNvPr>
          <p:cNvSpPr>
            <a:spLocks xmlns:a="http://schemas.openxmlformats.org/drawingml/2006/main" noGrp="1"/>
          </p:cNvSpPr>
          <p:nvPr/>
        </p:nvSpPr>
        <p:spPr>
          <a:xfrm xmlns:a="http://schemas.openxmlformats.org/drawingml/2006/main" flipV="1">
            <a:off x="8524875" y="2952750"/>
            <a:ext cx="152400" cy="3810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86" name="">
            <a:extLst xmlns:a="http://schemas.openxmlformats.org/drawingml/2006/main">
              <a:ext uri="{FF2B5EF4-FFF2-40B4-BE49-F238E27FC236}">
                <a16:creationId xmlns:a16="http://schemas.microsoft.com/office/drawing/2014/main" id="{72808635-9DBF-41B6-B54C-C16B5BD1EB32}"/>
              </a:ext>
            </a:extLst>
          </p:cNvPr>
          <p:cNvSpPr>
            <a:spLocks xmlns:a="http://schemas.openxmlformats.org/drawingml/2006/main" noGrp="1"/>
          </p:cNvSpPr>
          <p:nvPr/>
        </p:nvSpPr>
        <p:spPr>
          <a:xfrm xmlns:a="http://schemas.openxmlformats.org/drawingml/2006/main" flipV="0">
            <a:off x="8677275" y="2952750"/>
            <a:ext cx="152400" cy="5334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87" name="">
            <a:extLst xmlns:a="http://schemas.openxmlformats.org/drawingml/2006/main">
              <a:ext uri="{FF2B5EF4-FFF2-40B4-BE49-F238E27FC236}">
                <a16:creationId xmlns:a16="http://schemas.microsoft.com/office/drawing/2014/main" id="{7D6C6BC8-7BCA-4B95-ABB9-2CFA9EF8DDBE}"/>
              </a:ext>
            </a:extLst>
          </p:cNvPr>
          <p:cNvSpPr>
            <a:spLocks xmlns:a="http://schemas.openxmlformats.org/drawingml/2006/main" noGrp="1"/>
          </p:cNvSpPr>
          <p:nvPr/>
        </p:nvSpPr>
        <p:spPr>
          <a:xfrm xmlns:a="http://schemas.openxmlformats.org/drawingml/2006/main" flipV="0">
            <a:off x="8867775" y="2533650"/>
            <a:ext cx="190500" cy="3048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88" name="">
            <a:extLst xmlns:a="http://schemas.openxmlformats.org/drawingml/2006/main">
              <a:ext uri="{FF2B5EF4-FFF2-40B4-BE49-F238E27FC236}">
                <a16:creationId xmlns:a16="http://schemas.microsoft.com/office/drawing/2014/main" id="{95B0D4AF-9427-4F01-A057-12368F72CCC1}"/>
              </a:ext>
            </a:extLst>
          </p:cNvPr>
          <p:cNvSpPr>
            <a:spLocks xmlns:a="http://schemas.openxmlformats.org/drawingml/2006/main" noGrp="1"/>
          </p:cNvSpPr>
          <p:nvPr/>
        </p:nvSpPr>
        <p:spPr>
          <a:xfrm xmlns:a="http://schemas.openxmlformats.org/drawingml/2006/main" flipV="0">
            <a:off x="8867775" y="2533650"/>
            <a:ext cx="723900" cy="1143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89" name="">
            <a:extLst xmlns:a="http://schemas.openxmlformats.org/drawingml/2006/main">
              <a:ext uri="{FF2B5EF4-FFF2-40B4-BE49-F238E27FC236}">
                <a16:creationId xmlns:a16="http://schemas.microsoft.com/office/drawing/2014/main" id="{2DC4E166-A7F4-4406-B4B7-98C9F3ECB928}"/>
              </a:ext>
            </a:extLst>
          </p:cNvPr>
          <p:cNvSpPr>
            <a:spLocks xmlns:a="http://schemas.openxmlformats.org/drawingml/2006/main" noGrp="1"/>
          </p:cNvSpPr>
          <p:nvPr/>
        </p:nvSpPr>
        <p:spPr>
          <a:xfrm xmlns:a="http://schemas.openxmlformats.org/drawingml/2006/main" flipV="0">
            <a:off x="9058275" y="2838450"/>
            <a:ext cx="114300" cy="4191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90" name="">
            <a:extLst xmlns:a="http://schemas.openxmlformats.org/drawingml/2006/main">
              <a:ext uri="{FF2B5EF4-FFF2-40B4-BE49-F238E27FC236}">
                <a16:creationId xmlns:a16="http://schemas.microsoft.com/office/drawing/2014/main" id="{33F63B5A-2A6D-4171-95EC-237C5517A3E2}"/>
              </a:ext>
            </a:extLst>
          </p:cNvPr>
          <p:cNvSpPr>
            <a:spLocks xmlns:a="http://schemas.openxmlformats.org/drawingml/2006/main" noGrp="1"/>
          </p:cNvSpPr>
          <p:nvPr/>
        </p:nvSpPr>
        <p:spPr>
          <a:xfrm xmlns:a="http://schemas.openxmlformats.org/drawingml/2006/main" flipV="0">
            <a:off x="9058275" y="2838450"/>
            <a:ext cx="342900" cy="1524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91" name="">
            <a:extLst xmlns:a="http://schemas.openxmlformats.org/drawingml/2006/main">
              <a:ext uri="{FF2B5EF4-FFF2-40B4-BE49-F238E27FC236}">
                <a16:creationId xmlns:a16="http://schemas.microsoft.com/office/drawing/2014/main" id="{D632837F-1DC0-4EB9-84F2-0E915E431662}"/>
              </a:ext>
            </a:extLst>
          </p:cNvPr>
          <p:cNvSpPr>
            <a:spLocks xmlns:a="http://schemas.openxmlformats.org/drawingml/2006/main" noGrp="1"/>
          </p:cNvSpPr>
          <p:nvPr/>
        </p:nvSpPr>
        <p:spPr>
          <a:xfrm xmlns:a="http://schemas.openxmlformats.org/drawingml/2006/main" flipV="0">
            <a:off x="8524875" y="3333750"/>
            <a:ext cx="304800" cy="1524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92" name="">
            <a:extLst xmlns:a="http://schemas.openxmlformats.org/drawingml/2006/main">
              <a:ext uri="{FF2B5EF4-FFF2-40B4-BE49-F238E27FC236}">
                <a16:creationId xmlns:a16="http://schemas.microsoft.com/office/drawing/2014/main" id="{42A3677B-31B5-4378-B764-225FEE6BFC9F}"/>
              </a:ext>
            </a:extLst>
          </p:cNvPr>
          <p:cNvSpPr>
            <a:spLocks xmlns:a="http://schemas.openxmlformats.org/drawingml/2006/main" noGrp="1"/>
          </p:cNvSpPr>
          <p:nvPr/>
        </p:nvSpPr>
        <p:spPr>
          <a:xfrm xmlns:a="http://schemas.openxmlformats.org/drawingml/2006/main" flipV="1">
            <a:off x="8829675" y="3257550"/>
            <a:ext cx="342900" cy="2286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93" name="">
            <a:extLst xmlns:a="http://schemas.openxmlformats.org/drawingml/2006/main">
              <a:ext uri="{FF2B5EF4-FFF2-40B4-BE49-F238E27FC236}">
                <a16:creationId xmlns:a16="http://schemas.microsoft.com/office/drawing/2014/main" id="{20161B9B-3AF0-4285-A0BA-B583C2954459}"/>
              </a:ext>
            </a:extLst>
          </p:cNvPr>
          <p:cNvSpPr>
            <a:spLocks xmlns:a="http://schemas.openxmlformats.org/drawingml/2006/main" noGrp="1"/>
          </p:cNvSpPr>
          <p:nvPr/>
        </p:nvSpPr>
        <p:spPr>
          <a:xfrm xmlns:a="http://schemas.openxmlformats.org/drawingml/2006/main" flipV="1">
            <a:off x="9172575" y="2990850"/>
            <a:ext cx="228600" cy="2667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94" name="">
            <a:extLst xmlns:a="http://schemas.openxmlformats.org/drawingml/2006/main">
              <a:ext uri="{FF2B5EF4-FFF2-40B4-BE49-F238E27FC236}">
                <a16:creationId xmlns:a16="http://schemas.microsoft.com/office/drawing/2014/main" id="{35A8AB71-15FD-486F-84FC-828AEBFB8B75}"/>
              </a:ext>
            </a:extLst>
          </p:cNvPr>
          <p:cNvSpPr>
            <a:spLocks xmlns:a="http://schemas.openxmlformats.org/drawingml/2006/main" noGrp="1"/>
          </p:cNvSpPr>
          <p:nvPr/>
        </p:nvSpPr>
        <p:spPr>
          <a:xfrm xmlns:a="http://schemas.openxmlformats.org/drawingml/2006/main" flipV="0">
            <a:off x="9172575" y="3257550"/>
            <a:ext cx="495300" cy="381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95" name="">
            <a:extLst xmlns:a="http://schemas.openxmlformats.org/drawingml/2006/main">
              <a:ext uri="{FF2B5EF4-FFF2-40B4-BE49-F238E27FC236}">
                <a16:creationId xmlns:a16="http://schemas.microsoft.com/office/drawing/2014/main" id="{D1F5DAF1-B81F-4E5F-AC7B-2C9A744D193B}"/>
              </a:ext>
            </a:extLst>
          </p:cNvPr>
          <p:cNvSpPr>
            <a:spLocks xmlns:a="http://schemas.openxmlformats.org/drawingml/2006/main" noGrp="1"/>
          </p:cNvSpPr>
          <p:nvPr/>
        </p:nvSpPr>
        <p:spPr>
          <a:xfrm xmlns:a="http://schemas.openxmlformats.org/drawingml/2006/main" flipV="1">
            <a:off x="9401175" y="2647950"/>
            <a:ext cx="190500" cy="3429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96" name="">
            <a:extLst xmlns:a="http://schemas.openxmlformats.org/drawingml/2006/main">
              <a:ext uri="{FF2B5EF4-FFF2-40B4-BE49-F238E27FC236}">
                <a16:creationId xmlns:a16="http://schemas.microsoft.com/office/drawing/2014/main" id="{6C3BBAB7-31AF-4791-94B0-E3357293B154}"/>
              </a:ext>
            </a:extLst>
          </p:cNvPr>
          <p:cNvSpPr>
            <a:spLocks xmlns:a="http://schemas.openxmlformats.org/drawingml/2006/main" noGrp="1"/>
          </p:cNvSpPr>
          <p:nvPr/>
        </p:nvSpPr>
        <p:spPr>
          <a:xfrm xmlns:a="http://schemas.openxmlformats.org/drawingml/2006/main" flipV="0">
            <a:off x="9401175" y="2990850"/>
            <a:ext cx="266700" cy="3048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97" name="">
            <a:extLst xmlns:a="http://schemas.openxmlformats.org/drawingml/2006/main">
              <a:ext uri="{FF2B5EF4-FFF2-40B4-BE49-F238E27FC236}">
                <a16:creationId xmlns:a16="http://schemas.microsoft.com/office/drawing/2014/main" id="{A8FBD42B-78C7-4DA7-A1FC-8784442C226D}"/>
              </a:ext>
            </a:extLst>
          </p:cNvPr>
          <p:cNvSpPr>
            <a:spLocks xmlns:a="http://schemas.openxmlformats.org/drawingml/2006/main" noGrp="1"/>
          </p:cNvSpPr>
          <p:nvPr/>
        </p:nvSpPr>
        <p:spPr>
          <a:xfrm xmlns:a="http://schemas.openxmlformats.org/drawingml/2006/main" flipV="1">
            <a:off x="9401175" y="2914650"/>
            <a:ext cx="495300" cy="762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98" name="">
            <a:extLst xmlns:a="http://schemas.openxmlformats.org/drawingml/2006/main">
              <a:ext uri="{FF2B5EF4-FFF2-40B4-BE49-F238E27FC236}">
                <a16:creationId xmlns:a16="http://schemas.microsoft.com/office/drawing/2014/main" id="{570E4264-4A33-4EAD-B074-ADE56AF5A665}"/>
              </a:ext>
            </a:extLst>
          </p:cNvPr>
          <p:cNvSpPr>
            <a:spLocks xmlns:a="http://schemas.openxmlformats.org/drawingml/2006/main" noGrp="1"/>
          </p:cNvSpPr>
          <p:nvPr/>
        </p:nvSpPr>
        <p:spPr>
          <a:xfrm xmlns:a="http://schemas.openxmlformats.org/drawingml/2006/main" flipV="1">
            <a:off x="9667875" y="2914650"/>
            <a:ext cx="228600" cy="3810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99" name="">
            <a:extLst xmlns:a="http://schemas.openxmlformats.org/drawingml/2006/main">
              <a:ext uri="{FF2B5EF4-FFF2-40B4-BE49-F238E27FC236}">
                <a16:creationId xmlns:a16="http://schemas.microsoft.com/office/drawing/2014/main" id="{815E2DE5-1409-40A2-9AC8-52A19B548D34}"/>
              </a:ext>
            </a:extLst>
          </p:cNvPr>
          <p:cNvSpPr>
            <a:spLocks xmlns:a="http://schemas.openxmlformats.org/drawingml/2006/main" noGrp="1"/>
          </p:cNvSpPr>
          <p:nvPr/>
        </p:nvSpPr>
        <p:spPr>
          <a:xfrm xmlns:a="http://schemas.openxmlformats.org/drawingml/2006/main" flipV="0">
            <a:off x="9667875" y="3295650"/>
            <a:ext cx="342900" cy="1905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100" name="">
            <a:extLst xmlns:a="http://schemas.openxmlformats.org/drawingml/2006/main">
              <a:ext uri="{FF2B5EF4-FFF2-40B4-BE49-F238E27FC236}">
                <a16:creationId xmlns:a16="http://schemas.microsoft.com/office/drawing/2014/main" id="{2CF4807C-56EB-4B78-861F-A3640B63F58E}"/>
              </a:ext>
            </a:extLst>
          </p:cNvPr>
          <p:cNvSpPr>
            <a:spLocks xmlns:a="http://schemas.openxmlformats.org/drawingml/2006/main" noGrp="1"/>
          </p:cNvSpPr>
          <p:nvPr/>
        </p:nvSpPr>
        <p:spPr>
          <a:xfrm xmlns:a="http://schemas.openxmlformats.org/drawingml/2006/main" flipV="0">
            <a:off x="9896475" y="2914650"/>
            <a:ext cx="342900" cy="2667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101" name="">
            <a:extLst xmlns:a="http://schemas.openxmlformats.org/drawingml/2006/main">
              <a:ext uri="{FF2B5EF4-FFF2-40B4-BE49-F238E27FC236}">
                <a16:creationId xmlns:a16="http://schemas.microsoft.com/office/drawing/2014/main" id="{43125E52-6D37-4FB0-B76E-A2A770BA91DD}"/>
              </a:ext>
            </a:extLst>
          </p:cNvPr>
          <p:cNvSpPr>
            <a:spLocks xmlns:a="http://schemas.openxmlformats.org/drawingml/2006/main" noGrp="1"/>
          </p:cNvSpPr>
          <p:nvPr/>
        </p:nvSpPr>
        <p:spPr>
          <a:xfrm xmlns:a="http://schemas.openxmlformats.org/drawingml/2006/main" flipV="1">
            <a:off x="9896475" y="2762250"/>
            <a:ext cx="495300" cy="1524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102" name="">
            <a:extLst xmlns:a="http://schemas.openxmlformats.org/drawingml/2006/main">
              <a:ext uri="{FF2B5EF4-FFF2-40B4-BE49-F238E27FC236}">
                <a16:creationId xmlns:a16="http://schemas.microsoft.com/office/drawing/2014/main" id="{CF8B2B35-3E57-4AAD-A71E-7E9F0F00AE0A}"/>
              </a:ext>
            </a:extLst>
          </p:cNvPr>
          <p:cNvSpPr>
            <a:spLocks xmlns:a="http://schemas.openxmlformats.org/drawingml/2006/main" noGrp="1"/>
          </p:cNvSpPr>
          <p:nvPr/>
        </p:nvSpPr>
        <p:spPr>
          <a:xfrm xmlns:a="http://schemas.openxmlformats.org/drawingml/2006/main" flipV="1">
            <a:off x="10010775" y="3181350"/>
            <a:ext cx="228600" cy="3048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103" name="">
            <a:extLst xmlns:a="http://schemas.openxmlformats.org/drawingml/2006/main">
              <a:ext uri="{FF2B5EF4-FFF2-40B4-BE49-F238E27FC236}">
                <a16:creationId xmlns:a16="http://schemas.microsoft.com/office/drawing/2014/main" id="{F3122D8B-504A-43E2-BB1C-60848DB80350}"/>
              </a:ext>
            </a:extLst>
          </p:cNvPr>
          <p:cNvSpPr>
            <a:spLocks xmlns:a="http://schemas.openxmlformats.org/drawingml/2006/main" noGrp="1"/>
          </p:cNvSpPr>
          <p:nvPr/>
        </p:nvSpPr>
        <p:spPr>
          <a:xfrm xmlns:a="http://schemas.openxmlformats.org/drawingml/2006/main" flipV="1">
            <a:off x="10010775" y="3409950"/>
            <a:ext cx="533400" cy="762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104" name="">
            <a:extLst xmlns:a="http://schemas.openxmlformats.org/drawingml/2006/main">
              <a:ext uri="{FF2B5EF4-FFF2-40B4-BE49-F238E27FC236}">
                <a16:creationId xmlns:a16="http://schemas.microsoft.com/office/drawing/2014/main" id="{A07D3E78-8BAB-4E7A-9F8E-4E74534F7F4E}"/>
              </a:ext>
            </a:extLst>
          </p:cNvPr>
          <p:cNvSpPr>
            <a:spLocks xmlns:a="http://schemas.openxmlformats.org/drawingml/2006/main" noGrp="1"/>
          </p:cNvSpPr>
          <p:nvPr/>
        </p:nvSpPr>
        <p:spPr>
          <a:xfrm xmlns:a="http://schemas.openxmlformats.org/drawingml/2006/main" flipV="1">
            <a:off x="10239375" y="2762250"/>
            <a:ext cx="152400" cy="4191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105" name="">
            <a:extLst xmlns:a="http://schemas.openxmlformats.org/drawingml/2006/main">
              <a:ext uri="{FF2B5EF4-FFF2-40B4-BE49-F238E27FC236}">
                <a16:creationId xmlns:a16="http://schemas.microsoft.com/office/drawing/2014/main" id="{E0E5332D-A3F4-4463-A362-F84A678F50A2}"/>
              </a:ext>
            </a:extLst>
          </p:cNvPr>
          <p:cNvSpPr>
            <a:spLocks xmlns:a="http://schemas.openxmlformats.org/drawingml/2006/main" noGrp="1"/>
          </p:cNvSpPr>
          <p:nvPr/>
        </p:nvSpPr>
        <p:spPr>
          <a:xfrm xmlns:a="http://schemas.openxmlformats.org/drawingml/2006/main" flipV="0">
            <a:off x="10239375" y="3181350"/>
            <a:ext cx="304800" cy="2286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106" name="">
            <a:extLst xmlns:a="http://schemas.openxmlformats.org/drawingml/2006/main">
              <a:ext uri="{FF2B5EF4-FFF2-40B4-BE49-F238E27FC236}">
                <a16:creationId xmlns:a16="http://schemas.microsoft.com/office/drawing/2014/main" id="{3881C557-B392-4856-B14A-B6CE49761394}"/>
              </a:ext>
            </a:extLst>
          </p:cNvPr>
          <p:cNvSpPr>
            <a:spLocks xmlns:a="http://schemas.openxmlformats.org/drawingml/2006/main" noGrp="1"/>
          </p:cNvSpPr>
          <p:nvPr/>
        </p:nvSpPr>
        <p:spPr>
          <a:xfrm xmlns:a="http://schemas.openxmlformats.org/drawingml/2006/main" flipV="1">
            <a:off x="10239375" y="3067050"/>
            <a:ext cx="533400" cy="1143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107" name="">
            <a:extLst xmlns:a="http://schemas.openxmlformats.org/drawingml/2006/main">
              <a:ext uri="{FF2B5EF4-FFF2-40B4-BE49-F238E27FC236}">
                <a16:creationId xmlns:a16="http://schemas.microsoft.com/office/drawing/2014/main" id="{D764B737-7A8A-4633-923D-C6FCC16753BB}"/>
              </a:ext>
            </a:extLst>
          </p:cNvPr>
          <p:cNvSpPr>
            <a:spLocks xmlns:a="http://schemas.openxmlformats.org/drawingml/2006/main" noGrp="1"/>
          </p:cNvSpPr>
          <p:nvPr/>
        </p:nvSpPr>
        <p:spPr>
          <a:xfrm xmlns:a="http://schemas.openxmlformats.org/drawingml/2006/main" flipV="0">
            <a:off x="10391775" y="2762250"/>
            <a:ext cx="381000" cy="3048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108" name="">
            <a:extLst xmlns:a="http://schemas.openxmlformats.org/drawingml/2006/main">
              <a:ext uri="{FF2B5EF4-FFF2-40B4-BE49-F238E27FC236}">
                <a16:creationId xmlns:a16="http://schemas.microsoft.com/office/drawing/2014/main" id="{124872BF-835A-4FB1-AD84-2B9BEAE952A6}"/>
              </a:ext>
            </a:extLst>
          </p:cNvPr>
          <p:cNvSpPr>
            <a:spLocks xmlns:a="http://schemas.openxmlformats.org/drawingml/2006/main" noGrp="1"/>
          </p:cNvSpPr>
          <p:nvPr/>
        </p:nvSpPr>
        <p:spPr>
          <a:xfrm xmlns:a="http://schemas.openxmlformats.org/drawingml/2006/main" flipV="1">
            <a:off x="10391775" y="2686050"/>
            <a:ext cx="533400" cy="762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109" name="">
            <a:extLst xmlns:a="http://schemas.openxmlformats.org/drawingml/2006/main">
              <a:ext uri="{FF2B5EF4-FFF2-40B4-BE49-F238E27FC236}">
                <a16:creationId xmlns:a16="http://schemas.microsoft.com/office/drawing/2014/main" id="{BD47719C-95D0-4274-8876-1C6E42E91B08}"/>
              </a:ext>
            </a:extLst>
          </p:cNvPr>
          <p:cNvSpPr>
            <a:spLocks xmlns:a="http://schemas.openxmlformats.org/drawingml/2006/main" noGrp="1"/>
          </p:cNvSpPr>
          <p:nvPr/>
        </p:nvSpPr>
        <p:spPr>
          <a:xfrm xmlns:a="http://schemas.openxmlformats.org/drawingml/2006/main" flipV="1">
            <a:off x="10544175" y="3067050"/>
            <a:ext cx="228600" cy="3429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110" name="">
            <a:extLst xmlns:a="http://schemas.openxmlformats.org/drawingml/2006/main">
              <a:ext uri="{FF2B5EF4-FFF2-40B4-BE49-F238E27FC236}">
                <a16:creationId xmlns:a16="http://schemas.microsoft.com/office/drawing/2014/main" id="{821DF2E0-8B66-4720-B982-51A6ED92755E}"/>
              </a:ext>
            </a:extLst>
          </p:cNvPr>
          <p:cNvSpPr>
            <a:spLocks xmlns:a="http://schemas.openxmlformats.org/drawingml/2006/main" noGrp="1"/>
          </p:cNvSpPr>
          <p:nvPr/>
        </p:nvSpPr>
        <p:spPr>
          <a:xfrm xmlns:a="http://schemas.openxmlformats.org/drawingml/2006/main" flipV="1">
            <a:off x="10772775" y="2686050"/>
            <a:ext cx="152400" cy="381000"/>
          </a:xfrm>
          <a:prstGeom xmlns:a="http://schemas.openxmlformats.org/drawingml/2006/main" prst="line">
            <a:avLst/>
          </a:prstGeom>
          <a:noFill xmlns:a="http://schemas.openxmlformats.org/drawingml/2006/main"/>
          <a:ln xmlns:a="http://schemas.openxmlformats.org/drawingml/2006/main" w="13335">
            <a:solidFill>
              <a:srgbClr val="AEB8C6"/>
            </a:solidFill>
            <a:prstDash val="solid"/>
          </a:ln>
        </p:spPr>
      </p:sp>
      <p:sp>
        <p:nvSpPr>
          <p:cNvPr id="111" name="">
            <a:extLst xmlns:a="http://schemas.openxmlformats.org/drawingml/2006/main">
              <a:ext uri="{FF2B5EF4-FFF2-40B4-BE49-F238E27FC236}">
                <a16:creationId xmlns:a16="http://schemas.microsoft.com/office/drawing/2014/main" id="{94F8FA39-6D39-43BC-846D-31524943FAC2}"/>
              </a:ext>
            </a:extLst>
          </p:cNvPr>
          <p:cNvSpPr>
            <a:spLocks xmlns:a="http://schemas.openxmlformats.org/drawingml/2006/main" noGrp="1"/>
          </p:cNvSpPr>
          <p:nvPr/>
        </p:nvSpPr>
        <p:spPr>
          <a:xfrm xmlns:a="http://schemas.openxmlformats.org/drawingml/2006/main">
            <a:off x="8191500" y="2962275"/>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112" name="">
            <a:extLst xmlns:a="http://schemas.openxmlformats.org/drawingml/2006/main">
              <a:ext uri="{FF2B5EF4-FFF2-40B4-BE49-F238E27FC236}">
                <a16:creationId xmlns:a16="http://schemas.microsoft.com/office/drawing/2014/main" id="{2EB61936-CFFB-4F34-9E7B-881CFD0EF3E0}"/>
              </a:ext>
            </a:extLst>
          </p:cNvPr>
          <p:cNvSpPr>
            <a:spLocks xmlns:a="http://schemas.openxmlformats.org/drawingml/2006/main" noGrp="1"/>
          </p:cNvSpPr>
          <p:nvPr/>
        </p:nvSpPr>
        <p:spPr>
          <a:xfrm xmlns:a="http://schemas.openxmlformats.org/drawingml/2006/main">
            <a:off x="8382000" y="2619375"/>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113" name="">
            <a:extLst xmlns:a="http://schemas.openxmlformats.org/drawingml/2006/main">
              <a:ext uri="{FF2B5EF4-FFF2-40B4-BE49-F238E27FC236}">
                <a16:creationId xmlns:a16="http://schemas.microsoft.com/office/drawing/2014/main" id="{E74FE5B5-1A6B-4E3A-AAEA-1C716F9C791A}"/>
              </a:ext>
            </a:extLst>
          </p:cNvPr>
          <p:cNvSpPr>
            <a:spLocks xmlns:a="http://schemas.openxmlformats.org/drawingml/2006/main" noGrp="1"/>
          </p:cNvSpPr>
          <p:nvPr/>
        </p:nvSpPr>
        <p:spPr>
          <a:xfrm xmlns:a="http://schemas.openxmlformats.org/drawingml/2006/main">
            <a:off x="8610600" y="2886075"/>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114" name="">
            <a:extLst xmlns:a="http://schemas.openxmlformats.org/drawingml/2006/main">
              <a:ext uri="{FF2B5EF4-FFF2-40B4-BE49-F238E27FC236}">
                <a16:creationId xmlns:a16="http://schemas.microsoft.com/office/drawing/2014/main" id="{2B364702-8C47-4CAF-A5AE-F123E859571E}"/>
              </a:ext>
            </a:extLst>
          </p:cNvPr>
          <p:cNvSpPr>
            <a:spLocks xmlns:a="http://schemas.openxmlformats.org/drawingml/2006/main" noGrp="1"/>
          </p:cNvSpPr>
          <p:nvPr/>
        </p:nvSpPr>
        <p:spPr>
          <a:xfrm xmlns:a="http://schemas.openxmlformats.org/drawingml/2006/main">
            <a:off x="8801100" y="2466975"/>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115" name="">
            <a:extLst xmlns:a="http://schemas.openxmlformats.org/drawingml/2006/main">
              <a:ext uri="{FF2B5EF4-FFF2-40B4-BE49-F238E27FC236}">
                <a16:creationId xmlns:a16="http://schemas.microsoft.com/office/drawing/2014/main" id="{D89D7439-8C4C-4C40-9F1C-9DDBF01D8969}"/>
              </a:ext>
            </a:extLst>
          </p:cNvPr>
          <p:cNvSpPr>
            <a:spLocks xmlns:a="http://schemas.openxmlformats.org/drawingml/2006/main" noGrp="1"/>
          </p:cNvSpPr>
          <p:nvPr/>
        </p:nvSpPr>
        <p:spPr>
          <a:xfrm xmlns:a="http://schemas.openxmlformats.org/drawingml/2006/main">
            <a:off x="8991600" y="2771775"/>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116" name="">
            <a:extLst xmlns:a="http://schemas.openxmlformats.org/drawingml/2006/main">
              <a:ext uri="{FF2B5EF4-FFF2-40B4-BE49-F238E27FC236}">
                <a16:creationId xmlns:a16="http://schemas.microsoft.com/office/drawing/2014/main" id="{307E501D-9D7C-46FD-A500-9B979A285E33}"/>
              </a:ext>
            </a:extLst>
          </p:cNvPr>
          <p:cNvSpPr>
            <a:spLocks xmlns:a="http://schemas.openxmlformats.org/drawingml/2006/main" noGrp="1"/>
          </p:cNvSpPr>
          <p:nvPr/>
        </p:nvSpPr>
        <p:spPr>
          <a:xfrm xmlns:a="http://schemas.openxmlformats.org/drawingml/2006/main">
            <a:off x="8458200" y="3267075"/>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117" name="">
            <a:extLst xmlns:a="http://schemas.openxmlformats.org/drawingml/2006/main">
              <a:ext uri="{FF2B5EF4-FFF2-40B4-BE49-F238E27FC236}">
                <a16:creationId xmlns:a16="http://schemas.microsoft.com/office/drawing/2014/main" id="{D91528D3-9ED8-4627-9DFF-F73ADDB4457D}"/>
              </a:ext>
            </a:extLst>
          </p:cNvPr>
          <p:cNvSpPr>
            <a:spLocks xmlns:a="http://schemas.openxmlformats.org/drawingml/2006/main" noGrp="1"/>
          </p:cNvSpPr>
          <p:nvPr/>
        </p:nvSpPr>
        <p:spPr>
          <a:xfrm xmlns:a="http://schemas.openxmlformats.org/drawingml/2006/main">
            <a:off x="8763000" y="3419475"/>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118" name="">
            <a:extLst xmlns:a="http://schemas.openxmlformats.org/drawingml/2006/main">
              <a:ext uri="{FF2B5EF4-FFF2-40B4-BE49-F238E27FC236}">
                <a16:creationId xmlns:a16="http://schemas.microsoft.com/office/drawing/2014/main" id="{863DF54C-A52D-44DF-8B67-F134D2252528}"/>
              </a:ext>
            </a:extLst>
          </p:cNvPr>
          <p:cNvSpPr>
            <a:spLocks xmlns:a="http://schemas.openxmlformats.org/drawingml/2006/main" noGrp="1"/>
          </p:cNvSpPr>
          <p:nvPr/>
        </p:nvSpPr>
        <p:spPr>
          <a:xfrm xmlns:a="http://schemas.openxmlformats.org/drawingml/2006/main">
            <a:off x="9105900" y="3190875"/>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119" name="">
            <a:extLst xmlns:a="http://schemas.openxmlformats.org/drawingml/2006/main">
              <a:ext uri="{FF2B5EF4-FFF2-40B4-BE49-F238E27FC236}">
                <a16:creationId xmlns:a16="http://schemas.microsoft.com/office/drawing/2014/main" id="{5A28A744-14E5-4564-9DD8-6F294EEEF594}"/>
              </a:ext>
            </a:extLst>
          </p:cNvPr>
          <p:cNvSpPr>
            <a:spLocks xmlns:a="http://schemas.openxmlformats.org/drawingml/2006/main" noGrp="1"/>
          </p:cNvSpPr>
          <p:nvPr/>
        </p:nvSpPr>
        <p:spPr>
          <a:xfrm xmlns:a="http://schemas.openxmlformats.org/drawingml/2006/main">
            <a:off x="9334500" y="2924175"/>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120" name="">
            <a:extLst xmlns:a="http://schemas.openxmlformats.org/drawingml/2006/main">
              <a:ext uri="{FF2B5EF4-FFF2-40B4-BE49-F238E27FC236}">
                <a16:creationId xmlns:a16="http://schemas.microsoft.com/office/drawing/2014/main" id="{D6414F4F-BD99-4CE1-89D4-D03C25420409}"/>
              </a:ext>
            </a:extLst>
          </p:cNvPr>
          <p:cNvSpPr>
            <a:spLocks xmlns:a="http://schemas.openxmlformats.org/drawingml/2006/main" noGrp="1"/>
          </p:cNvSpPr>
          <p:nvPr/>
        </p:nvSpPr>
        <p:spPr>
          <a:xfrm xmlns:a="http://schemas.openxmlformats.org/drawingml/2006/main">
            <a:off x="9525000" y="2581275"/>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121" name="">
            <a:extLst xmlns:a="http://schemas.openxmlformats.org/drawingml/2006/main">
              <a:ext uri="{FF2B5EF4-FFF2-40B4-BE49-F238E27FC236}">
                <a16:creationId xmlns:a16="http://schemas.microsoft.com/office/drawing/2014/main" id="{0E54F1A7-AAAB-4C03-AD33-5C356747248B}"/>
              </a:ext>
            </a:extLst>
          </p:cNvPr>
          <p:cNvSpPr>
            <a:spLocks xmlns:a="http://schemas.openxmlformats.org/drawingml/2006/main" noGrp="1"/>
          </p:cNvSpPr>
          <p:nvPr/>
        </p:nvSpPr>
        <p:spPr>
          <a:xfrm xmlns:a="http://schemas.openxmlformats.org/drawingml/2006/main">
            <a:off x="9601200" y="3228975"/>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122" name="">
            <a:extLst xmlns:a="http://schemas.openxmlformats.org/drawingml/2006/main">
              <a:ext uri="{FF2B5EF4-FFF2-40B4-BE49-F238E27FC236}">
                <a16:creationId xmlns:a16="http://schemas.microsoft.com/office/drawing/2014/main" id="{1A049BDA-4601-4E36-A212-D0285A5AF027}"/>
              </a:ext>
            </a:extLst>
          </p:cNvPr>
          <p:cNvSpPr>
            <a:spLocks xmlns:a="http://schemas.openxmlformats.org/drawingml/2006/main" noGrp="1"/>
          </p:cNvSpPr>
          <p:nvPr/>
        </p:nvSpPr>
        <p:spPr>
          <a:xfrm xmlns:a="http://schemas.openxmlformats.org/drawingml/2006/main">
            <a:off x="9829800" y="2847975"/>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123" name="">
            <a:extLst xmlns:a="http://schemas.openxmlformats.org/drawingml/2006/main">
              <a:ext uri="{FF2B5EF4-FFF2-40B4-BE49-F238E27FC236}">
                <a16:creationId xmlns:a16="http://schemas.microsoft.com/office/drawing/2014/main" id="{6EB2FB5E-1844-4C51-9439-A5FBF7F0BBA1}"/>
              </a:ext>
            </a:extLst>
          </p:cNvPr>
          <p:cNvSpPr>
            <a:spLocks xmlns:a="http://schemas.openxmlformats.org/drawingml/2006/main" noGrp="1"/>
          </p:cNvSpPr>
          <p:nvPr/>
        </p:nvSpPr>
        <p:spPr>
          <a:xfrm xmlns:a="http://schemas.openxmlformats.org/drawingml/2006/main">
            <a:off x="9944100" y="3419475"/>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124" name="">
            <a:extLst xmlns:a="http://schemas.openxmlformats.org/drawingml/2006/main">
              <a:ext uri="{FF2B5EF4-FFF2-40B4-BE49-F238E27FC236}">
                <a16:creationId xmlns:a16="http://schemas.microsoft.com/office/drawing/2014/main" id="{C1FDAD96-D8B9-4A0D-A89D-D4FB35B4415E}"/>
              </a:ext>
            </a:extLst>
          </p:cNvPr>
          <p:cNvSpPr>
            <a:spLocks xmlns:a="http://schemas.openxmlformats.org/drawingml/2006/main" noGrp="1"/>
          </p:cNvSpPr>
          <p:nvPr/>
        </p:nvSpPr>
        <p:spPr>
          <a:xfrm xmlns:a="http://schemas.openxmlformats.org/drawingml/2006/main">
            <a:off x="10172700" y="3114675"/>
            <a:ext cx="142875" cy="142875"/>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125" name="">
            <a:extLst xmlns:a="http://schemas.openxmlformats.org/drawingml/2006/main">
              <a:ext uri="{FF2B5EF4-FFF2-40B4-BE49-F238E27FC236}">
                <a16:creationId xmlns:a16="http://schemas.microsoft.com/office/drawing/2014/main" id="{98B1C763-6933-4D75-973F-38E502D3A8CD}"/>
              </a:ext>
            </a:extLst>
          </p:cNvPr>
          <p:cNvSpPr>
            <a:spLocks xmlns:a="http://schemas.openxmlformats.org/drawingml/2006/main" noGrp="1"/>
          </p:cNvSpPr>
          <p:nvPr/>
        </p:nvSpPr>
        <p:spPr>
          <a:xfrm xmlns:a="http://schemas.openxmlformats.org/drawingml/2006/main">
            <a:off x="10325100" y="2695575"/>
            <a:ext cx="142875" cy="142875"/>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126" name="">
            <a:extLst xmlns:a="http://schemas.openxmlformats.org/drawingml/2006/main">
              <a:ext uri="{FF2B5EF4-FFF2-40B4-BE49-F238E27FC236}">
                <a16:creationId xmlns:a16="http://schemas.microsoft.com/office/drawing/2014/main" id="{808FC5FF-7B7E-499A-AC68-A6720B2701D3}"/>
              </a:ext>
            </a:extLst>
          </p:cNvPr>
          <p:cNvSpPr>
            <a:spLocks xmlns:a="http://schemas.openxmlformats.org/drawingml/2006/main" noGrp="1"/>
          </p:cNvSpPr>
          <p:nvPr/>
        </p:nvSpPr>
        <p:spPr>
          <a:xfrm xmlns:a="http://schemas.openxmlformats.org/drawingml/2006/main">
            <a:off x="10477500" y="3343275"/>
            <a:ext cx="142875" cy="142875"/>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127" name="">
            <a:extLst xmlns:a="http://schemas.openxmlformats.org/drawingml/2006/main">
              <a:ext uri="{FF2B5EF4-FFF2-40B4-BE49-F238E27FC236}">
                <a16:creationId xmlns:a16="http://schemas.microsoft.com/office/drawing/2014/main" id="{E1FF9323-3421-4D2C-B593-72C87AC33994}"/>
              </a:ext>
            </a:extLst>
          </p:cNvPr>
          <p:cNvSpPr>
            <a:spLocks xmlns:a="http://schemas.openxmlformats.org/drawingml/2006/main" noGrp="1"/>
          </p:cNvSpPr>
          <p:nvPr/>
        </p:nvSpPr>
        <p:spPr>
          <a:xfrm xmlns:a="http://schemas.openxmlformats.org/drawingml/2006/main">
            <a:off x="10706100" y="3000375"/>
            <a:ext cx="142875" cy="142875"/>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128" name="">
            <a:extLst xmlns:a="http://schemas.openxmlformats.org/drawingml/2006/main">
              <a:ext uri="{FF2B5EF4-FFF2-40B4-BE49-F238E27FC236}">
                <a16:creationId xmlns:a16="http://schemas.microsoft.com/office/drawing/2014/main" id="{A9729604-9625-4B09-B298-36FA6B8088AB}"/>
              </a:ext>
            </a:extLst>
          </p:cNvPr>
          <p:cNvSpPr>
            <a:spLocks xmlns:a="http://schemas.openxmlformats.org/drawingml/2006/main" noGrp="1"/>
          </p:cNvSpPr>
          <p:nvPr/>
        </p:nvSpPr>
        <p:spPr>
          <a:xfrm xmlns:a="http://schemas.openxmlformats.org/drawingml/2006/main">
            <a:off x="10858500" y="2619375"/>
            <a:ext cx="142875" cy="142875"/>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129" name="">
            <a:extLst xmlns:a="http://schemas.openxmlformats.org/drawingml/2006/main">
              <a:ext uri="{FF2B5EF4-FFF2-40B4-BE49-F238E27FC236}">
                <a16:creationId xmlns:a16="http://schemas.microsoft.com/office/drawing/2014/main" id="{53BDAAFD-9C44-40BD-B919-DEFC99C0D9F6}"/>
              </a:ext>
            </a:extLst>
          </p:cNvPr>
          <p:cNvSpPr>
            <a:spLocks xmlns:a="http://schemas.openxmlformats.org/drawingml/2006/main" noGrp="1"/>
          </p:cNvSpPr>
          <p:nvPr/>
        </p:nvSpPr>
        <p:spPr>
          <a:xfrm xmlns:a="http://schemas.openxmlformats.org/drawingml/2006/main">
            <a:off x="8315325" y="3686175"/>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500" b="1">
                <a:solidFill>
                  <a:srgbClr val="4472C4"/>
                </a:solidFill>
                <a:latin typeface="Arial"/>
                <a:ea typeface="Arial"/>
                <a:cs typeface="Arial"/>
              </a:defRPr>
            </a:pPr>
            <a:r>
              <a:rPr sz="1500" b="1">
                <a:solidFill>
                  <a:srgbClr val="4472C4"/>
                </a:solidFill>
                <a:latin typeface="Arial"/>
                <a:ea typeface="Arial"/>
                <a:cs typeface="Arial"/>
              </a:rPr>
              <a:t>1</a:t>
            </a:r>
          </a:p>
        </p:txBody>
      </p:sp>
      <p:sp>
        <p:nvSpPr>
          <p:cNvPr id="130" name="">
            <a:extLst xmlns:a="http://schemas.openxmlformats.org/drawingml/2006/main">
              <a:ext uri="{FF2B5EF4-FFF2-40B4-BE49-F238E27FC236}">
                <a16:creationId xmlns:a16="http://schemas.microsoft.com/office/drawing/2014/main" id="{ED2C89FE-AC1D-44BE-B256-3CC973747C83}"/>
              </a:ext>
            </a:extLst>
          </p:cNvPr>
          <p:cNvSpPr>
            <a:spLocks xmlns:a="http://schemas.openxmlformats.org/drawingml/2006/main" noGrp="1"/>
          </p:cNvSpPr>
          <p:nvPr/>
        </p:nvSpPr>
        <p:spPr>
          <a:xfrm xmlns:a="http://schemas.openxmlformats.org/drawingml/2006/main">
            <a:off x="9467850" y="3705225"/>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500" b="1">
                <a:solidFill>
                  <a:srgbClr val="2E9FA3"/>
                </a:solidFill>
                <a:latin typeface="Arial"/>
                <a:ea typeface="Arial"/>
                <a:cs typeface="Arial"/>
              </a:defRPr>
            </a:pPr>
            <a:r>
              <a:rPr sz="1500" b="1">
                <a:solidFill>
                  <a:srgbClr val="2E9FA3"/>
                </a:solidFill>
                <a:latin typeface="Arial"/>
                <a:ea typeface="Arial"/>
                <a:cs typeface="Arial"/>
              </a:rPr>
              <a:t>2</a:t>
            </a:r>
          </a:p>
        </p:txBody>
      </p:sp>
      <p:sp>
        <p:nvSpPr>
          <p:cNvPr id="131" name="">
            <a:extLst xmlns:a="http://schemas.openxmlformats.org/drawingml/2006/main">
              <a:ext uri="{FF2B5EF4-FFF2-40B4-BE49-F238E27FC236}">
                <a16:creationId xmlns:a16="http://schemas.microsoft.com/office/drawing/2014/main" id="{B46B11E9-772A-4BC0-95E1-E20493BED2E4}"/>
              </a:ext>
            </a:extLst>
          </p:cNvPr>
          <p:cNvSpPr>
            <a:spLocks xmlns:a="http://schemas.openxmlformats.org/drawingml/2006/main" noGrp="1"/>
          </p:cNvSpPr>
          <p:nvPr/>
        </p:nvSpPr>
        <p:spPr>
          <a:xfrm xmlns:a="http://schemas.openxmlformats.org/drawingml/2006/main">
            <a:off x="10515600" y="3705225"/>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500" b="1">
                <a:solidFill>
                  <a:srgbClr val="ED7D31"/>
                </a:solidFill>
                <a:latin typeface="Arial"/>
                <a:ea typeface="Arial"/>
                <a:cs typeface="Arial"/>
              </a:defRPr>
            </a:pPr>
            <a:r>
              <a:rPr sz="1500" b="1">
                <a:solidFill>
                  <a:srgbClr val="ED7D31"/>
                </a:solidFill>
                <a:latin typeface="Arial"/>
                <a:ea typeface="Arial"/>
                <a:cs typeface="Arial"/>
              </a:rPr>
              <a:t>3</a:t>
            </a:r>
          </a:p>
        </p:txBody>
      </p:sp>
      <p:sp>
        <p:nvSpPr>
          <p:cNvPr id="132" name="">
            <a:extLst xmlns:a="http://schemas.openxmlformats.org/drawingml/2006/main">
              <a:ext uri="{FF2B5EF4-FFF2-40B4-BE49-F238E27FC236}">
                <a16:creationId xmlns:a16="http://schemas.microsoft.com/office/drawing/2014/main" id="{6E3A70A6-4613-4F1B-A146-88818F72350E}"/>
              </a:ext>
            </a:extLst>
          </p:cNvPr>
          <p:cNvSpPr>
            <a:spLocks xmlns:a="http://schemas.openxmlformats.org/drawingml/2006/main" noGrp="1"/>
          </p:cNvSpPr>
          <p:nvPr/>
        </p:nvSpPr>
        <p:spPr>
          <a:xfrm xmlns:a="http://schemas.openxmlformats.org/drawingml/2006/main">
            <a:off x="1476375" y="5381625"/>
            <a:ext cx="9239250" cy="742950"/>
          </a:xfrm>
          <a:prstGeom xmlns:a="http://schemas.openxmlformats.org/drawingml/2006/main" prst="roundRect">
            <a:avLst>
              <a:gd name="adj" fmla="val 20513"/>
            </a:avLst>
          </a:prstGeom>
          <a:solidFill xmlns:a="http://schemas.openxmlformats.org/drawingml/2006/main">
            <a:srgbClr val="F5F6F8"/>
          </a:solidFill>
          <a:ln xmlns:a="http://schemas.openxmlformats.org/drawingml/2006/main" w="0">
            <a:noFill/>
          </a:ln>
        </p:spPr>
      </p:sp>
      <p:sp>
        <p:nvSpPr>
          <p:cNvPr id="133" name="">
            <a:extLst xmlns:a="http://schemas.openxmlformats.org/drawingml/2006/main">
              <a:ext uri="{FF2B5EF4-FFF2-40B4-BE49-F238E27FC236}">
                <a16:creationId xmlns:a16="http://schemas.microsoft.com/office/drawing/2014/main" id="{D4975587-CEFE-47D0-991A-6D9F49A63DA6}"/>
              </a:ext>
            </a:extLst>
          </p:cNvPr>
          <p:cNvSpPr>
            <a:spLocks xmlns:a="http://schemas.openxmlformats.org/drawingml/2006/main" noGrp="1"/>
          </p:cNvSpPr>
          <p:nvPr/>
        </p:nvSpPr>
        <p:spPr>
          <a:xfrm xmlns:a="http://schemas.openxmlformats.org/drawingml/2006/main">
            <a:off x="1905000" y="5505450"/>
            <a:ext cx="838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0909"/>
          </a:bodyPr>
          <a:lstStyle xmlns:a="http://schemas.openxmlformats.org/drawingml/2006/main"/>
          <a:p xmlns:a="http://schemas.openxmlformats.org/drawingml/2006/main">
            <a:pPr algn="ctr">
              <a:defRPr sz="1650" b="1">
                <a:solidFill>
                  <a:srgbClr val="1F2937"/>
                </a:solidFill>
                <a:latin typeface="Arial"/>
                <a:ea typeface="Arial"/>
                <a:cs typeface="Arial"/>
              </a:defRPr>
            </a:pPr>
            <a:r>
              <a:rPr sz="1650" b="1">
                <a:solidFill>
                  <a:srgbClr val="1F2937"/>
                </a:solidFill>
                <a:latin typeface="Arial"/>
                <a:ea typeface="Arial"/>
                <a:cs typeface="Arial"/>
              </a:rPr>
              <a:t>The same cells gain edges, then cluster labels. Resolution controls how communities are divided.</a:t>
            </a:r>
          </a:p>
        </p:txBody>
      </p:sp>
    </p:spTree>
    <p:extLst>
      <p:ext uri="{BB962C8B-B14F-4D97-AF65-F5344CB8AC3E}">
        <p14:creationId xmlns:p14="http://schemas.microsoft.com/office/powerpoint/2010/main" val="40497444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 name="slide-title">
            <a:extLst xmlns:a="http://schemas.openxmlformats.org/drawingml/2006/main">
              <a:ext uri="{FF2B5EF4-FFF2-40B4-BE49-F238E27FC236}">
                <a16:creationId xmlns:a16="http://schemas.microsoft.com/office/drawing/2014/main" id="{07F2B322-3D95-4872-BAEA-9F15A025477E}"/>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3225">
                <a:solidFill>
                  <a:srgbClr val="111827"/>
                </a:solidFill>
                <a:latin typeface="Arial"/>
                <a:ea typeface="Arial"/>
                <a:cs typeface="Arial"/>
              </a:defRPr>
            </a:pPr>
            <a:r>
              <a:rPr sz="3225">
                <a:solidFill>
                  <a:srgbClr val="111827"/>
                </a:solidFill>
                <a:latin typeface="Arial"/>
                <a:ea typeface="Arial"/>
                <a:cs typeface="Arial"/>
              </a:rPr>
              <a:t>UMAP visualization</a:t>
            </a:r>
          </a:p>
        </p:txBody>
      </p:sp>
      <p:sp>
        <p:nvSpPr>
          <p:cNvPr id="2" name="title-accent">
            <a:extLst xmlns:a="http://schemas.openxmlformats.org/drawingml/2006/main">
              <a:ext uri="{FF2B5EF4-FFF2-40B4-BE49-F238E27FC236}">
                <a16:creationId xmlns:a16="http://schemas.microsoft.com/office/drawing/2014/main" id="{67FD417D-76B7-45AC-83C9-68983A2B31B5}"/>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sp>
      <p:sp>
        <p:nvSpPr>
          <p:cNvPr id="3" name="slide-subtitle">
            <a:extLst xmlns:a="http://schemas.openxmlformats.org/drawingml/2006/main">
              <a:ext uri="{FF2B5EF4-FFF2-40B4-BE49-F238E27FC236}">
                <a16:creationId xmlns:a16="http://schemas.microsoft.com/office/drawing/2014/main" id="{57CDBEE5-8951-421E-978F-6DD0AAFE6D4D}"/>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425">
                <a:solidFill>
                  <a:srgbClr val="5B6472"/>
                </a:solidFill>
                <a:latin typeface="Arial"/>
                <a:ea typeface="Arial"/>
                <a:cs typeface="Arial"/>
              </a:defRPr>
            </a:pPr>
            <a:r>
              <a:rPr sz="1425">
                <a:solidFill>
                  <a:srgbClr val="5B6472"/>
                </a:solidFill>
                <a:latin typeface="Arial"/>
                <a:ea typeface="Arial"/>
                <a:cs typeface="Arial"/>
              </a:rPr>
              <a:t>UMAP summarizes neighborhoods built from several PCs in two dimensions</a:t>
            </a:r>
          </a:p>
        </p:txBody>
      </p:sp>
      <p:sp>
        <p:nvSpPr>
          <p:cNvPr id="4" name="">
            <a:extLst xmlns:a="http://schemas.openxmlformats.org/drawingml/2006/main">
              <a:ext uri="{FF2B5EF4-FFF2-40B4-BE49-F238E27FC236}">
                <a16:creationId xmlns:a16="http://schemas.microsoft.com/office/drawing/2014/main" id="{4B4962FA-B00D-4427-BF06-3B28690EFFD1}"/>
              </a:ext>
            </a:extLst>
          </p:cNvPr>
          <p:cNvSpPr>
            <a:spLocks xmlns:a="http://schemas.openxmlformats.org/drawingml/2006/main" noGrp="1"/>
          </p:cNvSpPr>
          <p:nvPr/>
        </p:nvSpPr>
        <p:spPr>
          <a:xfrm xmlns:a="http://schemas.openxmlformats.org/drawingml/2006/main">
            <a:off x="857250" y="15716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2025" b="1">
                <a:solidFill>
                  <a:srgbClr val="4472C4"/>
                </a:solidFill>
                <a:latin typeface="Arial"/>
                <a:ea typeface="Arial"/>
                <a:cs typeface="Arial"/>
              </a:defRPr>
            </a:pPr>
            <a:r>
              <a:rPr sz="2025" b="1">
                <a:solidFill>
                  <a:srgbClr val="4472C4"/>
                </a:solidFill>
                <a:latin typeface="Arial"/>
                <a:ea typeface="Arial"/>
                <a:cs typeface="Arial"/>
              </a:rPr>
              <a:t>PCA neighborhood graph</a:t>
            </a:r>
          </a:p>
        </p:txBody>
      </p:sp>
      <p:sp>
        <p:nvSpPr>
          <p:cNvPr id="5" name="">
            <a:extLst xmlns:a="http://schemas.openxmlformats.org/drawingml/2006/main">
              <a:ext uri="{FF2B5EF4-FFF2-40B4-BE49-F238E27FC236}">
                <a16:creationId xmlns:a16="http://schemas.microsoft.com/office/drawing/2014/main" id="{5491C0C3-C127-4CA0-A8A0-154C1B4A3F7A}"/>
              </a:ext>
            </a:extLst>
          </p:cNvPr>
          <p:cNvSpPr>
            <a:spLocks xmlns:a="http://schemas.openxmlformats.org/drawingml/2006/main" noGrp="1"/>
          </p:cNvSpPr>
          <p:nvPr/>
        </p:nvSpPr>
        <p:spPr>
          <a:xfrm xmlns:a="http://schemas.openxmlformats.org/drawingml/2006/main" flipV="1">
            <a:off x="1162050" y="2650331"/>
            <a:ext cx="250031" cy="450056"/>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6" name="">
            <a:extLst xmlns:a="http://schemas.openxmlformats.org/drawingml/2006/main">
              <a:ext uri="{FF2B5EF4-FFF2-40B4-BE49-F238E27FC236}">
                <a16:creationId xmlns:a16="http://schemas.microsoft.com/office/drawing/2014/main" id="{D2D798C6-2F6C-4C86-93A0-D9C68234A766}"/>
              </a:ext>
            </a:extLst>
          </p:cNvPr>
          <p:cNvSpPr>
            <a:spLocks xmlns:a="http://schemas.openxmlformats.org/drawingml/2006/main" noGrp="1"/>
          </p:cNvSpPr>
          <p:nvPr/>
        </p:nvSpPr>
        <p:spPr>
          <a:xfrm xmlns:a="http://schemas.openxmlformats.org/drawingml/2006/main" flipV="1">
            <a:off x="1162050" y="3000375"/>
            <a:ext cx="550069" cy="100013"/>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7" name="">
            <a:extLst xmlns:a="http://schemas.openxmlformats.org/drawingml/2006/main">
              <a:ext uri="{FF2B5EF4-FFF2-40B4-BE49-F238E27FC236}">
                <a16:creationId xmlns:a16="http://schemas.microsoft.com/office/drawing/2014/main" id="{DA168096-A003-4E09-8A5F-1B3962689A3F}"/>
              </a:ext>
            </a:extLst>
          </p:cNvPr>
          <p:cNvSpPr>
            <a:spLocks xmlns:a="http://schemas.openxmlformats.org/drawingml/2006/main" noGrp="1"/>
          </p:cNvSpPr>
          <p:nvPr/>
        </p:nvSpPr>
        <p:spPr>
          <a:xfrm xmlns:a="http://schemas.openxmlformats.org/drawingml/2006/main" flipV="0">
            <a:off x="1162050" y="3100388"/>
            <a:ext cx="350044" cy="400050"/>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8" name="">
            <a:extLst xmlns:a="http://schemas.openxmlformats.org/drawingml/2006/main">
              <a:ext uri="{FF2B5EF4-FFF2-40B4-BE49-F238E27FC236}">
                <a16:creationId xmlns:a16="http://schemas.microsoft.com/office/drawing/2014/main" id="{08539684-3538-4D96-B9BD-5CF8F493FA9C}"/>
              </a:ext>
            </a:extLst>
          </p:cNvPr>
          <p:cNvSpPr>
            <a:spLocks xmlns:a="http://schemas.openxmlformats.org/drawingml/2006/main" noGrp="1"/>
          </p:cNvSpPr>
          <p:nvPr/>
        </p:nvSpPr>
        <p:spPr>
          <a:xfrm xmlns:a="http://schemas.openxmlformats.org/drawingml/2006/main" flipV="0">
            <a:off x="1412081" y="2650331"/>
            <a:ext cx="300038" cy="350044"/>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9" name="">
            <a:extLst xmlns:a="http://schemas.openxmlformats.org/drawingml/2006/main">
              <a:ext uri="{FF2B5EF4-FFF2-40B4-BE49-F238E27FC236}">
                <a16:creationId xmlns:a16="http://schemas.microsoft.com/office/drawing/2014/main" id="{A1A5BA87-79DE-4B58-97E6-D73CB7DF81A7}"/>
              </a:ext>
            </a:extLst>
          </p:cNvPr>
          <p:cNvSpPr>
            <a:spLocks xmlns:a="http://schemas.openxmlformats.org/drawingml/2006/main" noGrp="1"/>
          </p:cNvSpPr>
          <p:nvPr/>
        </p:nvSpPr>
        <p:spPr>
          <a:xfrm xmlns:a="http://schemas.openxmlformats.org/drawingml/2006/main" flipV="1">
            <a:off x="1412081" y="2450306"/>
            <a:ext cx="550069" cy="200025"/>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10" name="">
            <a:extLst xmlns:a="http://schemas.openxmlformats.org/drawingml/2006/main">
              <a:ext uri="{FF2B5EF4-FFF2-40B4-BE49-F238E27FC236}">
                <a16:creationId xmlns:a16="http://schemas.microsoft.com/office/drawing/2014/main" id="{3018DF20-CC97-46E0-845B-7229CC392E38}"/>
              </a:ext>
            </a:extLst>
          </p:cNvPr>
          <p:cNvSpPr>
            <a:spLocks xmlns:a="http://schemas.openxmlformats.org/drawingml/2006/main" noGrp="1"/>
          </p:cNvSpPr>
          <p:nvPr/>
        </p:nvSpPr>
        <p:spPr>
          <a:xfrm xmlns:a="http://schemas.openxmlformats.org/drawingml/2006/main" flipV="0">
            <a:off x="1412081" y="2650331"/>
            <a:ext cx="800100" cy="200025"/>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11" name="">
            <a:extLst xmlns:a="http://schemas.openxmlformats.org/drawingml/2006/main">
              <a:ext uri="{FF2B5EF4-FFF2-40B4-BE49-F238E27FC236}">
                <a16:creationId xmlns:a16="http://schemas.microsoft.com/office/drawing/2014/main" id="{0595ED88-FE7F-4ADD-A38F-389192EE342B}"/>
              </a:ext>
            </a:extLst>
          </p:cNvPr>
          <p:cNvSpPr>
            <a:spLocks xmlns:a="http://schemas.openxmlformats.org/drawingml/2006/main" noGrp="1"/>
          </p:cNvSpPr>
          <p:nvPr/>
        </p:nvSpPr>
        <p:spPr>
          <a:xfrm xmlns:a="http://schemas.openxmlformats.org/drawingml/2006/main" flipV="1">
            <a:off x="1712119" y="2850356"/>
            <a:ext cx="500063" cy="150019"/>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12" name="">
            <a:extLst xmlns:a="http://schemas.openxmlformats.org/drawingml/2006/main">
              <a:ext uri="{FF2B5EF4-FFF2-40B4-BE49-F238E27FC236}">
                <a16:creationId xmlns:a16="http://schemas.microsoft.com/office/drawing/2014/main" id="{6A688545-DA96-42B4-AF40-EE2C1A2D7F09}"/>
              </a:ext>
            </a:extLst>
          </p:cNvPr>
          <p:cNvSpPr>
            <a:spLocks xmlns:a="http://schemas.openxmlformats.org/drawingml/2006/main" noGrp="1"/>
          </p:cNvSpPr>
          <p:nvPr/>
        </p:nvSpPr>
        <p:spPr>
          <a:xfrm xmlns:a="http://schemas.openxmlformats.org/drawingml/2006/main" flipV="1">
            <a:off x="1512094" y="3000375"/>
            <a:ext cx="200025" cy="500063"/>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13" name="">
            <a:extLst xmlns:a="http://schemas.openxmlformats.org/drawingml/2006/main">
              <a:ext uri="{FF2B5EF4-FFF2-40B4-BE49-F238E27FC236}">
                <a16:creationId xmlns:a16="http://schemas.microsoft.com/office/drawing/2014/main" id="{08813388-88A0-437E-BEC0-B529696F7488}"/>
              </a:ext>
            </a:extLst>
          </p:cNvPr>
          <p:cNvSpPr>
            <a:spLocks xmlns:a="http://schemas.openxmlformats.org/drawingml/2006/main" noGrp="1"/>
          </p:cNvSpPr>
          <p:nvPr/>
        </p:nvSpPr>
        <p:spPr>
          <a:xfrm xmlns:a="http://schemas.openxmlformats.org/drawingml/2006/main" flipV="0">
            <a:off x="1712119" y="3000375"/>
            <a:ext cx="200025" cy="700088"/>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14" name="">
            <a:extLst xmlns:a="http://schemas.openxmlformats.org/drawingml/2006/main">
              <a:ext uri="{FF2B5EF4-FFF2-40B4-BE49-F238E27FC236}">
                <a16:creationId xmlns:a16="http://schemas.microsoft.com/office/drawing/2014/main" id="{74B9465C-2C7B-4CF4-89C1-F4245704D155}"/>
              </a:ext>
            </a:extLst>
          </p:cNvPr>
          <p:cNvSpPr>
            <a:spLocks xmlns:a="http://schemas.openxmlformats.org/drawingml/2006/main" noGrp="1"/>
          </p:cNvSpPr>
          <p:nvPr/>
        </p:nvSpPr>
        <p:spPr>
          <a:xfrm xmlns:a="http://schemas.openxmlformats.org/drawingml/2006/main" flipV="0">
            <a:off x="1962150" y="2450306"/>
            <a:ext cx="250031" cy="400050"/>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15" name="">
            <a:extLst xmlns:a="http://schemas.openxmlformats.org/drawingml/2006/main">
              <a:ext uri="{FF2B5EF4-FFF2-40B4-BE49-F238E27FC236}">
                <a16:creationId xmlns:a16="http://schemas.microsoft.com/office/drawing/2014/main" id="{CF90312B-B2E0-48EE-B87F-4E09B4255DB4}"/>
              </a:ext>
            </a:extLst>
          </p:cNvPr>
          <p:cNvSpPr>
            <a:spLocks xmlns:a="http://schemas.openxmlformats.org/drawingml/2006/main" noGrp="1"/>
          </p:cNvSpPr>
          <p:nvPr/>
        </p:nvSpPr>
        <p:spPr>
          <a:xfrm xmlns:a="http://schemas.openxmlformats.org/drawingml/2006/main" flipV="0">
            <a:off x="1962150" y="2450306"/>
            <a:ext cx="950119" cy="150019"/>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16" name="">
            <a:extLst xmlns:a="http://schemas.openxmlformats.org/drawingml/2006/main">
              <a:ext uri="{FF2B5EF4-FFF2-40B4-BE49-F238E27FC236}">
                <a16:creationId xmlns:a16="http://schemas.microsoft.com/office/drawing/2014/main" id="{E8DA1B26-90C8-4AE0-84B1-6927DAD41B5B}"/>
              </a:ext>
            </a:extLst>
          </p:cNvPr>
          <p:cNvSpPr>
            <a:spLocks xmlns:a="http://schemas.openxmlformats.org/drawingml/2006/main" noGrp="1"/>
          </p:cNvSpPr>
          <p:nvPr/>
        </p:nvSpPr>
        <p:spPr>
          <a:xfrm xmlns:a="http://schemas.openxmlformats.org/drawingml/2006/main" flipV="0">
            <a:off x="2212181" y="2850356"/>
            <a:ext cx="150019" cy="550069"/>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17" name="">
            <a:extLst xmlns:a="http://schemas.openxmlformats.org/drawingml/2006/main">
              <a:ext uri="{FF2B5EF4-FFF2-40B4-BE49-F238E27FC236}">
                <a16:creationId xmlns:a16="http://schemas.microsoft.com/office/drawing/2014/main" id="{22F2B926-1D95-432D-8B31-7E1D3CE1153E}"/>
              </a:ext>
            </a:extLst>
          </p:cNvPr>
          <p:cNvSpPr>
            <a:spLocks xmlns:a="http://schemas.openxmlformats.org/drawingml/2006/main" noGrp="1"/>
          </p:cNvSpPr>
          <p:nvPr/>
        </p:nvSpPr>
        <p:spPr>
          <a:xfrm xmlns:a="http://schemas.openxmlformats.org/drawingml/2006/main" flipV="0">
            <a:off x="2212181" y="2850356"/>
            <a:ext cx="450056" cy="200025"/>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18" name="">
            <a:extLst xmlns:a="http://schemas.openxmlformats.org/drawingml/2006/main">
              <a:ext uri="{FF2B5EF4-FFF2-40B4-BE49-F238E27FC236}">
                <a16:creationId xmlns:a16="http://schemas.microsoft.com/office/drawing/2014/main" id="{A7DCA472-305F-450B-A581-A95BB0EA8CE9}"/>
              </a:ext>
            </a:extLst>
          </p:cNvPr>
          <p:cNvSpPr>
            <a:spLocks xmlns:a="http://schemas.openxmlformats.org/drawingml/2006/main" noGrp="1"/>
          </p:cNvSpPr>
          <p:nvPr/>
        </p:nvSpPr>
        <p:spPr>
          <a:xfrm xmlns:a="http://schemas.openxmlformats.org/drawingml/2006/main" flipV="0">
            <a:off x="1512094" y="3500438"/>
            <a:ext cx="400050" cy="200025"/>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19" name="">
            <a:extLst xmlns:a="http://schemas.openxmlformats.org/drawingml/2006/main">
              <a:ext uri="{FF2B5EF4-FFF2-40B4-BE49-F238E27FC236}">
                <a16:creationId xmlns:a16="http://schemas.microsoft.com/office/drawing/2014/main" id="{73F6AD78-6DA1-4B20-B4C1-88B9AF855C47}"/>
              </a:ext>
            </a:extLst>
          </p:cNvPr>
          <p:cNvSpPr>
            <a:spLocks xmlns:a="http://schemas.openxmlformats.org/drawingml/2006/main" noGrp="1"/>
          </p:cNvSpPr>
          <p:nvPr/>
        </p:nvSpPr>
        <p:spPr>
          <a:xfrm xmlns:a="http://schemas.openxmlformats.org/drawingml/2006/main" flipV="1">
            <a:off x="1912144" y="3400425"/>
            <a:ext cx="450056" cy="300038"/>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20" name="">
            <a:extLst xmlns:a="http://schemas.openxmlformats.org/drawingml/2006/main">
              <a:ext uri="{FF2B5EF4-FFF2-40B4-BE49-F238E27FC236}">
                <a16:creationId xmlns:a16="http://schemas.microsoft.com/office/drawing/2014/main" id="{2CEAD85E-F66F-476D-83EC-4883EB1326AF}"/>
              </a:ext>
            </a:extLst>
          </p:cNvPr>
          <p:cNvSpPr>
            <a:spLocks xmlns:a="http://schemas.openxmlformats.org/drawingml/2006/main" noGrp="1"/>
          </p:cNvSpPr>
          <p:nvPr/>
        </p:nvSpPr>
        <p:spPr>
          <a:xfrm xmlns:a="http://schemas.openxmlformats.org/drawingml/2006/main" flipV="1">
            <a:off x="2362200" y="3050381"/>
            <a:ext cx="300038" cy="350044"/>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21" name="">
            <a:extLst xmlns:a="http://schemas.openxmlformats.org/drawingml/2006/main">
              <a:ext uri="{FF2B5EF4-FFF2-40B4-BE49-F238E27FC236}">
                <a16:creationId xmlns:a16="http://schemas.microsoft.com/office/drawing/2014/main" id="{FD5B2C9B-0EE4-49B2-8C75-06DCB24C31B0}"/>
              </a:ext>
            </a:extLst>
          </p:cNvPr>
          <p:cNvSpPr>
            <a:spLocks xmlns:a="http://schemas.openxmlformats.org/drawingml/2006/main" noGrp="1"/>
          </p:cNvSpPr>
          <p:nvPr/>
        </p:nvSpPr>
        <p:spPr>
          <a:xfrm xmlns:a="http://schemas.openxmlformats.org/drawingml/2006/main" flipV="0">
            <a:off x="2362200" y="3400425"/>
            <a:ext cx="650081" cy="50006"/>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22" name="">
            <a:extLst xmlns:a="http://schemas.openxmlformats.org/drawingml/2006/main">
              <a:ext uri="{FF2B5EF4-FFF2-40B4-BE49-F238E27FC236}">
                <a16:creationId xmlns:a16="http://schemas.microsoft.com/office/drawing/2014/main" id="{1851DACA-F532-43E2-9F2C-FB7E10E78510}"/>
              </a:ext>
            </a:extLst>
          </p:cNvPr>
          <p:cNvSpPr>
            <a:spLocks xmlns:a="http://schemas.openxmlformats.org/drawingml/2006/main" noGrp="1"/>
          </p:cNvSpPr>
          <p:nvPr/>
        </p:nvSpPr>
        <p:spPr>
          <a:xfrm xmlns:a="http://schemas.openxmlformats.org/drawingml/2006/main" flipV="1">
            <a:off x="2662238" y="2600325"/>
            <a:ext cx="250031" cy="450056"/>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23" name="">
            <a:extLst xmlns:a="http://schemas.openxmlformats.org/drawingml/2006/main">
              <a:ext uri="{FF2B5EF4-FFF2-40B4-BE49-F238E27FC236}">
                <a16:creationId xmlns:a16="http://schemas.microsoft.com/office/drawing/2014/main" id="{F91BCF5C-0C88-410C-AAE7-5BF32B83BF10}"/>
              </a:ext>
            </a:extLst>
          </p:cNvPr>
          <p:cNvSpPr>
            <a:spLocks xmlns:a="http://schemas.openxmlformats.org/drawingml/2006/main" noGrp="1"/>
          </p:cNvSpPr>
          <p:nvPr/>
        </p:nvSpPr>
        <p:spPr>
          <a:xfrm xmlns:a="http://schemas.openxmlformats.org/drawingml/2006/main" flipV="0">
            <a:off x="2662238" y="3050381"/>
            <a:ext cx="350044" cy="400050"/>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24" name="">
            <a:extLst xmlns:a="http://schemas.openxmlformats.org/drawingml/2006/main">
              <a:ext uri="{FF2B5EF4-FFF2-40B4-BE49-F238E27FC236}">
                <a16:creationId xmlns:a16="http://schemas.microsoft.com/office/drawing/2014/main" id="{F210D23F-0F2A-4D24-83B6-688840CBDDD8}"/>
              </a:ext>
            </a:extLst>
          </p:cNvPr>
          <p:cNvSpPr>
            <a:spLocks xmlns:a="http://schemas.openxmlformats.org/drawingml/2006/main" noGrp="1"/>
          </p:cNvSpPr>
          <p:nvPr/>
        </p:nvSpPr>
        <p:spPr>
          <a:xfrm xmlns:a="http://schemas.openxmlformats.org/drawingml/2006/main" flipV="1">
            <a:off x="2662238" y="2950369"/>
            <a:ext cx="650081" cy="100013"/>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25" name="">
            <a:extLst xmlns:a="http://schemas.openxmlformats.org/drawingml/2006/main">
              <a:ext uri="{FF2B5EF4-FFF2-40B4-BE49-F238E27FC236}">
                <a16:creationId xmlns:a16="http://schemas.microsoft.com/office/drawing/2014/main" id="{7CB2160F-04F2-46A7-8C66-661453FA81DF}"/>
              </a:ext>
            </a:extLst>
          </p:cNvPr>
          <p:cNvSpPr>
            <a:spLocks xmlns:a="http://schemas.openxmlformats.org/drawingml/2006/main" noGrp="1"/>
          </p:cNvSpPr>
          <p:nvPr/>
        </p:nvSpPr>
        <p:spPr>
          <a:xfrm xmlns:a="http://schemas.openxmlformats.org/drawingml/2006/main" flipV="1">
            <a:off x="3012281" y="2950369"/>
            <a:ext cx="300038" cy="500063"/>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26" name="">
            <a:extLst xmlns:a="http://schemas.openxmlformats.org/drawingml/2006/main">
              <a:ext uri="{FF2B5EF4-FFF2-40B4-BE49-F238E27FC236}">
                <a16:creationId xmlns:a16="http://schemas.microsoft.com/office/drawing/2014/main" id="{AC147012-4743-4483-B6EA-58170C442138}"/>
              </a:ext>
            </a:extLst>
          </p:cNvPr>
          <p:cNvSpPr>
            <a:spLocks xmlns:a="http://schemas.openxmlformats.org/drawingml/2006/main" noGrp="1"/>
          </p:cNvSpPr>
          <p:nvPr/>
        </p:nvSpPr>
        <p:spPr>
          <a:xfrm xmlns:a="http://schemas.openxmlformats.org/drawingml/2006/main" flipV="0">
            <a:off x="3012281" y="3450431"/>
            <a:ext cx="450056" cy="250031"/>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27" name="">
            <a:extLst xmlns:a="http://schemas.openxmlformats.org/drawingml/2006/main">
              <a:ext uri="{FF2B5EF4-FFF2-40B4-BE49-F238E27FC236}">
                <a16:creationId xmlns:a16="http://schemas.microsoft.com/office/drawing/2014/main" id="{66425328-8F6B-4E44-AFCA-650E460353EE}"/>
              </a:ext>
            </a:extLst>
          </p:cNvPr>
          <p:cNvSpPr>
            <a:spLocks xmlns:a="http://schemas.openxmlformats.org/drawingml/2006/main" noGrp="1"/>
          </p:cNvSpPr>
          <p:nvPr/>
        </p:nvSpPr>
        <p:spPr>
          <a:xfrm xmlns:a="http://schemas.openxmlformats.org/drawingml/2006/main" flipV="0">
            <a:off x="3312319" y="2950369"/>
            <a:ext cx="450056" cy="350044"/>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28" name="">
            <a:extLst xmlns:a="http://schemas.openxmlformats.org/drawingml/2006/main">
              <a:ext uri="{FF2B5EF4-FFF2-40B4-BE49-F238E27FC236}">
                <a16:creationId xmlns:a16="http://schemas.microsoft.com/office/drawing/2014/main" id="{108721B8-25C2-452D-9183-0A98983842EF}"/>
              </a:ext>
            </a:extLst>
          </p:cNvPr>
          <p:cNvSpPr>
            <a:spLocks xmlns:a="http://schemas.openxmlformats.org/drawingml/2006/main" noGrp="1"/>
          </p:cNvSpPr>
          <p:nvPr/>
        </p:nvSpPr>
        <p:spPr>
          <a:xfrm xmlns:a="http://schemas.openxmlformats.org/drawingml/2006/main" flipV="1">
            <a:off x="3312319" y="2750344"/>
            <a:ext cx="650081" cy="200025"/>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29" name="">
            <a:extLst xmlns:a="http://schemas.openxmlformats.org/drawingml/2006/main">
              <a:ext uri="{FF2B5EF4-FFF2-40B4-BE49-F238E27FC236}">
                <a16:creationId xmlns:a16="http://schemas.microsoft.com/office/drawing/2014/main" id="{1D0BAE50-43BF-493D-B5D8-A6167E77A0C5}"/>
              </a:ext>
            </a:extLst>
          </p:cNvPr>
          <p:cNvSpPr>
            <a:spLocks xmlns:a="http://schemas.openxmlformats.org/drawingml/2006/main" noGrp="1"/>
          </p:cNvSpPr>
          <p:nvPr/>
        </p:nvSpPr>
        <p:spPr>
          <a:xfrm xmlns:a="http://schemas.openxmlformats.org/drawingml/2006/main" flipV="1">
            <a:off x="3462338" y="3300413"/>
            <a:ext cx="300038" cy="400050"/>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30" name="">
            <a:extLst xmlns:a="http://schemas.openxmlformats.org/drawingml/2006/main">
              <a:ext uri="{FF2B5EF4-FFF2-40B4-BE49-F238E27FC236}">
                <a16:creationId xmlns:a16="http://schemas.microsoft.com/office/drawing/2014/main" id="{767CE1A5-CDCD-44FC-8D46-3EFB5867A773}"/>
              </a:ext>
            </a:extLst>
          </p:cNvPr>
          <p:cNvSpPr>
            <a:spLocks xmlns:a="http://schemas.openxmlformats.org/drawingml/2006/main" noGrp="1"/>
          </p:cNvSpPr>
          <p:nvPr/>
        </p:nvSpPr>
        <p:spPr>
          <a:xfrm xmlns:a="http://schemas.openxmlformats.org/drawingml/2006/main" flipV="1">
            <a:off x="3462338" y="3600450"/>
            <a:ext cx="700088" cy="100013"/>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31" name="">
            <a:extLst xmlns:a="http://schemas.openxmlformats.org/drawingml/2006/main">
              <a:ext uri="{FF2B5EF4-FFF2-40B4-BE49-F238E27FC236}">
                <a16:creationId xmlns:a16="http://schemas.microsoft.com/office/drawing/2014/main" id="{5B9D1492-E0FD-4849-BD95-3CBC29A20F86}"/>
              </a:ext>
            </a:extLst>
          </p:cNvPr>
          <p:cNvSpPr>
            <a:spLocks xmlns:a="http://schemas.openxmlformats.org/drawingml/2006/main" noGrp="1"/>
          </p:cNvSpPr>
          <p:nvPr/>
        </p:nvSpPr>
        <p:spPr>
          <a:xfrm xmlns:a="http://schemas.openxmlformats.org/drawingml/2006/main" flipV="1">
            <a:off x="3762375" y="2750344"/>
            <a:ext cx="200025" cy="550069"/>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32" name="">
            <a:extLst xmlns:a="http://schemas.openxmlformats.org/drawingml/2006/main">
              <a:ext uri="{FF2B5EF4-FFF2-40B4-BE49-F238E27FC236}">
                <a16:creationId xmlns:a16="http://schemas.microsoft.com/office/drawing/2014/main" id="{96E3DAE6-80B3-457B-A2F8-348483E750E8}"/>
              </a:ext>
            </a:extLst>
          </p:cNvPr>
          <p:cNvSpPr>
            <a:spLocks xmlns:a="http://schemas.openxmlformats.org/drawingml/2006/main" noGrp="1"/>
          </p:cNvSpPr>
          <p:nvPr/>
        </p:nvSpPr>
        <p:spPr>
          <a:xfrm xmlns:a="http://schemas.openxmlformats.org/drawingml/2006/main" flipV="0">
            <a:off x="3762375" y="3300413"/>
            <a:ext cx="400050" cy="300038"/>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33" name="">
            <a:extLst xmlns:a="http://schemas.openxmlformats.org/drawingml/2006/main">
              <a:ext uri="{FF2B5EF4-FFF2-40B4-BE49-F238E27FC236}">
                <a16:creationId xmlns:a16="http://schemas.microsoft.com/office/drawing/2014/main" id="{71E1C3EA-1D1C-4E5C-8CAC-79B9D055BE76}"/>
              </a:ext>
            </a:extLst>
          </p:cNvPr>
          <p:cNvSpPr>
            <a:spLocks xmlns:a="http://schemas.openxmlformats.org/drawingml/2006/main" noGrp="1"/>
          </p:cNvSpPr>
          <p:nvPr/>
        </p:nvSpPr>
        <p:spPr>
          <a:xfrm xmlns:a="http://schemas.openxmlformats.org/drawingml/2006/main" flipV="1">
            <a:off x="3762375" y="3150394"/>
            <a:ext cx="700088" cy="150019"/>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34" name="">
            <a:extLst xmlns:a="http://schemas.openxmlformats.org/drawingml/2006/main">
              <a:ext uri="{FF2B5EF4-FFF2-40B4-BE49-F238E27FC236}">
                <a16:creationId xmlns:a16="http://schemas.microsoft.com/office/drawing/2014/main" id="{505A721A-298B-4234-BB59-2773529BB546}"/>
              </a:ext>
            </a:extLst>
          </p:cNvPr>
          <p:cNvSpPr>
            <a:spLocks xmlns:a="http://schemas.openxmlformats.org/drawingml/2006/main" noGrp="1"/>
          </p:cNvSpPr>
          <p:nvPr/>
        </p:nvSpPr>
        <p:spPr>
          <a:xfrm xmlns:a="http://schemas.openxmlformats.org/drawingml/2006/main" flipV="0">
            <a:off x="3962400" y="2750344"/>
            <a:ext cx="500063" cy="400050"/>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35" name="">
            <a:extLst xmlns:a="http://schemas.openxmlformats.org/drawingml/2006/main">
              <a:ext uri="{FF2B5EF4-FFF2-40B4-BE49-F238E27FC236}">
                <a16:creationId xmlns:a16="http://schemas.microsoft.com/office/drawing/2014/main" id="{358D455B-140F-47E1-8B74-B40DC4EC6F55}"/>
              </a:ext>
            </a:extLst>
          </p:cNvPr>
          <p:cNvSpPr>
            <a:spLocks xmlns:a="http://schemas.openxmlformats.org/drawingml/2006/main" noGrp="1"/>
          </p:cNvSpPr>
          <p:nvPr/>
        </p:nvSpPr>
        <p:spPr>
          <a:xfrm xmlns:a="http://schemas.openxmlformats.org/drawingml/2006/main" flipV="1">
            <a:off x="3962400" y="2650331"/>
            <a:ext cx="700088" cy="100013"/>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36" name="">
            <a:extLst xmlns:a="http://schemas.openxmlformats.org/drawingml/2006/main">
              <a:ext uri="{FF2B5EF4-FFF2-40B4-BE49-F238E27FC236}">
                <a16:creationId xmlns:a16="http://schemas.microsoft.com/office/drawing/2014/main" id="{BA2101A4-2AE8-4A9B-A8E7-DF6E8078347B}"/>
              </a:ext>
            </a:extLst>
          </p:cNvPr>
          <p:cNvSpPr>
            <a:spLocks xmlns:a="http://schemas.openxmlformats.org/drawingml/2006/main" noGrp="1"/>
          </p:cNvSpPr>
          <p:nvPr/>
        </p:nvSpPr>
        <p:spPr>
          <a:xfrm xmlns:a="http://schemas.openxmlformats.org/drawingml/2006/main" flipV="1">
            <a:off x="4162425" y="3150394"/>
            <a:ext cx="300038" cy="450056"/>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37" name="">
            <a:extLst xmlns:a="http://schemas.openxmlformats.org/drawingml/2006/main">
              <a:ext uri="{FF2B5EF4-FFF2-40B4-BE49-F238E27FC236}">
                <a16:creationId xmlns:a16="http://schemas.microsoft.com/office/drawing/2014/main" id="{6F115045-04F7-4444-BCBD-C7CD9A891FD1}"/>
              </a:ext>
            </a:extLst>
          </p:cNvPr>
          <p:cNvSpPr>
            <a:spLocks xmlns:a="http://schemas.openxmlformats.org/drawingml/2006/main" noGrp="1"/>
          </p:cNvSpPr>
          <p:nvPr/>
        </p:nvSpPr>
        <p:spPr>
          <a:xfrm xmlns:a="http://schemas.openxmlformats.org/drawingml/2006/main" flipV="1">
            <a:off x="4462463" y="2650331"/>
            <a:ext cx="200025" cy="500063"/>
          </a:xfrm>
          <a:prstGeom xmlns:a="http://schemas.openxmlformats.org/drawingml/2006/main" prst="line">
            <a:avLst/>
          </a:prstGeom>
          <a:noFill xmlns:a="http://schemas.openxmlformats.org/drawingml/2006/main"/>
          <a:ln xmlns:a="http://schemas.openxmlformats.org/drawingml/2006/main" w="13335">
            <a:solidFill>
              <a:srgbClr val="D5D9E0"/>
            </a:solidFill>
            <a:prstDash val="solid"/>
          </a:ln>
        </p:spPr>
      </p:sp>
      <p:sp>
        <p:nvSpPr>
          <p:cNvPr id="38" name="">
            <a:extLst xmlns:a="http://schemas.openxmlformats.org/drawingml/2006/main">
              <a:ext uri="{FF2B5EF4-FFF2-40B4-BE49-F238E27FC236}">
                <a16:creationId xmlns:a16="http://schemas.microsoft.com/office/drawing/2014/main" id="{CD6C3161-EAF2-4CA5-AC5E-330A42B94FDB}"/>
              </a:ext>
            </a:extLst>
          </p:cNvPr>
          <p:cNvSpPr>
            <a:spLocks xmlns:a="http://schemas.openxmlformats.org/drawingml/2006/main" noGrp="1"/>
          </p:cNvSpPr>
          <p:nvPr/>
        </p:nvSpPr>
        <p:spPr>
          <a:xfrm xmlns:a="http://schemas.openxmlformats.org/drawingml/2006/main">
            <a:off x="1095375" y="3033713"/>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39" name="">
            <a:extLst xmlns:a="http://schemas.openxmlformats.org/drawingml/2006/main">
              <a:ext uri="{FF2B5EF4-FFF2-40B4-BE49-F238E27FC236}">
                <a16:creationId xmlns:a16="http://schemas.microsoft.com/office/drawing/2014/main" id="{76875EEC-0C12-4402-A290-C54FCF2EF9A8}"/>
              </a:ext>
            </a:extLst>
          </p:cNvPr>
          <p:cNvSpPr>
            <a:spLocks xmlns:a="http://schemas.openxmlformats.org/drawingml/2006/main" noGrp="1"/>
          </p:cNvSpPr>
          <p:nvPr/>
        </p:nvSpPr>
        <p:spPr>
          <a:xfrm xmlns:a="http://schemas.openxmlformats.org/drawingml/2006/main">
            <a:off x="1345406" y="2583656"/>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40" name="">
            <a:extLst xmlns:a="http://schemas.openxmlformats.org/drawingml/2006/main">
              <a:ext uri="{FF2B5EF4-FFF2-40B4-BE49-F238E27FC236}">
                <a16:creationId xmlns:a16="http://schemas.microsoft.com/office/drawing/2014/main" id="{35782A5B-1EA9-4B21-B87A-95EF4957CF23}"/>
              </a:ext>
            </a:extLst>
          </p:cNvPr>
          <p:cNvSpPr>
            <a:spLocks xmlns:a="http://schemas.openxmlformats.org/drawingml/2006/main" noGrp="1"/>
          </p:cNvSpPr>
          <p:nvPr/>
        </p:nvSpPr>
        <p:spPr>
          <a:xfrm xmlns:a="http://schemas.openxmlformats.org/drawingml/2006/main">
            <a:off x="1645444" y="2933700"/>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41" name="">
            <a:extLst xmlns:a="http://schemas.openxmlformats.org/drawingml/2006/main">
              <a:ext uri="{FF2B5EF4-FFF2-40B4-BE49-F238E27FC236}">
                <a16:creationId xmlns:a16="http://schemas.microsoft.com/office/drawing/2014/main" id="{5F01F7BF-DD80-408A-B511-A8DC54FE823F}"/>
              </a:ext>
            </a:extLst>
          </p:cNvPr>
          <p:cNvSpPr>
            <a:spLocks xmlns:a="http://schemas.openxmlformats.org/drawingml/2006/main" noGrp="1"/>
          </p:cNvSpPr>
          <p:nvPr/>
        </p:nvSpPr>
        <p:spPr>
          <a:xfrm xmlns:a="http://schemas.openxmlformats.org/drawingml/2006/main">
            <a:off x="1895475" y="2383631"/>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42" name="">
            <a:extLst xmlns:a="http://schemas.openxmlformats.org/drawingml/2006/main">
              <a:ext uri="{FF2B5EF4-FFF2-40B4-BE49-F238E27FC236}">
                <a16:creationId xmlns:a16="http://schemas.microsoft.com/office/drawing/2014/main" id="{031F44F1-133D-4064-9BB3-8C57630BE7B6}"/>
              </a:ext>
            </a:extLst>
          </p:cNvPr>
          <p:cNvSpPr>
            <a:spLocks xmlns:a="http://schemas.openxmlformats.org/drawingml/2006/main" noGrp="1"/>
          </p:cNvSpPr>
          <p:nvPr/>
        </p:nvSpPr>
        <p:spPr>
          <a:xfrm xmlns:a="http://schemas.openxmlformats.org/drawingml/2006/main">
            <a:off x="2145506" y="2783681"/>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D9B327FD-294F-43BA-B893-B60C9354B92A}"/>
              </a:ext>
            </a:extLst>
          </p:cNvPr>
          <p:cNvSpPr>
            <a:spLocks xmlns:a="http://schemas.openxmlformats.org/drawingml/2006/main" noGrp="1"/>
          </p:cNvSpPr>
          <p:nvPr/>
        </p:nvSpPr>
        <p:spPr>
          <a:xfrm xmlns:a="http://schemas.openxmlformats.org/drawingml/2006/main">
            <a:off x="1445419" y="3433763"/>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44" name="">
            <a:extLst xmlns:a="http://schemas.openxmlformats.org/drawingml/2006/main">
              <a:ext uri="{FF2B5EF4-FFF2-40B4-BE49-F238E27FC236}">
                <a16:creationId xmlns:a16="http://schemas.microsoft.com/office/drawing/2014/main" id="{2717D2BB-6661-4195-9CF8-F205C9A090CD}"/>
              </a:ext>
            </a:extLst>
          </p:cNvPr>
          <p:cNvSpPr>
            <a:spLocks xmlns:a="http://schemas.openxmlformats.org/drawingml/2006/main" noGrp="1"/>
          </p:cNvSpPr>
          <p:nvPr/>
        </p:nvSpPr>
        <p:spPr>
          <a:xfrm xmlns:a="http://schemas.openxmlformats.org/drawingml/2006/main">
            <a:off x="1845469" y="3633788"/>
            <a:ext cx="142875" cy="142875"/>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45" name="">
            <a:extLst xmlns:a="http://schemas.openxmlformats.org/drawingml/2006/main">
              <a:ext uri="{FF2B5EF4-FFF2-40B4-BE49-F238E27FC236}">
                <a16:creationId xmlns:a16="http://schemas.microsoft.com/office/drawing/2014/main" id="{D02A52BC-00BF-41F1-B4B1-8D819AF86DEB}"/>
              </a:ext>
            </a:extLst>
          </p:cNvPr>
          <p:cNvSpPr>
            <a:spLocks xmlns:a="http://schemas.openxmlformats.org/drawingml/2006/main" noGrp="1"/>
          </p:cNvSpPr>
          <p:nvPr/>
        </p:nvSpPr>
        <p:spPr>
          <a:xfrm xmlns:a="http://schemas.openxmlformats.org/drawingml/2006/main">
            <a:off x="2295525" y="3333750"/>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46" name="">
            <a:extLst xmlns:a="http://schemas.openxmlformats.org/drawingml/2006/main">
              <a:ext uri="{FF2B5EF4-FFF2-40B4-BE49-F238E27FC236}">
                <a16:creationId xmlns:a16="http://schemas.microsoft.com/office/drawing/2014/main" id="{5EAC3693-79F5-4D2A-AE48-FC10919F2965}"/>
              </a:ext>
            </a:extLst>
          </p:cNvPr>
          <p:cNvSpPr>
            <a:spLocks xmlns:a="http://schemas.openxmlformats.org/drawingml/2006/main" noGrp="1"/>
          </p:cNvSpPr>
          <p:nvPr/>
        </p:nvSpPr>
        <p:spPr>
          <a:xfrm xmlns:a="http://schemas.openxmlformats.org/drawingml/2006/main">
            <a:off x="2595563" y="2983706"/>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47" name="">
            <a:extLst xmlns:a="http://schemas.openxmlformats.org/drawingml/2006/main">
              <a:ext uri="{FF2B5EF4-FFF2-40B4-BE49-F238E27FC236}">
                <a16:creationId xmlns:a16="http://schemas.microsoft.com/office/drawing/2014/main" id="{A8592F44-99BA-4AD3-98E9-4910F6C6C0F6}"/>
              </a:ext>
            </a:extLst>
          </p:cNvPr>
          <p:cNvSpPr>
            <a:spLocks xmlns:a="http://schemas.openxmlformats.org/drawingml/2006/main" noGrp="1"/>
          </p:cNvSpPr>
          <p:nvPr/>
        </p:nvSpPr>
        <p:spPr>
          <a:xfrm xmlns:a="http://schemas.openxmlformats.org/drawingml/2006/main">
            <a:off x="2845594" y="2533650"/>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48" name="">
            <a:extLst xmlns:a="http://schemas.openxmlformats.org/drawingml/2006/main">
              <a:ext uri="{FF2B5EF4-FFF2-40B4-BE49-F238E27FC236}">
                <a16:creationId xmlns:a16="http://schemas.microsoft.com/office/drawing/2014/main" id="{FA1767F1-7694-43F9-8755-EF3F09DE0129}"/>
              </a:ext>
            </a:extLst>
          </p:cNvPr>
          <p:cNvSpPr>
            <a:spLocks xmlns:a="http://schemas.openxmlformats.org/drawingml/2006/main" noGrp="1"/>
          </p:cNvSpPr>
          <p:nvPr/>
        </p:nvSpPr>
        <p:spPr>
          <a:xfrm xmlns:a="http://schemas.openxmlformats.org/drawingml/2006/main">
            <a:off x="2945606" y="3383756"/>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49" name="">
            <a:extLst xmlns:a="http://schemas.openxmlformats.org/drawingml/2006/main">
              <a:ext uri="{FF2B5EF4-FFF2-40B4-BE49-F238E27FC236}">
                <a16:creationId xmlns:a16="http://schemas.microsoft.com/office/drawing/2014/main" id="{DF541FB7-BBAF-493C-BD5B-ACFEFFDB0108}"/>
              </a:ext>
            </a:extLst>
          </p:cNvPr>
          <p:cNvSpPr>
            <a:spLocks xmlns:a="http://schemas.openxmlformats.org/drawingml/2006/main" noGrp="1"/>
          </p:cNvSpPr>
          <p:nvPr/>
        </p:nvSpPr>
        <p:spPr>
          <a:xfrm xmlns:a="http://schemas.openxmlformats.org/drawingml/2006/main">
            <a:off x="3245644" y="2883694"/>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50" name="">
            <a:extLst xmlns:a="http://schemas.openxmlformats.org/drawingml/2006/main">
              <a:ext uri="{FF2B5EF4-FFF2-40B4-BE49-F238E27FC236}">
                <a16:creationId xmlns:a16="http://schemas.microsoft.com/office/drawing/2014/main" id="{9801683B-B5FA-40A3-AEE2-3BE81BA2863D}"/>
              </a:ext>
            </a:extLst>
          </p:cNvPr>
          <p:cNvSpPr>
            <a:spLocks xmlns:a="http://schemas.openxmlformats.org/drawingml/2006/main" noGrp="1"/>
          </p:cNvSpPr>
          <p:nvPr/>
        </p:nvSpPr>
        <p:spPr>
          <a:xfrm xmlns:a="http://schemas.openxmlformats.org/drawingml/2006/main">
            <a:off x="3395663" y="3633788"/>
            <a:ext cx="142875" cy="142875"/>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51" name="">
            <a:extLst xmlns:a="http://schemas.openxmlformats.org/drawingml/2006/main">
              <a:ext uri="{FF2B5EF4-FFF2-40B4-BE49-F238E27FC236}">
                <a16:creationId xmlns:a16="http://schemas.microsoft.com/office/drawing/2014/main" id="{8D9F0577-58ED-4995-A98A-0481AF529C57}"/>
              </a:ext>
            </a:extLst>
          </p:cNvPr>
          <p:cNvSpPr>
            <a:spLocks xmlns:a="http://schemas.openxmlformats.org/drawingml/2006/main" noGrp="1"/>
          </p:cNvSpPr>
          <p:nvPr/>
        </p:nvSpPr>
        <p:spPr>
          <a:xfrm xmlns:a="http://schemas.openxmlformats.org/drawingml/2006/main">
            <a:off x="3695700" y="3233738"/>
            <a:ext cx="142875" cy="142875"/>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52" name="">
            <a:extLst xmlns:a="http://schemas.openxmlformats.org/drawingml/2006/main">
              <a:ext uri="{FF2B5EF4-FFF2-40B4-BE49-F238E27FC236}">
                <a16:creationId xmlns:a16="http://schemas.microsoft.com/office/drawing/2014/main" id="{A5CD3079-2D2A-4F3E-9FD0-24680D1EEE91}"/>
              </a:ext>
            </a:extLst>
          </p:cNvPr>
          <p:cNvSpPr>
            <a:spLocks xmlns:a="http://schemas.openxmlformats.org/drawingml/2006/main" noGrp="1"/>
          </p:cNvSpPr>
          <p:nvPr/>
        </p:nvSpPr>
        <p:spPr>
          <a:xfrm xmlns:a="http://schemas.openxmlformats.org/drawingml/2006/main">
            <a:off x="3895725" y="2683669"/>
            <a:ext cx="142875" cy="142875"/>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53" name="">
            <a:extLst xmlns:a="http://schemas.openxmlformats.org/drawingml/2006/main">
              <a:ext uri="{FF2B5EF4-FFF2-40B4-BE49-F238E27FC236}">
                <a16:creationId xmlns:a16="http://schemas.microsoft.com/office/drawing/2014/main" id="{9CF3C509-CF39-47EC-ABA5-0F56AD3CD201}"/>
              </a:ext>
            </a:extLst>
          </p:cNvPr>
          <p:cNvSpPr>
            <a:spLocks xmlns:a="http://schemas.openxmlformats.org/drawingml/2006/main" noGrp="1"/>
          </p:cNvSpPr>
          <p:nvPr/>
        </p:nvSpPr>
        <p:spPr>
          <a:xfrm xmlns:a="http://schemas.openxmlformats.org/drawingml/2006/main">
            <a:off x="4095750" y="3533775"/>
            <a:ext cx="142875" cy="142875"/>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54" name="">
            <a:extLst xmlns:a="http://schemas.openxmlformats.org/drawingml/2006/main">
              <a:ext uri="{FF2B5EF4-FFF2-40B4-BE49-F238E27FC236}">
                <a16:creationId xmlns:a16="http://schemas.microsoft.com/office/drawing/2014/main" id="{38F94A5C-6ECA-4129-B17D-3FE91E20E72E}"/>
              </a:ext>
            </a:extLst>
          </p:cNvPr>
          <p:cNvSpPr>
            <a:spLocks xmlns:a="http://schemas.openxmlformats.org/drawingml/2006/main" noGrp="1"/>
          </p:cNvSpPr>
          <p:nvPr/>
        </p:nvSpPr>
        <p:spPr>
          <a:xfrm xmlns:a="http://schemas.openxmlformats.org/drawingml/2006/main">
            <a:off x="4395788" y="3083719"/>
            <a:ext cx="142875" cy="142875"/>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55" name="">
            <a:extLst xmlns:a="http://schemas.openxmlformats.org/drawingml/2006/main">
              <a:ext uri="{FF2B5EF4-FFF2-40B4-BE49-F238E27FC236}">
                <a16:creationId xmlns:a16="http://schemas.microsoft.com/office/drawing/2014/main" id="{957B36BA-C450-4B75-9550-0DF1C37F2A73}"/>
              </a:ext>
            </a:extLst>
          </p:cNvPr>
          <p:cNvSpPr>
            <a:spLocks xmlns:a="http://schemas.openxmlformats.org/drawingml/2006/main" noGrp="1"/>
          </p:cNvSpPr>
          <p:nvPr/>
        </p:nvSpPr>
        <p:spPr>
          <a:xfrm xmlns:a="http://schemas.openxmlformats.org/drawingml/2006/main">
            <a:off x="4595813" y="2583656"/>
            <a:ext cx="142875" cy="142875"/>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56" name="">
            <a:extLst xmlns:a="http://schemas.openxmlformats.org/drawingml/2006/main">
              <a:ext uri="{FF2B5EF4-FFF2-40B4-BE49-F238E27FC236}">
                <a16:creationId xmlns:a16="http://schemas.microsoft.com/office/drawing/2014/main" id="{73E81A51-353E-4DEE-B2A7-72275CF1BE8D}"/>
              </a:ext>
            </a:extLst>
          </p:cNvPr>
          <p:cNvSpPr>
            <a:spLocks xmlns:a="http://schemas.openxmlformats.org/drawingml/2006/main" noGrp="1"/>
          </p:cNvSpPr>
          <p:nvPr/>
        </p:nvSpPr>
        <p:spPr>
          <a:xfrm xmlns:a="http://schemas.openxmlformats.org/drawingml/2006/main">
            <a:off x="2238375" y="4048125"/>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350">
                <a:solidFill>
                  <a:srgbClr val="5B6472"/>
                </a:solidFill>
                <a:latin typeface="Arial"/>
                <a:ea typeface="Arial"/>
                <a:cs typeface="Arial"/>
              </a:defRPr>
            </a:pPr>
            <a:r>
              <a:rPr sz="1350">
                <a:solidFill>
                  <a:srgbClr val="5B6472"/>
                </a:solidFill>
                <a:latin typeface="Arial"/>
                <a:ea typeface="Arial"/>
                <a:cs typeface="Arial"/>
              </a:rPr>
              <a:t>same 18 cells</a:t>
            </a:r>
          </a:p>
        </p:txBody>
      </p:sp>
      <p:sp>
        <p:nvSpPr>
          <p:cNvPr id="57" name="">
            <a:extLst xmlns:a="http://schemas.openxmlformats.org/drawingml/2006/main">
              <a:ext uri="{FF2B5EF4-FFF2-40B4-BE49-F238E27FC236}">
                <a16:creationId xmlns:a16="http://schemas.microsoft.com/office/drawing/2014/main" id="{A519276C-92E6-40B0-98C2-72A6D02BB5BA}"/>
              </a:ext>
            </a:extLst>
          </p:cNvPr>
          <p:cNvSpPr>
            <a:spLocks xmlns:a="http://schemas.openxmlformats.org/drawingml/2006/main" noGrp="1"/>
          </p:cNvSpPr>
          <p:nvPr/>
        </p:nvSpPr>
        <p:spPr>
          <a:xfrm xmlns:a="http://schemas.openxmlformats.org/drawingml/2006/main">
            <a:off x="5381625" y="3095625"/>
            <a:ext cx="714375" cy="2667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35322771-8E01-4FEA-9B0C-E0C44A3D55EF}"/>
              </a:ext>
            </a:extLst>
          </p:cNvPr>
          <p:cNvSpPr>
            <a:spLocks xmlns:a="http://schemas.openxmlformats.org/drawingml/2006/main" noGrp="1"/>
          </p:cNvSpPr>
          <p:nvPr/>
        </p:nvSpPr>
        <p:spPr>
          <a:xfrm xmlns:a="http://schemas.openxmlformats.org/drawingml/2006/main">
            <a:off x="6715125" y="1571625"/>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2025" b="1">
                <a:solidFill>
                  <a:srgbClr val="ED7D31"/>
                </a:solidFill>
                <a:latin typeface="Arial"/>
                <a:ea typeface="Arial"/>
                <a:cs typeface="Arial"/>
              </a:defRPr>
            </a:pPr>
            <a:r>
              <a:rPr sz="2025" b="1">
                <a:solidFill>
                  <a:srgbClr val="ED7D31"/>
                </a:solidFill>
                <a:latin typeface="Arial"/>
                <a:ea typeface="Arial"/>
                <a:cs typeface="Arial"/>
              </a:rPr>
              <a:t>Two-dimensional map</a:t>
            </a:r>
          </a:p>
        </p:txBody>
      </p:sp>
      <p:sp>
        <p:nvSpPr>
          <p:cNvPr id="59" name="">
            <a:extLst xmlns:a="http://schemas.openxmlformats.org/drawingml/2006/main">
              <a:ext uri="{FF2B5EF4-FFF2-40B4-BE49-F238E27FC236}">
                <a16:creationId xmlns:a16="http://schemas.microsoft.com/office/drawing/2014/main" id="{2A787911-FC79-48AC-ABCB-33A10F4C2DD2}"/>
              </a:ext>
            </a:extLst>
          </p:cNvPr>
          <p:cNvSpPr>
            <a:spLocks xmlns:a="http://schemas.openxmlformats.org/drawingml/2006/main" noGrp="1"/>
          </p:cNvSpPr>
          <p:nvPr/>
        </p:nvSpPr>
        <p:spPr>
          <a:xfrm xmlns:a="http://schemas.openxmlformats.org/drawingml/2006/main">
            <a:off x="7000875" y="2571750"/>
            <a:ext cx="152400" cy="152400"/>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60" name="">
            <a:extLst xmlns:a="http://schemas.openxmlformats.org/drawingml/2006/main">
              <a:ext uri="{FF2B5EF4-FFF2-40B4-BE49-F238E27FC236}">
                <a16:creationId xmlns:a16="http://schemas.microsoft.com/office/drawing/2014/main" id="{C272D5B2-2864-4E6E-88CE-87A3A2E1DB9A}"/>
              </a:ext>
            </a:extLst>
          </p:cNvPr>
          <p:cNvSpPr>
            <a:spLocks xmlns:a="http://schemas.openxmlformats.org/drawingml/2006/main" noGrp="1"/>
          </p:cNvSpPr>
          <p:nvPr/>
        </p:nvSpPr>
        <p:spPr>
          <a:xfrm xmlns:a="http://schemas.openxmlformats.org/drawingml/2006/main">
            <a:off x="7334250" y="2238375"/>
            <a:ext cx="152400" cy="152400"/>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61" name="">
            <a:extLst xmlns:a="http://schemas.openxmlformats.org/drawingml/2006/main">
              <a:ext uri="{FF2B5EF4-FFF2-40B4-BE49-F238E27FC236}">
                <a16:creationId xmlns:a16="http://schemas.microsoft.com/office/drawing/2014/main" id="{B6537D21-6864-439E-A7FE-5B61DB4F855F}"/>
              </a:ext>
            </a:extLst>
          </p:cNvPr>
          <p:cNvSpPr>
            <a:spLocks xmlns:a="http://schemas.openxmlformats.org/drawingml/2006/main" noGrp="1"/>
          </p:cNvSpPr>
          <p:nvPr/>
        </p:nvSpPr>
        <p:spPr>
          <a:xfrm xmlns:a="http://schemas.openxmlformats.org/drawingml/2006/main">
            <a:off x="7667625" y="2667000"/>
            <a:ext cx="152400" cy="152400"/>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62" name="">
            <a:extLst xmlns:a="http://schemas.openxmlformats.org/drawingml/2006/main">
              <a:ext uri="{FF2B5EF4-FFF2-40B4-BE49-F238E27FC236}">
                <a16:creationId xmlns:a16="http://schemas.microsoft.com/office/drawing/2014/main" id="{FB600835-D79E-4BD9-A602-B13168B60066}"/>
              </a:ext>
            </a:extLst>
          </p:cNvPr>
          <p:cNvSpPr>
            <a:spLocks xmlns:a="http://schemas.openxmlformats.org/drawingml/2006/main" noGrp="1"/>
          </p:cNvSpPr>
          <p:nvPr/>
        </p:nvSpPr>
        <p:spPr>
          <a:xfrm xmlns:a="http://schemas.openxmlformats.org/drawingml/2006/main">
            <a:off x="7143750" y="3048000"/>
            <a:ext cx="152400" cy="152400"/>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63" name="">
            <a:extLst xmlns:a="http://schemas.openxmlformats.org/drawingml/2006/main">
              <a:ext uri="{FF2B5EF4-FFF2-40B4-BE49-F238E27FC236}">
                <a16:creationId xmlns:a16="http://schemas.microsoft.com/office/drawing/2014/main" id="{CCBF66C0-AD0B-4DB6-8F33-8C9ACD90AA2B}"/>
              </a:ext>
            </a:extLst>
          </p:cNvPr>
          <p:cNvSpPr>
            <a:spLocks xmlns:a="http://schemas.openxmlformats.org/drawingml/2006/main" noGrp="1"/>
          </p:cNvSpPr>
          <p:nvPr/>
        </p:nvSpPr>
        <p:spPr>
          <a:xfrm xmlns:a="http://schemas.openxmlformats.org/drawingml/2006/main">
            <a:off x="7858125" y="3095625"/>
            <a:ext cx="152400" cy="152400"/>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64" name="">
            <a:extLst xmlns:a="http://schemas.openxmlformats.org/drawingml/2006/main">
              <a:ext uri="{FF2B5EF4-FFF2-40B4-BE49-F238E27FC236}">
                <a16:creationId xmlns:a16="http://schemas.microsoft.com/office/drawing/2014/main" id="{55B04582-71CA-484F-B918-D6083C9D3E35}"/>
              </a:ext>
            </a:extLst>
          </p:cNvPr>
          <p:cNvSpPr>
            <a:spLocks xmlns:a="http://schemas.openxmlformats.org/drawingml/2006/main" noGrp="1"/>
          </p:cNvSpPr>
          <p:nvPr/>
        </p:nvSpPr>
        <p:spPr>
          <a:xfrm xmlns:a="http://schemas.openxmlformats.org/drawingml/2006/main">
            <a:off x="8143875" y="2428875"/>
            <a:ext cx="152400" cy="152400"/>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65" name="">
            <a:extLst xmlns:a="http://schemas.openxmlformats.org/drawingml/2006/main">
              <a:ext uri="{FF2B5EF4-FFF2-40B4-BE49-F238E27FC236}">
                <a16:creationId xmlns:a16="http://schemas.microsoft.com/office/drawing/2014/main" id="{4FE4A5BB-9EF0-44FA-82FD-C9F282AFD7DA}"/>
              </a:ext>
            </a:extLst>
          </p:cNvPr>
          <p:cNvSpPr>
            <a:spLocks xmlns:a="http://schemas.openxmlformats.org/drawingml/2006/main" noGrp="1"/>
          </p:cNvSpPr>
          <p:nvPr/>
        </p:nvSpPr>
        <p:spPr>
          <a:xfrm xmlns:a="http://schemas.openxmlformats.org/drawingml/2006/main">
            <a:off x="7620000" y="3381375"/>
            <a:ext cx="152400" cy="152400"/>
          </a:xfrm>
          <a:prstGeom xmlns:a="http://schemas.openxmlformats.org/drawingml/2006/main" prst="ellipse">
            <a:avLst/>
          </a:prstGeom>
          <a:solidFill xmlns:a="http://schemas.openxmlformats.org/drawingml/2006/main">
            <a:srgbClr val="4472C4"/>
          </a:solidFill>
          <a:ln xmlns:a="http://schemas.openxmlformats.org/drawingml/2006/main" w="9525">
            <a:solidFill>
              <a:srgbClr val="FFFFFF"/>
            </a:solidFill>
            <a:prstDash val="solid"/>
          </a:ln>
        </p:spPr>
      </p:sp>
      <p:sp>
        <p:nvSpPr>
          <p:cNvPr id="66" name="">
            <a:extLst xmlns:a="http://schemas.openxmlformats.org/drawingml/2006/main">
              <a:ext uri="{FF2B5EF4-FFF2-40B4-BE49-F238E27FC236}">
                <a16:creationId xmlns:a16="http://schemas.microsoft.com/office/drawing/2014/main" id="{B8B81719-06BF-4F8D-B9EA-A153848EA5FD}"/>
              </a:ext>
            </a:extLst>
          </p:cNvPr>
          <p:cNvSpPr>
            <a:spLocks xmlns:a="http://schemas.openxmlformats.org/drawingml/2006/main" noGrp="1"/>
          </p:cNvSpPr>
          <p:nvPr/>
        </p:nvSpPr>
        <p:spPr>
          <a:xfrm xmlns:a="http://schemas.openxmlformats.org/drawingml/2006/main">
            <a:off x="9667875" y="2333625"/>
            <a:ext cx="152400" cy="152400"/>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67" name="">
            <a:extLst xmlns:a="http://schemas.openxmlformats.org/drawingml/2006/main">
              <a:ext uri="{FF2B5EF4-FFF2-40B4-BE49-F238E27FC236}">
                <a16:creationId xmlns:a16="http://schemas.microsoft.com/office/drawing/2014/main" id="{02B28B51-F5C8-4BDA-9B75-B62D15310E36}"/>
              </a:ext>
            </a:extLst>
          </p:cNvPr>
          <p:cNvSpPr>
            <a:spLocks xmlns:a="http://schemas.openxmlformats.org/drawingml/2006/main" noGrp="1"/>
          </p:cNvSpPr>
          <p:nvPr/>
        </p:nvSpPr>
        <p:spPr>
          <a:xfrm xmlns:a="http://schemas.openxmlformats.org/drawingml/2006/main">
            <a:off x="10001250" y="2000250"/>
            <a:ext cx="152400" cy="152400"/>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68" name="">
            <a:extLst xmlns:a="http://schemas.openxmlformats.org/drawingml/2006/main">
              <a:ext uri="{FF2B5EF4-FFF2-40B4-BE49-F238E27FC236}">
                <a16:creationId xmlns:a16="http://schemas.microsoft.com/office/drawing/2014/main" id="{AE30CEB7-4764-4D1F-B94F-2030C5A5C2D2}"/>
              </a:ext>
            </a:extLst>
          </p:cNvPr>
          <p:cNvSpPr>
            <a:spLocks xmlns:a="http://schemas.openxmlformats.org/drawingml/2006/main" noGrp="1"/>
          </p:cNvSpPr>
          <p:nvPr/>
        </p:nvSpPr>
        <p:spPr>
          <a:xfrm xmlns:a="http://schemas.openxmlformats.org/drawingml/2006/main">
            <a:off x="10382250" y="2476500"/>
            <a:ext cx="152400" cy="152400"/>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69" name="">
            <a:extLst xmlns:a="http://schemas.openxmlformats.org/drawingml/2006/main">
              <a:ext uri="{FF2B5EF4-FFF2-40B4-BE49-F238E27FC236}">
                <a16:creationId xmlns:a16="http://schemas.microsoft.com/office/drawing/2014/main" id="{8677D37A-A2D3-4CF0-ABCB-407C1D877E84}"/>
              </a:ext>
            </a:extLst>
          </p:cNvPr>
          <p:cNvSpPr>
            <a:spLocks xmlns:a="http://schemas.openxmlformats.org/drawingml/2006/main" noGrp="1"/>
          </p:cNvSpPr>
          <p:nvPr/>
        </p:nvSpPr>
        <p:spPr>
          <a:xfrm xmlns:a="http://schemas.openxmlformats.org/drawingml/2006/main">
            <a:off x="9763125" y="2857500"/>
            <a:ext cx="152400" cy="152400"/>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70" name="">
            <a:extLst xmlns:a="http://schemas.openxmlformats.org/drawingml/2006/main">
              <a:ext uri="{FF2B5EF4-FFF2-40B4-BE49-F238E27FC236}">
                <a16:creationId xmlns:a16="http://schemas.microsoft.com/office/drawing/2014/main" id="{5C17A9AC-4AFB-4FBD-9501-AE7C61CEED61}"/>
              </a:ext>
            </a:extLst>
          </p:cNvPr>
          <p:cNvSpPr>
            <a:spLocks xmlns:a="http://schemas.openxmlformats.org/drawingml/2006/main" noGrp="1"/>
          </p:cNvSpPr>
          <p:nvPr/>
        </p:nvSpPr>
        <p:spPr>
          <a:xfrm xmlns:a="http://schemas.openxmlformats.org/drawingml/2006/main">
            <a:off x="10477500" y="3000375"/>
            <a:ext cx="152400" cy="152400"/>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71" name="">
            <a:extLst xmlns:a="http://schemas.openxmlformats.org/drawingml/2006/main">
              <a:ext uri="{FF2B5EF4-FFF2-40B4-BE49-F238E27FC236}">
                <a16:creationId xmlns:a16="http://schemas.microsoft.com/office/drawing/2014/main" id="{7B49FD1D-9893-4F42-959A-E759E78E0243}"/>
              </a:ext>
            </a:extLst>
          </p:cNvPr>
          <p:cNvSpPr>
            <a:spLocks xmlns:a="http://schemas.openxmlformats.org/drawingml/2006/main" noGrp="1"/>
          </p:cNvSpPr>
          <p:nvPr/>
        </p:nvSpPr>
        <p:spPr>
          <a:xfrm xmlns:a="http://schemas.openxmlformats.org/drawingml/2006/main">
            <a:off x="10858500" y="2238375"/>
            <a:ext cx="152400" cy="152400"/>
          </a:xfrm>
          <a:prstGeom xmlns:a="http://schemas.openxmlformats.org/drawingml/2006/main" prst="ellipse">
            <a:avLst/>
          </a:prstGeom>
          <a:solidFill xmlns:a="http://schemas.openxmlformats.org/drawingml/2006/main">
            <a:srgbClr val="2E9FA3"/>
          </a:solidFill>
          <a:ln xmlns:a="http://schemas.openxmlformats.org/drawingml/2006/main" w="9525">
            <a:solidFill>
              <a:srgbClr val="FFFFFF"/>
            </a:solidFill>
            <a:prstDash val="solid"/>
          </a:ln>
        </p:spPr>
      </p:sp>
      <p:sp>
        <p:nvSpPr>
          <p:cNvPr id="72" name="">
            <a:extLst xmlns:a="http://schemas.openxmlformats.org/drawingml/2006/main">
              <a:ext uri="{FF2B5EF4-FFF2-40B4-BE49-F238E27FC236}">
                <a16:creationId xmlns:a16="http://schemas.microsoft.com/office/drawing/2014/main" id="{5BE53FEC-574C-4748-8BF9-098878D5E4C3}"/>
              </a:ext>
            </a:extLst>
          </p:cNvPr>
          <p:cNvSpPr>
            <a:spLocks xmlns:a="http://schemas.openxmlformats.org/drawingml/2006/main" noGrp="1"/>
          </p:cNvSpPr>
          <p:nvPr/>
        </p:nvSpPr>
        <p:spPr>
          <a:xfrm xmlns:a="http://schemas.openxmlformats.org/drawingml/2006/main">
            <a:off x="8096250" y="4095750"/>
            <a:ext cx="152400" cy="152400"/>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73" name="">
            <a:extLst xmlns:a="http://schemas.openxmlformats.org/drawingml/2006/main">
              <a:ext uri="{FF2B5EF4-FFF2-40B4-BE49-F238E27FC236}">
                <a16:creationId xmlns:a16="http://schemas.microsoft.com/office/drawing/2014/main" id="{8BB8BF0C-2D1B-412D-9972-90681887F3D4}"/>
              </a:ext>
            </a:extLst>
          </p:cNvPr>
          <p:cNvSpPr>
            <a:spLocks xmlns:a="http://schemas.openxmlformats.org/drawingml/2006/main" noGrp="1"/>
          </p:cNvSpPr>
          <p:nvPr/>
        </p:nvSpPr>
        <p:spPr>
          <a:xfrm xmlns:a="http://schemas.openxmlformats.org/drawingml/2006/main">
            <a:off x="8477250" y="3762375"/>
            <a:ext cx="152400" cy="152400"/>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74" name="">
            <a:extLst xmlns:a="http://schemas.openxmlformats.org/drawingml/2006/main">
              <a:ext uri="{FF2B5EF4-FFF2-40B4-BE49-F238E27FC236}">
                <a16:creationId xmlns:a16="http://schemas.microsoft.com/office/drawing/2014/main" id="{DA6A4FFA-5323-4EA0-9ECC-0F86A5DBE4D5}"/>
              </a:ext>
            </a:extLst>
          </p:cNvPr>
          <p:cNvSpPr>
            <a:spLocks xmlns:a="http://schemas.openxmlformats.org/drawingml/2006/main" noGrp="1"/>
          </p:cNvSpPr>
          <p:nvPr/>
        </p:nvSpPr>
        <p:spPr>
          <a:xfrm xmlns:a="http://schemas.openxmlformats.org/drawingml/2006/main">
            <a:off x="8858250" y="4238625"/>
            <a:ext cx="152400" cy="152400"/>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75" name="">
            <a:extLst xmlns:a="http://schemas.openxmlformats.org/drawingml/2006/main">
              <a:ext uri="{FF2B5EF4-FFF2-40B4-BE49-F238E27FC236}">
                <a16:creationId xmlns:a16="http://schemas.microsoft.com/office/drawing/2014/main" id="{616BBFD8-DEF8-4A5C-842B-A29B0B452F03}"/>
              </a:ext>
            </a:extLst>
          </p:cNvPr>
          <p:cNvSpPr>
            <a:spLocks xmlns:a="http://schemas.openxmlformats.org/drawingml/2006/main" noGrp="1"/>
          </p:cNvSpPr>
          <p:nvPr/>
        </p:nvSpPr>
        <p:spPr>
          <a:xfrm xmlns:a="http://schemas.openxmlformats.org/drawingml/2006/main">
            <a:off x="8334375" y="4619625"/>
            <a:ext cx="152400" cy="152400"/>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76" name="">
            <a:extLst xmlns:a="http://schemas.openxmlformats.org/drawingml/2006/main">
              <a:ext uri="{FF2B5EF4-FFF2-40B4-BE49-F238E27FC236}">
                <a16:creationId xmlns:a16="http://schemas.microsoft.com/office/drawing/2014/main" id="{72599E21-661F-4E17-A018-367A724F5232}"/>
              </a:ext>
            </a:extLst>
          </p:cNvPr>
          <p:cNvSpPr>
            <a:spLocks xmlns:a="http://schemas.openxmlformats.org/drawingml/2006/main" noGrp="1"/>
          </p:cNvSpPr>
          <p:nvPr/>
        </p:nvSpPr>
        <p:spPr>
          <a:xfrm xmlns:a="http://schemas.openxmlformats.org/drawingml/2006/main">
            <a:off x="9001125" y="4762500"/>
            <a:ext cx="152400" cy="152400"/>
          </a:xfrm>
          <a:prstGeom xmlns:a="http://schemas.openxmlformats.org/drawingml/2006/main" prst="ellipse">
            <a:avLst/>
          </a:prstGeom>
          <a:solidFill xmlns:a="http://schemas.openxmlformats.org/drawingml/2006/main">
            <a:srgbClr val="ED7D31"/>
          </a:solidFill>
          <a:ln xmlns:a="http://schemas.openxmlformats.org/drawingml/2006/main" w="9525">
            <a:solidFill>
              <a:srgbClr val="FFFFFF"/>
            </a:solidFill>
            <a:prstDash val="solid"/>
          </a:ln>
        </p:spPr>
      </p:sp>
      <p:sp>
        <p:nvSpPr>
          <p:cNvPr id="77" name="">
            <a:extLst xmlns:a="http://schemas.openxmlformats.org/drawingml/2006/main">
              <a:ext uri="{FF2B5EF4-FFF2-40B4-BE49-F238E27FC236}">
                <a16:creationId xmlns:a16="http://schemas.microsoft.com/office/drawing/2014/main" id="{DA7F9F1E-1C43-4005-8068-77CA8D024A6A}"/>
              </a:ext>
            </a:extLst>
          </p:cNvPr>
          <p:cNvSpPr>
            <a:spLocks xmlns:a="http://schemas.openxmlformats.org/drawingml/2006/main" noGrp="1"/>
          </p:cNvSpPr>
          <p:nvPr/>
        </p:nvSpPr>
        <p:spPr>
          <a:xfrm xmlns:a="http://schemas.openxmlformats.org/drawingml/2006/main">
            <a:off x="7524750" y="50006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350">
                <a:solidFill>
                  <a:srgbClr val="5B6472"/>
                </a:solidFill>
                <a:latin typeface="Arial"/>
                <a:ea typeface="Arial"/>
                <a:cs typeface="Arial"/>
              </a:defRPr>
            </a:pPr>
            <a:r>
              <a:rPr sz="1350">
                <a:solidFill>
                  <a:srgbClr val="5B6472"/>
                </a:solidFill>
                <a:latin typeface="Arial"/>
                <a:ea typeface="Arial"/>
                <a:cs typeface="Arial"/>
              </a:rPr>
              <a:t>more space between communities</a:t>
            </a:r>
          </a:p>
        </p:txBody>
      </p:sp>
      <p:sp>
        <p:nvSpPr>
          <p:cNvPr id="78" name="">
            <a:extLst xmlns:a="http://schemas.openxmlformats.org/drawingml/2006/main">
              <a:ext uri="{FF2B5EF4-FFF2-40B4-BE49-F238E27FC236}">
                <a16:creationId xmlns:a16="http://schemas.microsoft.com/office/drawing/2014/main" id="{174B51AA-C348-4BEF-8587-0A00F855F777}"/>
              </a:ext>
            </a:extLst>
          </p:cNvPr>
          <p:cNvSpPr>
            <a:spLocks xmlns:a="http://schemas.openxmlformats.org/drawingml/2006/main" noGrp="1"/>
          </p:cNvSpPr>
          <p:nvPr/>
        </p:nvSpPr>
        <p:spPr>
          <a:xfrm xmlns:a="http://schemas.openxmlformats.org/drawingml/2006/main">
            <a:off x="1238250" y="5334000"/>
            <a:ext cx="9715500" cy="800100"/>
          </a:xfrm>
          <a:prstGeom xmlns:a="http://schemas.openxmlformats.org/drawingml/2006/main" prst="roundRect">
            <a:avLst>
              <a:gd name="adj" fmla="val 19048"/>
            </a:avLst>
          </a:prstGeom>
          <a:solidFill xmlns:a="http://schemas.openxmlformats.org/drawingml/2006/main">
            <a:srgbClr val="FCEADD"/>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9D8E779F-B30C-49D8-830C-791296F1B07F}"/>
              </a:ext>
            </a:extLst>
          </p:cNvPr>
          <p:cNvSpPr>
            <a:spLocks xmlns:a="http://schemas.openxmlformats.org/drawingml/2006/main" noGrp="1"/>
          </p:cNvSpPr>
          <p:nvPr/>
        </p:nvSpPr>
        <p:spPr>
          <a:xfrm xmlns:a="http://schemas.openxmlformats.org/drawingml/2006/main">
            <a:off x="1619250" y="5429250"/>
            <a:ext cx="895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1">
                <a:solidFill>
                  <a:srgbClr val="1F2937"/>
                </a:solidFill>
                <a:latin typeface="Arial"/>
                <a:ea typeface="Arial"/>
                <a:cs typeface="Arial"/>
              </a:defRPr>
            </a:pPr>
            <a:r>
              <a:rPr sz="1575" b="1">
                <a:solidFill>
                  <a:srgbClr val="1F2937"/>
                </a:solidFill>
                <a:latin typeface="Arial"/>
                <a:ea typeface="Arial"/>
                <a:cs typeface="Arial"/>
              </a:rPr>
              <a:t>UMAP uses several PCs to preserve local neighborhoods. Clusters come from the graph, and spacing between clusters is not quantitative.</a:t>
            </a:r>
          </a:p>
        </p:txBody>
      </p:sp>
    </p:spTree>
    <p:extLst>
      <p:ext uri="{BB962C8B-B14F-4D97-AF65-F5344CB8AC3E}">
        <p14:creationId xmlns:p14="http://schemas.microsoft.com/office/powerpoint/2010/main" val="105029465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slide-title">
            <a:extLst xmlns:a="http://schemas.openxmlformats.org/drawingml/2006/main">
              <a:ext uri="{FF2B5EF4-FFF2-40B4-BE49-F238E27FC236}">
                <a16:creationId xmlns:a16="http://schemas.microsoft.com/office/drawing/2014/main" id="{C9CE914F-969A-441F-B72F-319F32031A76}"/>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3225">
                <a:solidFill>
                  <a:srgbClr val="111827"/>
                </a:solidFill>
                <a:latin typeface="Arial"/>
                <a:ea typeface="Arial"/>
                <a:cs typeface="Arial"/>
              </a:defRPr>
            </a:pPr>
            <a:r>
              <a:rPr sz="3225">
                <a:solidFill>
                  <a:srgbClr val="111827"/>
                </a:solidFill>
                <a:latin typeface="Arial"/>
                <a:ea typeface="Arial"/>
                <a:cs typeface="Arial"/>
              </a:rPr>
              <a:t>Marker genes</a:t>
            </a:r>
          </a:p>
        </p:txBody>
      </p:sp>
      <p:sp>
        <p:nvSpPr>
          <p:cNvPr id="2" name="title-accent">
            <a:extLst xmlns:a="http://schemas.openxmlformats.org/drawingml/2006/main">
              <a:ext uri="{FF2B5EF4-FFF2-40B4-BE49-F238E27FC236}">
                <a16:creationId xmlns:a16="http://schemas.microsoft.com/office/drawing/2014/main" id="{09CA7CCE-E117-49BB-A87F-82F7884DA91E}"/>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sp>
      <p:sp>
        <p:nvSpPr>
          <p:cNvPr id="3" name="slide-subtitle">
            <a:extLst xmlns:a="http://schemas.openxmlformats.org/drawingml/2006/main">
              <a:ext uri="{FF2B5EF4-FFF2-40B4-BE49-F238E27FC236}">
                <a16:creationId xmlns:a16="http://schemas.microsoft.com/office/drawing/2014/main" id="{1B933802-DF2F-4FA8-A215-69D79F14D4E0}"/>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425">
                <a:solidFill>
                  <a:srgbClr val="5B6472"/>
                </a:solidFill>
                <a:latin typeface="Arial"/>
                <a:ea typeface="Arial"/>
                <a:cs typeface="Arial"/>
              </a:defRPr>
            </a:pPr>
            <a:r>
              <a:rPr sz="1425">
                <a:solidFill>
                  <a:srgbClr val="5B6472"/>
                </a:solidFill>
                <a:latin typeface="Arial"/>
                <a:ea typeface="Arial"/>
                <a:cs typeface="Arial"/>
              </a:rPr>
              <a:t>FindAllMarkers identifies genes enriched in each cluster</a:t>
            </a:r>
          </a:p>
        </p:txBody>
      </p:sp>
      <p:sp>
        <p:nvSpPr>
          <p:cNvPr id="4" name="">
            <a:extLst xmlns:a="http://schemas.openxmlformats.org/drawingml/2006/main">
              <a:ext uri="{FF2B5EF4-FFF2-40B4-BE49-F238E27FC236}">
                <a16:creationId xmlns:a16="http://schemas.microsoft.com/office/drawing/2014/main" id="{C2D4080A-AFA5-4C1F-B4B1-C3585ACF96D3}"/>
              </a:ext>
            </a:extLst>
          </p:cNvPr>
          <p:cNvSpPr>
            <a:spLocks xmlns:a="http://schemas.openxmlformats.org/drawingml/2006/main" noGrp="1"/>
          </p:cNvSpPr>
          <p:nvPr/>
        </p:nvSpPr>
        <p:spPr>
          <a:xfrm xmlns:a="http://schemas.openxmlformats.org/drawingml/2006/main">
            <a:off x="2667000" y="1524000"/>
            <a:ext cx="1095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425" b="1">
                <a:solidFill>
                  <a:srgbClr val="5B6472"/>
                </a:solidFill>
                <a:latin typeface="Arial"/>
                <a:ea typeface="Arial"/>
                <a:cs typeface="Arial"/>
              </a:defRPr>
            </a:pPr>
            <a:r>
              <a:rPr sz="1425" b="1">
                <a:solidFill>
                  <a:srgbClr val="5B6472"/>
                </a:solidFill>
                <a:latin typeface="Arial"/>
                <a:ea typeface="Arial"/>
                <a:cs typeface="Arial"/>
              </a:rPr>
              <a:t>Gene A</a:t>
            </a:r>
          </a:p>
        </p:txBody>
      </p:sp>
      <p:sp>
        <p:nvSpPr>
          <p:cNvPr id="5" name="">
            <a:extLst xmlns:a="http://schemas.openxmlformats.org/drawingml/2006/main">
              <a:ext uri="{FF2B5EF4-FFF2-40B4-BE49-F238E27FC236}">
                <a16:creationId xmlns:a16="http://schemas.microsoft.com/office/drawing/2014/main" id="{A63A9537-551E-4279-9D1E-F7193D3D671A}"/>
              </a:ext>
            </a:extLst>
          </p:cNvPr>
          <p:cNvSpPr>
            <a:spLocks xmlns:a="http://schemas.openxmlformats.org/drawingml/2006/main" noGrp="1"/>
          </p:cNvSpPr>
          <p:nvPr/>
        </p:nvSpPr>
        <p:spPr>
          <a:xfrm xmlns:a="http://schemas.openxmlformats.org/drawingml/2006/main">
            <a:off x="3762375" y="1524000"/>
            <a:ext cx="1095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425" b="1">
                <a:solidFill>
                  <a:srgbClr val="5B6472"/>
                </a:solidFill>
                <a:latin typeface="Arial"/>
                <a:ea typeface="Arial"/>
                <a:cs typeface="Arial"/>
              </a:defRPr>
            </a:pPr>
            <a:r>
              <a:rPr sz="1425" b="1">
                <a:solidFill>
                  <a:srgbClr val="5B6472"/>
                </a:solidFill>
                <a:latin typeface="Arial"/>
                <a:ea typeface="Arial"/>
                <a:cs typeface="Arial"/>
              </a:rPr>
              <a:t>Gene B</a:t>
            </a:r>
          </a:p>
        </p:txBody>
      </p:sp>
      <p:sp>
        <p:nvSpPr>
          <p:cNvPr id="6" name="">
            <a:extLst xmlns:a="http://schemas.openxmlformats.org/drawingml/2006/main">
              <a:ext uri="{FF2B5EF4-FFF2-40B4-BE49-F238E27FC236}">
                <a16:creationId xmlns:a16="http://schemas.microsoft.com/office/drawing/2014/main" id="{4294AE47-FE1C-4E13-983D-7D225E9C876F}"/>
              </a:ext>
            </a:extLst>
          </p:cNvPr>
          <p:cNvSpPr>
            <a:spLocks xmlns:a="http://schemas.openxmlformats.org/drawingml/2006/main" noGrp="1"/>
          </p:cNvSpPr>
          <p:nvPr/>
        </p:nvSpPr>
        <p:spPr>
          <a:xfrm xmlns:a="http://schemas.openxmlformats.org/drawingml/2006/main">
            <a:off x="4857750" y="1524000"/>
            <a:ext cx="1095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425" b="1">
                <a:solidFill>
                  <a:srgbClr val="5B6472"/>
                </a:solidFill>
                <a:latin typeface="Arial"/>
                <a:ea typeface="Arial"/>
                <a:cs typeface="Arial"/>
              </a:defRPr>
            </a:pPr>
            <a:r>
              <a:rPr sz="1425" b="1">
                <a:solidFill>
                  <a:srgbClr val="5B6472"/>
                </a:solidFill>
                <a:latin typeface="Arial"/>
                <a:ea typeface="Arial"/>
                <a:cs typeface="Arial"/>
              </a:rPr>
              <a:t>Gene C</a:t>
            </a:r>
          </a:p>
        </p:txBody>
      </p:sp>
      <p:sp>
        <p:nvSpPr>
          <p:cNvPr id="7" name="">
            <a:extLst xmlns:a="http://schemas.openxmlformats.org/drawingml/2006/main">
              <a:ext uri="{FF2B5EF4-FFF2-40B4-BE49-F238E27FC236}">
                <a16:creationId xmlns:a16="http://schemas.microsoft.com/office/drawing/2014/main" id="{EBB35BC5-3BC4-446A-B45B-66B409BCD116}"/>
              </a:ext>
            </a:extLst>
          </p:cNvPr>
          <p:cNvSpPr>
            <a:spLocks xmlns:a="http://schemas.openxmlformats.org/drawingml/2006/main" noGrp="1"/>
          </p:cNvSpPr>
          <p:nvPr/>
        </p:nvSpPr>
        <p:spPr>
          <a:xfrm xmlns:a="http://schemas.openxmlformats.org/drawingml/2006/main">
            <a:off x="5953125" y="1524000"/>
            <a:ext cx="1095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425" b="1">
                <a:solidFill>
                  <a:srgbClr val="5B6472"/>
                </a:solidFill>
                <a:latin typeface="Arial"/>
                <a:ea typeface="Arial"/>
                <a:cs typeface="Arial"/>
              </a:defRPr>
            </a:pPr>
            <a:r>
              <a:rPr sz="1425" b="1">
                <a:solidFill>
                  <a:srgbClr val="5B6472"/>
                </a:solidFill>
                <a:latin typeface="Arial"/>
                <a:ea typeface="Arial"/>
                <a:cs typeface="Arial"/>
              </a:rPr>
              <a:t>Gene D</a:t>
            </a:r>
          </a:p>
        </p:txBody>
      </p:sp>
      <p:sp>
        <p:nvSpPr>
          <p:cNvPr id="8" name="">
            <a:extLst xmlns:a="http://schemas.openxmlformats.org/drawingml/2006/main">
              <a:ext uri="{FF2B5EF4-FFF2-40B4-BE49-F238E27FC236}">
                <a16:creationId xmlns:a16="http://schemas.microsoft.com/office/drawing/2014/main" id="{A2EA64DE-AE65-4A43-9C6A-CD7CDB6DAD9A}"/>
              </a:ext>
            </a:extLst>
          </p:cNvPr>
          <p:cNvSpPr>
            <a:spLocks xmlns:a="http://schemas.openxmlformats.org/drawingml/2006/main" noGrp="1"/>
          </p:cNvSpPr>
          <p:nvPr/>
        </p:nvSpPr>
        <p:spPr>
          <a:xfrm xmlns:a="http://schemas.openxmlformats.org/drawingml/2006/main">
            <a:off x="1238250" y="212407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r">
              <a:defRPr sz="1575" b="1">
                <a:solidFill>
                  <a:srgbClr val="4472C4"/>
                </a:solidFill>
                <a:latin typeface="Arial"/>
                <a:ea typeface="Arial"/>
                <a:cs typeface="Arial"/>
              </a:defRPr>
            </a:pPr>
            <a:r>
              <a:rPr sz="1575" b="1">
                <a:solidFill>
                  <a:srgbClr val="4472C4"/>
                </a:solidFill>
                <a:latin typeface="Arial"/>
                <a:ea typeface="Arial"/>
                <a:cs typeface="Arial"/>
              </a:rPr>
              <a:t>Cluster 1</a:t>
            </a:r>
          </a:p>
        </p:txBody>
      </p:sp>
      <p:sp>
        <p:nvSpPr>
          <p:cNvPr id="9" name="">
            <a:extLst xmlns:a="http://schemas.openxmlformats.org/drawingml/2006/main">
              <a:ext uri="{FF2B5EF4-FFF2-40B4-BE49-F238E27FC236}">
                <a16:creationId xmlns:a16="http://schemas.microsoft.com/office/drawing/2014/main" id="{011B242F-4483-47C8-A74F-538FC44D2295}"/>
              </a:ext>
            </a:extLst>
          </p:cNvPr>
          <p:cNvSpPr>
            <a:spLocks xmlns:a="http://schemas.openxmlformats.org/drawingml/2006/main" noGrp="1"/>
          </p:cNvSpPr>
          <p:nvPr/>
        </p:nvSpPr>
        <p:spPr>
          <a:xfrm xmlns:a="http://schemas.openxmlformats.org/drawingml/2006/main">
            <a:off x="1238250" y="28670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r">
              <a:defRPr sz="1575" b="1">
                <a:solidFill>
                  <a:srgbClr val="2E9FA3"/>
                </a:solidFill>
                <a:latin typeface="Arial"/>
                <a:ea typeface="Arial"/>
                <a:cs typeface="Arial"/>
              </a:defRPr>
            </a:pPr>
            <a:r>
              <a:rPr sz="1575" b="1">
                <a:solidFill>
                  <a:srgbClr val="2E9FA3"/>
                </a:solidFill>
                <a:latin typeface="Arial"/>
                <a:ea typeface="Arial"/>
                <a:cs typeface="Arial"/>
              </a:rPr>
              <a:t>Cluster 2</a:t>
            </a:r>
          </a:p>
        </p:txBody>
      </p:sp>
      <p:sp>
        <p:nvSpPr>
          <p:cNvPr id="10" name="">
            <a:extLst xmlns:a="http://schemas.openxmlformats.org/drawingml/2006/main">
              <a:ext uri="{FF2B5EF4-FFF2-40B4-BE49-F238E27FC236}">
                <a16:creationId xmlns:a16="http://schemas.microsoft.com/office/drawing/2014/main" id="{06F0D0B3-53CC-4956-B8AE-409AB11F54D2}"/>
              </a:ext>
            </a:extLst>
          </p:cNvPr>
          <p:cNvSpPr>
            <a:spLocks xmlns:a="http://schemas.openxmlformats.org/drawingml/2006/main" noGrp="1"/>
          </p:cNvSpPr>
          <p:nvPr/>
        </p:nvSpPr>
        <p:spPr>
          <a:xfrm xmlns:a="http://schemas.openxmlformats.org/drawingml/2006/main">
            <a:off x="1238250" y="360997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r">
              <a:defRPr sz="1575" b="1">
                <a:solidFill>
                  <a:srgbClr val="ED7D31"/>
                </a:solidFill>
                <a:latin typeface="Arial"/>
                <a:ea typeface="Arial"/>
                <a:cs typeface="Arial"/>
              </a:defRPr>
            </a:pPr>
            <a:r>
              <a:rPr sz="1575" b="1">
                <a:solidFill>
                  <a:srgbClr val="ED7D31"/>
                </a:solidFill>
                <a:latin typeface="Arial"/>
                <a:ea typeface="Arial"/>
                <a:cs typeface="Arial"/>
              </a:rPr>
              <a:t>Cluster 3</a:t>
            </a:r>
          </a:p>
        </p:txBody>
      </p:sp>
      <p:sp>
        <p:nvSpPr>
          <p:cNvPr id="11" name="">
            <a:extLst xmlns:a="http://schemas.openxmlformats.org/drawingml/2006/main">
              <a:ext uri="{FF2B5EF4-FFF2-40B4-BE49-F238E27FC236}">
                <a16:creationId xmlns:a16="http://schemas.microsoft.com/office/drawing/2014/main" id="{17892228-9A91-471F-B6DD-2CB0B23D157E}"/>
              </a:ext>
            </a:extLst>
          </p:cNvPr>
          <p:cNvSpPr>
            <a:spLocks xmlns:a="http://schemas.openxmlformats.org/drawingml/2006/main" noGrp="1"/>
          </p:cNvSpPr>
          <p:nvPr/>
        </p:nvSpPr>
        <p:spPr>
          <a:xfrm xmlns:a="http://schemas.openxmlformats.org/drawingml/2006/main">
            <a:off x="2762250" y="1952625"/>
            <a:ext cx="876300" cy="590550"/>
          </a:xfrm>
          <a:prstGeom xmlns:a="http://schemas.openxmlformats.org/drawingml/2006/main" prst="rect">
            <a:avLst/>
          </a:prstGeom>
          <a:solidFill xmlns:a="http://schemas.openxmlformats.org/drawingml/2006/main">
            <a:srgbClr val="4472C4"/>
          </a:solidFill>
          <a:ln xmlns:a="http://schemas.openxmlformats.org/drawingml/2006/main" w="19050">
            <a:solidFill>
              <a:srgbClr val="FFFFFF"/>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76A89F38-EDDB-4C21-A105-87231A809B76}"/>
              </a:ext>
            </a:extLst>
          </p:cNvPr>
          <p:cNvSpPr>
            <a:spLocks xmlns:a="http://schemas.openxmlformats.org/drawingml/2006/main" noGrp="1"/>
          </p:cNvSpPr>
          <p:nvPr/>
        </p:nvSpPr>
        <p:spPr>
          <a:xfrm xmlns:a="http://schemas.openxmlformats.org/drawingml/2006/main">
            <a:off x="3857625" y="1952625"/>
            <a:ext cx="876300" cy="590550"/>
          </a:xfrm>
          <a:prstGeom xmlns:a="http://schemas.openxmlformats.org/drawingml/2006/main" prst="rect">
            <a:avLst/>
          </a:prstGeom>
          <a:solidFill xmlns:a="http://schemas.openxmlformats.org/drawingml/2006/main">
            <a:srgbClr val="DCE8F8"/>
          </a:solidFill>
          <a:ln xmlns:a="http://schemas.openxmlformats.org/drawingml/2006/main" w="19050">
            <a:solidFill>
              <a:srgbClr val="FFFFFF"/>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1F2937"/>
                </a:solidFill>
                <a:latin typeface="Arial"/>
                <a:ea typeface="Arial"/>
                <a:cs typeface="Arial"/>
              </a:defRPr>
            </a:pPr>
            <a:r>
              <a:rPr sz="1425" b="1">
                <a:solidFill>
                  <a:srgbClr val="1F2937"/>
                </a:solidFill>
                <a:latin typeface="Arial"/>
                <a:ea typeface="Arial"/>
                <a:cs typeface="Arial"/>
              </a:rPr>
              <a:t>1</a:t>
            </a:r>
          </a:p>
        </p:txBody>
      </p:sp>
      <p:sp>
        <p:nvSpPr>
          <p:cNvPr id="13" name="">
            <a:extLst xmlns:a="http://schemas.openxmlformats.org/drawingml/2006/main">
              <a:ext uri="{FF2B5EF4-FFF2-40B4-BE49-F238E27FC236}">
                <a16:creationId xmlns:a16="http://schemas.microsoft.com/office/drawing/2014/main" id="{EE6C1232-7B66-43BA-A783-714E578040F2}"/>
              </a:ext>
            </a:extLst>
          </p:cNvPr>
          <p:cNvSpPr>
            <a:spLocks xmlns:a="http://schemas.openxmlformats.org/drawingml/2006/main" noGrp="1"/>
          </p:cNvSpPr>
          <p:nvPr/>
        </p:nvSpPr>
        <p:spPr>
          <a:xfrm xmlns:a="http://schemas.openxmlformats.org/drawingml/2006/main">
            <a:off x="4953000" y="1952625"/>
            <a:ext cx="876300" cy="590550"/>
          </a:xfrm>
          <a:prstGeom xmlns:a="http://schemas.openxmlformats.org/drawingml/2006/main" prst="rect">
            <a:avLst/>
          </a:prstGeom>
          <a:solidFill xmlns:a="http://schemas.openxmlformats.org/drawingml/2006/main">
            <a:srgbClr val="FFFFFF"/>
          </a:solidFill>
          <a:ln xmlns:a="http://schemas.openxmlformats.org/drawingml/2006/main" w="19050">
            <a:solidFill>
              <a:srgbClr val="FFFFFF"/>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1F2937"/>
                </a:solidFill>
                <a:latin typeface="Arial"/>
                <a:ea typeface="Arial"/>
                <a:cs typeface="Arial"/>
              </a:defRPr>
            </a:pPr>
            <a:r>
              <a:rPr sz="1425" b="1">
                <a:solidFill>
                  <a:srgbClr val="1F2937"/>
                </a:solidFill>
                <a:latin typeface="Arial"/>
                <a:ea typeface="Arial"/>
                <a:cs typeface="Arial"/>
              </a:rPr>
              <a:t>0</a:t>
            </a:r>
          </a:p>
        </p:txBody>
      </p:sp>
      <p:sp>
        <p:nvSpPr>
          <p:cNvPr id="14" name="">
            <a:extLst xmlns:a="http://schemas.openxmlformats.org/drawingml/2006/main">
              <a:ext uri="{FF2B5EF4-FFF2-40B4-BE49-F238E27FC236}">
                <a16:creationId xmlns:a16="http://schemas.microsoft.com/office/drawing/2014/main" id="{6FD25BE7-07C7-4B7D-A493-7ADF9250BC59}"/>
              </a:ext>
            </a:extLst>
          </p:cNvPr>
          <p:cNvSpPr>
            <a:spLocks xmlns:a="http://schemas.openxmlformats.org/drawingml/2006/main" noGrp="1"/>
          </p:cNvSpPr>
          <p:nvPr/>
        </p:nvSpPr>
        <p:spPr>
          <a:xfrm xmlns:a="http://schemas.openxmlformats.org/drawingml/2006/main">
            <a:off x="6048375" y="1952625"/>
            <a:ext cx="876300" cy="590550"/>
          </a:xfrm>
          <a:prstGeom xmlns:a="http://schemas.openxmlformats.org/drawingml/2006/main" prst="rect">
            <a:avLst/>
          </a:prstGeom>
          <a:solidFill xmlns:a="http://schemas.openxmlformats.org/drawingml/2006/main">
            <a:srgbClr val="DCE8F8"/>
          </a:solidFill>
          <a:ln xmlns:a="http://schemas.openxmlformats.org/drawingml/2006/main" w="19050">
            <a:solidFill>
              <a:srgbClr val="FFFFFF"/>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1F2937"/>
                </a:solidFill>
                <a:latin typeface="Arial"/>
                <a:ea typeface="Arial"/>
                <a:cs typeface="Arial"/>
              </a:defRPr>
            </a:pPr>
            <a:r>
              <a:rPr sz="1425" b="1">
                <a:solidFill>
                  <a:srgbClr val="1F2937"/>
                </a:solidFill>
                <a:latin typeface="Arial"/>
                <a:ea typeface="Arial"/>
                <a:cs typeface="Arial"/>
              </a:rPr>
              <a:t>1</a:t>
            </a:r>
          </a:p>
        </p:txBody>
      </p:sp>
      <p:sp>
        <p:nvSpPr>
          <p:cNvPr id="15" name="">
            <a:extLst xmlns:a="http://schemas.openxmlformats.org/drawingml/2006/main">
              <a:ext uri="{FF2B5EF4-FFF2-40B4-BE49-F238E27FC236}">
                <a16:creationId xmlns:a16="http://schemas.microsoft.com/office/drawing/2014/main" id="{3005530B-15E7-47CF-8FD5-0E7AB4671234}"/>
              </a:ext>
            </a:extLst>
          </p:cNvPr>
          <p:cNvSpPr>
            <a:spLocks xmlns:a="http://schemas.openxmlformats.org/drawingml/2006/main" noGrp="1"/>
          </p:cNvSpPr>
          <p:nvPr/>
        </p:nvSpPr>
        <p:spPr>
          <a:xfrm xmlns:a="http://schemas.openxmlformats.org/drawingml/2006/main">
            <a:off x="2762250" y="2695575"/>
            <a:ext cx="876300" cy="590550"/>
          </a:xfrm>
          <a:prstGeom xmlns:a="http://schemas.openxmlformats.org/drawingml/2006/main" prst="rect">
            <a:avLst/>
          </a:prstGeom>
          <a:solidFill xmlns:a="http://schemas.openxmlformats.org/drawingml/2006/main">
            <a:srgbClr val="FFFFFF"/>
          </a:solidFill>
          <a:ln xmlns:a="http://schemas.openxmlformats.org/drawingml/2006/main" w="19050">
            <a:solidFill>
              <a:srgbClr val="FFFFFF"/>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1F2937"/>
                </a:solidFill>
                <a:latin typeface="Arial"/>
                <a:ea typeface="Arial"/>
                <a:cs typeface="Arial"/>
              </a:defRPr>
            </a:pPr>
            <a:r>
              <a:rPr sz="1425" b="1">
                <a:solidFill>
                  <a:srgbClr val="1F2937"/>
                </a:solidFill>
                <a:latin typeface="Arial"/>
                <a:ea typeface="Arial"/>
                <a:cs typeface="Arial"/>
              </a:rPr>
              <a:t>0</a:t>
            </a:r>
          </a:p>
        </p:txBody>
      </p:sp>
      <p:sp>
        <p:nvSpPr>
          <p:cNvPr id="16" name="">
            <a:extLst xmlns:a="http://schemas.openxmlformats.org/drawingml/2006/main">
              <a:ext uri="{FF2B5EF4-FFF2-40B4-BE49-F238E27FC236}">
                <a16:creationId xmlns:a16="http://schemas.microsoft.com/office/drawing/2014/main" id="{1BFA7F40-5974-469D-8F10-D7F3A7E03E89}"/>
              </a:ext>
            </a:extLst>
          </p:cNvPr>
          <p:cNvSpPr>
            <a:spLocks xmlns:a="http://schemas.openxmlformats.org/drawingml/2006/main" noGrp="1"/>
          </p:cNvSpPr>
          <p:nvPr/>
        </p:nvSpPr>
        <p:spPr>
          <a:xfrm xmlns:a="http://schemas.openxmlformats.org/drawingml/2006/main">
            <a:off x="3857625" y="2695575"/>
            <a:ext cx="876300" cy="590550"/>
          </a:xfrm>
          <a:prstGeom xmlns:a="http://schemas.openxmlformats.org/drawingml/2006/main" prst="rect">
            <a:avLst/>
          </a:prstGeom>
          <a:solidFill xmlns:a="http://schemas.openxmlformats.org/drawingml/2006/main">
            <a:srgbClr val="2E9FA3"/>
          </a:solidFill>
          <a:ln xmlns:a="http://schemas.openxmlformats.org/drawingml/2006/main" w="19050">
            <a:solidFill>
              <a:srgbClr val="FFFFFF"/>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8644E1E9-A962-451D-9A5F-EAC508F40FC3}"/>
              </a:ext>
            </a:extLst>
          </p:cNvPr>
          <p:cNvSpPr>
            <a:spLocks xmlns:a="http://schemas.openxmlformats.org/drawingml/2006/main" noGrp="1"/>
          </p:cNvSpPr>
          <p:nvPr/>
        </p:nvSpPr>
        <p:spPr>
          <a:xfrm xmlns:a="http://schemas.openxmlformats.org/drawingml/2006/main">
            <a:off x="4953000" y="2695575"/>
            <a:ext cx="876300" cy="590550"/>
          </a:xfrm>
          <a:prstGeom xmlns:a="http://schemas.openxmlformats.org/drawingml/2006/main" prst="rect">
            <a:avLst/>
          </a:prstGeom>
          <a:solidFill xmlns:a="http://schemas.openxmlformats.org/drawingml/2006/main">
            <a:srgbClr val="DCE8F8"/>
          </a:solidFill>
          <a:ln xmlns:a="http://schemas.openxmlformats.org/drawingml/2006/main" w="19050">
            <a:solidFill>
              <a:srgbClr val="FFFFFF"/>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1F2937"/>
                </a:solidFill>
                <a:latin typeface="Arial"/>
                <a:ea typeface="Arial"/>
                <a:cs typeface="Arial"/>
              </a:defRPr>
            </a:pPr>
            <a:r>
              <a:rPr sz="1425" b="1">
                <a:solidFill>
                  <a:srgbClr val="1F2937"/>
                </a:solidFill>
                <a:latin typeface="Arial"/>
                <a:ea typeface="Arial"/>
                <a:cs typeface="Arial"/>
              </a:rPr>
              <a:t>1</a:t>
            </a:r>
          </a:p>
        </p:txBody>
      </p:sp>
      <p:sp>
        <p:nvSpPr>
          <p:cNvPr id="18" name="">
            <a:extLst xmlns:a="http://schemas.openxmlformats.org/drawingml/2006/main">
              <a:ext uri="{FF2B5EF4-FFF2-40B4-BE49-F238E27FC236}">
                <a16:creationId xmlns:a16="http://schemas.microsoft.com/office/drawing/2014/main" id="{FF782D36-0E49-4F2D-ADBF-06E1DB09E270}"/>
              </a:ext>
            </a:extLst>
          </p:cNvPr>
          <p:cNvSpPr>
            <a:spLocks xmlns:a="http://schemas.openxmlformats.org/drawingml/2006/main" noGrp="1"/>
          </p:cNvSpPr>
          <p:nvPr/>
        </p:nvSpPr>
        <p:spPr>
          <a:xfrm xmlns:a="http://schemas.openxmlformats.org/drawingml/2006/main">
            <a:off x="6048375" y="2695575"/>
            <a:ext cx="876300" cy="590550"/>
          </a:xfrm>
          <a:prstGeom xmlns:a="http://schemas.openxmlformats.org/drawingml/2006/main" prst="rect">
            <a:avLst/>
          </a:prstGeom>
          <a:solidFill xmlns:a="http://schemas.openxmlformats.org/drawingml/2006/main">
            <a:srgbClr val="FFFFFF"/>
          </a:solidFill>
          <a:ln xmlns:a="http://schemas.openxmlformats.org/drawingml/2006/main" w="19050">
            <a:solidFill>
              <a:srgbClr val="FFFFFF"/>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1F2937"/>
                </a:solidFill>
                <a:latin typeface="Arial"/>
                <a:ea typeface="Arial"/>
                <a:cs typeface="Arial"/>
              </a:defRPr>
            </a:pPr>
            <a:r>
              <a:rPr sz="1425" b="1">
                <a:solidFill>
                  <a:srgbClr val="1F2937"/>
                </a:solidFill>
                <a:latin typeface="Arial"/>
                <a:ea typeface="Arial"/>
                <a:cs typeface="Arial"/>
              </a:rPr>
              <a:t>0</a:t>
            </a:r>
          </a:p>
        </p:txBody>
      </p:sp>
      <p:sp>
        <p:nvSpPr>
          <p:cNvPr id="19" name="">
            <a:extLst xmlns:a="http://schemas.openxmlformats.org/drawingml/2006/main">
              <a:ext uri="{FF2B5EF4-FFF2-40B4-BE49-F238E27FC236}">
                <a16:creationId xmlns:a16="http://schemas.microsoft.com/office/drawing/2014/main" id="{1B2288E9-9441-4055-86CD-B356DFC637B6}"/>
              </a:ext>
            </a:extLst>
          </p:cNvPr>
          <p:cNvSpPr>
            <a:spLocks xmlns:a="http://schemas.openxmlformats.org/drawingml/2006/main" noGrp="1"/>
          </p:cNvSpPr>
          <p:nvPr/>
        </p:nvSpPr>
        <p:spPr>
          <a:xfrm xmlns:a="http://schemas.openxmlformats.org/drawingml/2006/main">
            <a:off x="2762250" y="3438525"/>
            <a:ext cx="876300" cy="590550"/>
          </a:xfrm>
          <a:prstGeom xmlns:a="http://schemas.openxmlformats.org/drawingml/2006/main" prst="rect">
            <a:avLst/>
          </a:prstGeom>
          <a:solidFill xmlns:a="http://schemas.openxmlformats.org/drawingml/2006/main">
            <a:srgbClr val="DCE8F8"/>
          </a:solidFill>
          <a:ln xmlns:a="http://schemas.openxmlformats.org/drawingml/2006/main" w="19050">
            <a:solidFill>
              <a:srgbClr val="FFFFFF"/>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1F2937"/>
                </a:solidFill>
                <a:latin typeface="Arial"/>
                <a:ea typeface="Arial"/>
                <a:cs typeface="Arial"/>
              </a:defRPr>
            </a:pPr>
            <a:r>
              <a:rPr sz="1425" b="1">
                <a:solidFill>
                  <a:srgbClr val="1F2937"/>
                </a:solidFill>
                <a:latin typeface="Arial"/>
                <a:ea typeface="Arial"/>
                <a:cs typeface="Arial"/>
              </a:rPr>
              <a:t>1</a:t>
            </a:r>
          </a:p>
        </p:txBody>
      </p:sp>
      <p:sp>
        <p:nvSpPr>
          <p:cNvPr id="20" name="">
            <a:extLst xmlns:a="http://schemas.openxmlformats.org/drawingml/2006/main">
              <a:ext uri="{FF2B5EF4-FFF2-40B4-BE49-F238E27FC236}">
                <a16:creationId xmlns:a16="http://schemas.microsoft.com/office/drawing/2014/main" id="{4AA1B8A3-2B5F-4AE7-B6BD-FD83ED7050CC}"/>
              </a:ext>
            </a:extLst>
          </p:cNvPr>
          <p:cNvSpPr>
            <a:spLocks xmlns:a="http://schemas.openxmlformats.org/drawingml/2006/main" noGrp="1"/>
          </p:cNvSpPr>
          <p:nvPr/>
        </p:nvSpPr>
        <p:spPr>
          <a:xfrm xmlns:a="http://schemas.openxmlformats.org/drawingml/2006/main">
            <a:off x="3857625" y="3438525"/>
            <a:ext cx="876300" cy="590550"/>
          </a:xfrm>
          <a:prstGeom xmlns:a="http://schemas.openxmlformats.org/drawingml/2006/main" prst="rect">
            <a:avLst/>
          </a:prstGeom>
          <a:solidFill xmlns:a="http://schemas.openxmlformats.org/drawingml/2006/main">
            <a:srgbClr val="FFFFFF"/>
          </a:solidFill>
          <a:ln xmlns:a="http://schemas.openxmlformats.org/drawingml/2006/main" w="19050">
            <a:solidFill>
              <a:srgbClr val="FFFFFF"/>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1F2937"/>
                </a:solidFill>
                <a:latin typeface="Arial"/>
                <a:ea typeface="Arial"/>
                <a:cs typeface="Arial"/>
              </a:defRPr>
            </a:pPr>
            <a:r>
              <a:rPr sz="1425" b="1">
                <a:solidFill>
                  <a:srgbClr val="1F2937"/>
                </a:solidFill>
                <a:latin typeface="Arial"/>
                <a:ea typeface="Arial"/>
                <a:cs typeface="Arial"/>
              </a:rPr>
              <a:t>0</a:t>
            </a:r>
          </a:p>
        </p:txBody>
      </p:sp>
      <p:sp>
        <p:nvSpPr>
          <p:cNvPr id="21" name="">
            <a:extLst xmlns:a="http://schemas.openxmlformats.org/drawingml/2006/main">
              <a:ext uri="{FF2B5EF4-FFF2-40B4-BE49-F238E27FC236}">
                <a16:creationId xmlns:a16="http://schemas.microsoft.com/office/drawing/2014/main" id="{38184AEA-036B-426D-8A71-BF5B575CF591}"/>
              </a:ext>
            </a:extLst>
          </p:cNvPr>
          <p:cNvSpPr>
            <a:spLocks xmlns:a="http://schemas.openxmlformats.org/drawingml/2006/main" noGrp="1"/>
          </p:cNvSpPr>
          <p:nvPr/>
        </p:nvSpPr>
        <p:spPr>
          <a:xfrm xmlns:a="http://schemas.openxmlformats.org/drawingml/2006/main">
            <a:off x="4953000" y="3438525"/>
            <a:ext cx="876300" cy="590550"/>
          </a:xfrm>
          <a:prstGeom xmlns:a="http://schemas.openxmlformats.org/drawingml/2006/main" prst="rect">
            <a:avLst/>
          </a:prstGeom>
          <a:solidFill xmlns:a="http://schemas.openxmlformats.org/drawingml/2006/main">
            <a:srgbClr val="ED7D31"/>
          </a:solidFill>
          <a:ln xmlns:a="http://schemas.openxmlformats.org/drawingml/2006/main" w="19050">
            <a:solidFill>
              <a:srgbClr val="FFFFFF"/>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3</a:t>
            </a:r>
          </a:p>
        </p:txBody>
      </p:sp>
      <p:sp>
        <p:nvSpPr>
          <p:cNvPr id="22" name="">
            <a:extLst xmlns:a="http://schemas.openxmlformats.org/drawingml/2006/main">
              <a:ext uri="{FF2B5EF4-FFF2-40B4-BE49-F238E27FC236}">
                <a16:creationId xmlns:a16="http://schemas.microsoft.com/office/drawing/2014/main" id="{B8504559-7A68-40BB-AF4C-CCEFE0682EF6}"/>
              </a:ext>
            </a:extLst>
          </p:cNvPr>
          <p:cNvSpPr>
            <a:spLocks xmlns:a="http://schemas.openxmlformats.org/drawingml/2006/main" noGrp="1"/>
          </p:cNvSpPr>
          <p:nvPr/>
        </p:nvSpPr>
        <p:spPr>
          <a:xfrm xmlns:a="http://schemas.openxmlformats.org/drawingml/2006/main">
            <a:off x="6048375" y="3438525"/>
            <a:ext cx="876300" cy="590550"/>
          </a:xfrm>
          <a:prstGeom xmlns:a="http://schemas.openxmlformats.org/drawingml/2006/main" prst="rect">
            <a:avLst/>
          </a:prstGeom>
          <a:solidFill xmlns:a="http://schemas.openxmlformats.org/drawingml/2006/main">
            <a:srgbClr val="9DBBE5"/>
          </a:solidFill>
          <a:ln xmlns:a="http://schemas.openxmlformats.org/drawingml/2006/main" w="19050">
            <a:solidFill>
              <a:srgbClr val="FFFFFF"/>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1F2937"/>
                </a:solidFill>
                <a:latin typeface="Arial"/>
                <a:ea typeface="Arial"/>
                <a:cs typeface="Arial"/>
              </a:defRPr>
            </a:pPr>
            <a:r>
              <a:rPr sz="1425" b="1">
                <a:solidFill>
                  <a:srgbClr val="1F2937"/>
                </a:solidFill>
                <a:latin typeface="Arial"/>
                <a:ea typeface="Arial"/>
                <a:cs typeface="Arial"/>
              </a:rPr>
              <a:t>2</a:t>
            </a:r>
          </a:p>
        </p:txBody>
      </p:sp>
      <p:sp>
        <p:nvSpPr>
          <p:cNvPr id="23" name="">
            <a:extLst xmlns:a="http://schemas.openxmlformats.org/drawingml/2006/main">
              <a:ext uri="{FF2B5EF4-FFF2-40B4-BE49-F238E27FC236}">
                <a16:creationId xmlns:a16="http://schemas.microsoft.com/office/drawing/2014/main" id="{05B593BB-8D89-4489-B5BB-AD925213D7EA}"/>
              </a:ext>
            </a:extLst>
          </p:cNvPr>
          <p:cNvSpPr>
            <a:spLocks xmlns:a="http://schemas.openxmlformats.org/drawingml/2006/main" noGrp="1"/>
          </p:cNvSpPr>
          <p:nvPr/>
        </p:nvSpPr>
        <p:spPr>
          <a:xfrm xmlns:a="http://schemas.openxmlformats.org/drawingml/2006/main">
            <a:off x="2571750" y="4619625"/>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350">
                <a:solidFill>
                  <a:srgbClr val="5B6472"/>
                </a:solidFill>
                <a:latin typeface="Arial"/>
                <a:ea typeface="Arial"/>
                <a:cs typeface="Arial"/>
              </a:defRPr>
            </a:pPr>
            <a:r>
              <a:rPr sz="1350">
                <a:solidFill>
                  <a:srgbClr val="5B6472"/>
                </a:solidFill>
                <a:latin typeface="Arial"/>
                <a:ea typeface="Arial"/>
                <a:cs typeface="Arial"/>
              </a:rPr>
              <a:t>higher expression</a:t>
            </a:r>
          </a:p>
        </p:txBody>
      </p:sp>
      <p:sp>
        <p:nvSpPr>
          <p:cNvPr id="24" name="">
            <a:extLst xmlns:a="http://schemas.openxmlformats.org/drawingml/2006/main">
              <a:ext uri="{FF2B5EF4-FFF2-40B4-BE49-F238E27FC236}">
                <a16:creationId xmlns:a16="http://schemas.microsoft.com/office/drawing/2014/main" id="{01930BEC-E6EE-4569-A4B5-CC982274E695}"/>
              </a:ext>
            </a:extLst>
          </p:cNvPr>
          <p:cNvSpPr>
            <a:spLocks xmlns:a="http://schemas.openxmlformats.org/drawingml/2006/main" noGrp="1"/>
          </p:cNvSpPr>
          <p:nvPr/>
        </p:nvSpPr>
        <p:spPr>
          <a:xfrm xmlns:a="http://schemas.openxmlformats.org/drawingml/2006/main">
            <a:off x="3143250" y="5000625"/>
            <a:ext cx="57150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D5D9E0"/>
            </a:solidFill>
            <a:prstDash val="solid"/>
          </a:ln>
        </p:spPr>
      </p:sp>
      <p:sp>
        <p:nvSpPr>
          <p:cNvPr id="25" name="">
            <a:extLst xmlns:a="http://schemas.openxmlformats.org/drawingml/2006/main">
              <a:ext uri="{FF2B5EF4-FFF2-40B4-BE49-F238E27FC236}">
                <a16:creationId xmlns:a16="http://schemas.microsoft.com/office/drawing/2014/main" id="{4DCAC3E7-5C1F-46D2-B89B-D5E8B753A4B6}"/>
              </a:ext>
            </a:extLst>
          </p:cNvPr>
          <p:cNvSpPr>
            <a:spLocks xmlns:a="http://schemas.openxmlformats.org/drawingml/2006/main" noGrp="1"/>
          </p:cNvSpPr>
          <p:nvPr/>
        </p:nvSpPr>
        <p:spPr>
          <a:xfrm xmlns:a="http://schemas.openxmlformats.org/drawingml/2006/main">
            <a:off x="3714750" y="5000625"/>
            <a:ext cx="571500" cy="228600"/>
          </a:xfrm>
          <a:prstGeom xmlns:a="http://schemas.openxmlformats.org/drawingml/2006/main" prst="rect">
            <a:avLst/>
          </a:prstGeom>
          <a:solidFill xmlns:a="http://schemas.openxmlformats.org/drawingml/2006/main">
            <a:srgbClr val="9DBBE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424FCBE-EFDE-40CF-A718-F850BC9EAF27}"/>
              </a:ext>
            </a:extLst>
          </p:cNvPr>
          <p:cNvSpPr>
            <a:spLocks xmlns:a="http://schemas.openxmlformats.org/drawingml/2006/main" noGrp="1"/>
          </p:cNvSpPr>
          <p:nvPr/>
        </p:nvSpPr>
        <p:spPr>
          <a:xfrm xmlns:a="http://schemas.openxmlformats.org/drawingml/2006/main">
            <a:off x="4286250" y="5000625"/>
            <a:ext cx="571500" cy="228600"/>
          </a:xfrm>
          <a:prstGeom xmlns:a="http://schemas.openxmlformats.org/drawingml/2006/main" prst="rect">
            <a:avLst/>
          </a:prstGeom>
          <a:solidFill xmlns:a="http://schemas.openxmlformats.org/drawingml/2006/main">
            <a:srgbClr val="4472C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534A965-B1BF-4824-9D95-42830049F775}"/>
              </a:ext>
            </a:extLst>
          </p:cNvPr>
          <p:cNvSpPr>
            <a:spLocks xmlns:a="http://schemas.openxmlformats.org/drawingml/2006/main" noGrp="1"/>
          </p:cNvSpPr>
          <p:nvPr/>
        </p:nvSpPr>
        <p:spPr>
          <a:xfrm xmlns:a="http://schemas.openxmlformats.org/drawingml/2006/main">
            <a:off x="7524750" y="200025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2025" b="1">
                <a:solidFill>
                  <a:srgbClr val="4472C4"/>
                </a:solidFill>
                <a:latin typeface="Arial"/>
                <a:ea typeface="Arial"/>
                <a:cs typeface="Arial"/>
              </a:defRPr>
            </a:pPr>
            <a:r>
              <a:rPr sz="2025" b="1">
                <a:solidFill>
                  <a:srgbClr val="4472C4"/>
                </a:solidFill>
                <a:latin typeface="Arial"/>
                <a:ea typeface="Arial"/>
                <a:cs typeface="Arial"/>
              </a:rPr>
              <a:t>Why</a:t>
            </a:r>
          </a:p>
        </p:txBody>
      </p:sp>
      <p:sp>
        <p:nvSpPr>
          <p:cNvPr id="28" name="">
            <a:extLst xmlns:a="http://schemas.openxmlformats.org/drawingml/2006/main">
              <a:ext uri="{FF2B5EF4-FFF2-40B4-BE49-F238E27FC236}">
                <a16:creationId xmlns:a16="http://schemas.microsoft.com/office/drawing/2014/main" id="{AE44F844-A36C-4303-B08D-351B16C716FF}"/>
              </a:ext>
            </a:extLst>
          </p:cNvPr>
          <p:cNvSpPr>
            <a:spLocks xmlns:a="http://schemas.openxmlformats.org/drawingml/2006/main" noGrp="1"/>
          </p:cNvSpPr>
          <p:nvPr/>
        </p:nvSpPr>
        <p:spPr>
          <a:xfrm xmlns:a="http://schemas.openxmlformats.org/drawingml/2006/main">
            <a:off x="7524750" y="247650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575">
                <a:solidFill>
                  <a:srgbClr val="5B6472"/>
                </a:solidFill>
                <a:latin typeface="Arial"/>
                <a:ea typeface="Arial"/>
                <a:cs typeface="Arial"/>
              </a:defRPr>
            </a:pPr>
            <a:r>
              <a:rPr sz="1575">
                <a:solidFill>
                  <a:srgbClr val="5B6472"/>
                </a:solidFill>
                <a:latin typeface="Arial"/>
                <a:ea typeface="Arial"/>
                <a:cs typeface="Arial"/>
              </a:rPr>
              <a:t>Clusters only have numbers until their expression patterns are interpreted.</a:t>
            </a:r>
          </a:p>
        </p:txBody>
      </p:sp>
      <p:sp>
        <p:nvSpPr>
          <p:cNvPr id="29" name="">
            <a:extLst xmlns:a="http://schemas.openxmlformats.org/drawingml/2006/main">
              <a:ext uri="{FF2B5EF4-FFF2-40B4-BE49-F238E27FC236}">
                <a16:creationId xmlns:a16="http://schemas.microsoft.com/office/drawing/2014/main" id="{B73C3B6C-986F-4E8A-91C8-ACD0A0B23C61}"/>
              </a:ext>
            </a:extLst>
          </p:cNvPr>
          <p:cNvSpPr>
            <a:spLocks xmlns:a="http://schemas.openxmlformats.org/drawingml/2006/main" noGrp="1"/>
          </p:cNvSpPr>
          <p:nvPr/>
        </p:nvSpPr>
        <p:spPr>
          <a:xfrm xmlns:a="http://schemas.openxmlformats.org/drawingml/2006/main">
            <a:off x="7524750" y="36671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2025" b="1">
                <a:solidFill>
                  <a:srgbClr val="ED7D31"/>
                </a:solidFill>
                <a:latin typeface="Arial"/>
                <a:ea typeface="Arial"/>
                <a:cs typeface="Arial"/>
              </a:defRPr>
            </a:pPr>
            <a:r>
              <a:rPr sz="2025" b="1">
                <a:solidFill>
                  <a:srgbClr val="ED7D31"/>
                </a:solidFill>
                <a:latin typeface="Arial"/>
                <a:ea typeface="Arial"/>
                <a:cs typeface="Arial"/>
              </a:rPr>
              <a:t>Effect</a:t>
            </a:r>
          </a:p>
        </p:txBody>
      </p:sp>
      <p:sp>
        <p:nvSpPr>
          <p:cNvPr id="30" name="">
            <a:extLst xmlns:a="http://schemas.openxmlformats.org/drawingml/2006/main">
              <a:ext uri="{FF2B5EF4-FFF2-40B4-BE49-F238E27FC236}">
                <a16:creationId xmlns:a16="http://schemas.microsoft.com/office/drawing/2014/main" id="{65E519E6-DB6A-4249-BCA4-219669C14D47}"/>
              </a:ext>
            </a:extLst>
          </p:cNvPr>
          <p:cNvSpPr>
            <a:spLocks xmlns:a="http://schemas.openxmlformats.org/drawingml/2006/main" noGrp="1"/>
          </p:cNvSpPr>
          <p:nvPr/>
        </p:nvSpPr>
        <p:spPr>
          <a:xfrm xmlns:a="http://schemas.openxmlformats.org/drawingml/2006/main">
            <a:off x="7524750" y="414337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575">
                <a:solidFill>
                  <a:srgbClr val="5B6472"/>
                </a:solidFill>
                <a:latin typeface="Arial"/>
                <a:ea typeface="Arial"/>
                <a:cs typeface="Arial"/>
              </a:defRPr>
            </a:pPr>
            <a:r>
              <a:rPr sz="1575">
                <a:solidFill>
                  <a:srgbClr val="5B6472"/>
                </a:solidFill>
                <a:latin typeface="Arial"/>
                <a:ea typeface="Arial"/>
                <a:cs typeface="Arial"/>
              </a:rPr>
              <a:t>Marker genes provide the evidence used to assign a biological identity.</a:t>
            </a:r>
          </a:p>
        </p:txBody>
      </p:sp>
    </p:spTree>
    <p:extLst>
      <p:ext uri="{BB962C8B-B14F-4D97-AF65-F5344CB8AC3E}">
        <p14:creationId xmlns:p14="http://schemas.microsoft.com/office/powerpoint/2010/main" val="130665124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lide-title">
            <a:extLst xmlns:a="http://schemas.openxmlformats.org/drawingml/2006/main">
              <a:ext uri="{FF2B5EF4-FFF2-40B4-BE49-F238E27FC236}">
                <a16:creationId xmlns:a16="http://schemas.microsoft.com/office/drawing/2014/main" id="{78B67E08-F72B-46A5-B68A-7604184639C2}"/>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3225">
                <a:solidFill>
                  <a:srgbClr val="111827"/>
                </a:solidFill>
                <a:latin typeface="Arial"/>
                <a:ea typeface="Arial"/>
                <a:cs typeface="Arial"/>
              </a:defRPr>
            </a:pPr>
            <a:r>
              <a:rPr sz="3225">
                <a:solidFill>
                  <a:srgbClr val="111827"/>
                </a:solidFill>
                <a:latin typeface="Arial"/>
                <a:ea typeface="Arial"/>
                <a:cs typeface="Arial"/>
              </a:rPr>
              <a:t>Cell-type annotation</a:t>
            </a:r>
          </a:p>
        </p:txBody>
      </p:sp>
      <p:sp>
        <p:nvSpPr>
          <p:cNvPr id="2" name="title-accent">
            <a:extLst xmlns:a="http://schemas.openxmlformats.org/drawingml/2006/main">
              <a:ext uri="{FF2B5EF4-FFF2-40B4-BE49-F238E27FC236}">
                <a16:creationId xmlns:a16="http://schemas.microsoft.com/office/drawing/2014/main" id="{B5D9318F-E269-4081-B56E-B485CFEBAD70}"/>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sp>
      <p:sp>
        <p:nvSpPr>
          <p:cNvPr id="3" name="slide-subtitle">
            <a:extLst xmlns:a="http://schemas.openxmlformats.org/drawingml/2006/main">
              <a:ext uri="{FF2B5EF4-FFF2-40B4-BE49-F238E27FC236}">
                <a16:creationId xmlns:a16="http://schemas.microsoft.com/office/drawing/2014/main" id="{6D081F3F-03F4-400C-B8F6-EFD97585086F}"/>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425">
                <a:solidFill>
                  <a:srgbClr val="5B6472"/>
                </a:solidFill>
                <a:latin typeface="Arial"/>
                <a:ea typeface="Arial"/>
                <a:cs typeface="Arial"/>
              </a:defRPr>
            </a:pPr>
            <a:r>
              <a:rPr sz="1425">
                <a:solidFill>
                  <a:srgbClr val="5B6472"/>
                </a:solidFill>
                <a:latin typeface="Arial"/>
                <a:ea typeface="Arial"/>
                <a:cs typeface="Arial"/>
              </a:rPr>
              <a:t>Marker patterns are matched to known biology</a:t>
            </a:r>
          </a:p>
        </p:txBody>
      </p:sp>
      <p:sp>
        <p:nvSpPr>
          <p:cNvPr id="4" name="">
            <a:extLst xmlns:a="http://schemas.openxmlformats.org/drawingml/2006/main">
              <a:ext uri="{FF2B5EF4-FFF2-40B4-BE49-F238E27FC236}">
                <a16:creationId xmlns:a16="http://schemas.microsoft.com/office/drawing/2014/main" id="{2D6BF711-800E-44E3-B62B-B5D9BC26CA4F}"/>
              </a:ext>
            </a:extLst>
          </p:cNvPr>
          <p:cNvSpPr>
            <a:spLocks xmlns:a="http://schemas.openxmlformats.org/drawingml/2006/main" noGrp="1"/>
          </p:cNvSpPr>
          <p:nvPr/>
        </p:nvSpPr>
        <p:spPr>
          <a:xfrm xmlns:a="http://schemas.openxmlformats.org/drawingml/2006/main">
            <a:off x="857250" y="1571625"/>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800" b="1">
                <a:solidFill>
                  <a:srgbClr val="4472C4"/>
                </a:solidFill>
                <a:latin typeface="Arial"/>
                <a:ea typeface="Arial"/>
                <a:cs typeface="Arial"/>
              </a:defRPr>
            </a:pPr>
            <a:r>
              <a:rPr sz="1800" b="1">
                <a:solidFill>
                  <a:srgbClr val="4472C4"/>
                </a:solidFill>
                <a:latin typeface="Arial"/>
                <a:ea typeface="Arial"/>
                <a:cs typeface="Arial"/>
              </a:rPr>
              <a:t>Cluster</a:t>
            </a:r>
          </a:p>
        </p:txBody>
      </p:sp>
      <p:sp>
        <p:nvSpPr>
          <p:cNvPr id="5" name="">
            <a:extLst xmlns:a="http://schemas.openxmlformats.org/drawingml/2006/main">
              <a:ext uri="{FF2B5EF4-FFF2-40B4-BE49-F238E27FC236}">
                <a16:creationId xmlns:a16="http://schemas.microsoft.com/office/drawing/2014/main" id="{7D31EBAB-F4FC-4BB2-851F-ACE1F808EF64}"/>
              </a:ext>
            </a:extLst>
          </p:cNvPr>
          <p:cNvSpPr>
            <a:spLocks xmlns:a="http://schemas.openxmlformats.org/drawingml/2006/main" noGrp="1"/>
          </p:cNvSpPr>
          <p:nvPr/>
        </p:nvSpPr>
        <p:spPr>
          <a:xfrm xmlns:a="http://schemas.openxmlformats.org/drawingml/2006/main">
            <a:off x="3000375" y="15716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800" b="1">
                <a:solidFill>
                  <a:srgbClr val="4472C4"/>
                </a:solidFill>
                <a:latin typeface="Arial"/>
                <a:ea typeface="Arial"/>
                <a:cs typeface="Arial"/>
              </a:defRPr>
            </a:pPr>
            <a:r>
              <a:rPr sz="1800" b="1">
                <a:solidFill>
                  <a:srgbClr val="4472C4"/>
                </a:solidFill>
                <a:latin typeface="Arial"/>
                <a:ea typeface="Arial"/>
                <a:cs typeface="Arial"/>
              </a:rPr>
              <a:t>Characteristic markers</a:t>
            </a:r>
          </a:p>
        </p:txBody>
      </p:sp>
      <p:sp>
        <p:nvSpPr>
          <p:cNvPr id="6" name="">
            <a:extLst xmlns:a="http://schemas.openxmlformats.org/drawingml/2006/main">
              <a:ext uri="{FF2B5EF4-FFF2-40B4-BE49-F238E27FC236}">
                <a16:creationId xmlns:a16="http://schemas.microsoft.com/office/drawing/2014/main" id="{1E941732-EB50-4C87-BCC6-473A67084396}"/>
              </a:ext>
            </a:extLst>
          </p:cNvPr>
          <p:cNvSpPr>
            <a:spLocks xmlns:a="http://schemas.openxmlformats.org/drawingml/2006/main" noGrp="1"/>
          </p:cNvSpPr>
          <p:nvPr/>
        </p:nvSpPr>
        <p:spPr>
          <a:xfrm xmlns:a="http://schemas.openxmlformats.org/drawingml/2006/main">
            <a:off x="7000875" y="157162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800" b="1">
                <a:solidFill>
                  <a:srgbClr val="4472C4"/>
                </a:solidFill>
                <a:latin typeface="Arial"/>
                <a:ea typeface="Arial"/>
                <a:cs typeface="Arial"/>
              </a:defRPr>
            </a:pPr>
            <a:r>
              <a:rPr sz="1800" b="1">
                <a:solidFill>
                  <a:srgbClr val="4472C4"/>
                </a:solidFill>
                <a:latin typeface="Arial"/>
                <a:ea typeface="Arial"/>
                <a:cs typeface="Arial"/>
              </a:rPr>
              <a:t>Biological label</a:t>
            </a:r>
          </a:p>
        </p:txBody>
      </p:sp>
      <p:sp>
        <p:nvSpPr>
          <p:cNvPr id="7" name="">
            <a:extLst xmlns:a="http://schemas.openxmlformats.org/drawingml/2006/main">
              <a:ext uri="{FF2B5EF4-FFF2-40B4-BE49-F238E27FC236}">
                <a16:creationId xmlns:a16="http://schemas.microsoft.com/office/drawing/2014/main" id="{3C128BB7-CDAA-4DA7-94C9-E8D5019F08CF}"/>
              </a:ext>
            </a:extLst>
          </p:cNvPr>
          <p:cNvSpPr>
            <a:spLocks xmlns:a="http://schemas.openxmlformats.org/drawingml/2006/main" noGrp="1"/>
          </p:cNvSpPr>
          <p:nvPr/>
        </p:nvSpPr>
        <p:spPr>
          <a:xfrm xmlns:a="http://schemas.openxmlformats.org/drawingml/2006/main">
            <a:off x="809625" y="2143125"/>
            <a:ext cx="10477500" cy="628650"/>
          </a:xfrm>
          <a:prstGeom xmlns:a="http://schemas.openxmlformats.org/drawingml/2006/main" prst="roundRect">
            <a:avLst>
              <a:gd name="adj" fmla="val 15152"/>
            </a:avLst>
          </a:prstGeom>
          <a:solidFill xmlns:a="http://schemas.openxmlformats.org/drawingml/2006/main">
            <a:srgbClr val="FFFFFF"/>
          </a:solidFill>
          <a:ln xmlns:a="http://schemas.openxmlformats.org/drawingml/2006/main" w="9525">
            <a:solidFill>
              <a:srgbClr val="D5D9E0"/>
            </a:solidFill>
            <a:prstDash val="solid"/>
          </a:ln>
        </p:spPr>
      </p:sp>
      <p:sp>
        <p:nvSpPr>
          <p:cNvPr id="8" name="">
            <a:extLst xmlns:a="http://schemas.openxmlformats.org/drawingml/2006/main">
              <a:ext uri="{FF2B5EF4-FFF2-40B4-BE49-F238E27FC236}">
                <a16:creationId xmlns:a16="http://schemas.microsoft.com/office/drawing/2014/main" id="{D9EDF464-E60A-4F48-9502-393284B8CB44}"/>
              </a:ext>
            </a:extLst>
          </p:cNvPr>
          <p:cNvSpPr>
            <a:spLocks xmlns:a="http://schemas.openxmlformats.org/drawingml/2006/main" noGrp="1"/>
          </p:cNvSpPr>
          <p:nvPr/>
        </p:nvSpPr>
        <p:spPr>
          <a:xfrm xmlns:a="http://schemas.openxmlformats.org/drawingml/2006/main">
            <a:off x="1123950" y="2238375"/>
            <a:ext cx="438150" cy="438150"/>
          </a:xfrm>
          <a:prstGeom xmlns:a="http://schemas.openxmlformats.org/drawingml/2006/main" prst="ellipse">
            <a:avLst/>
          </a:prstGeom>
          <a:solidFill xmlns:a="http://schemas.openxmlformats.org/drawingml/2006/main">
            <a:srgbClr val="4472C4"/>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14D33590-E59F-4C6B-B178-54DC530B453F}"/>
              </a:ext>
            </a:extLst>
          </p:cNvPr>
          <p:cNvSpPr>
            <a:spLocks xmlns:a="http://schemas.openxmlformats.org/drawingml/2006/main" noGrp="1"/>
          </p:cNvSpPr>
          <p:nvPr/>
        </p:nvSpPr>
        <p:spPr>
          <a:xfrm xmlns:a="http://schemas.openxmlformats.org/drawingml/2006/main">
            <a:off x="3000375" y="22479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4472C4"/>
                </a:solidFill>
                <a:latin typeface="Arial"/>
                <a:ea typeface="Arial"/>
                <a:cs typeface="Arial"/>
              </a:defRPr>
            </a:pPr>
            <a:r>
              <a:rPr sz="1725" b="1">
                <a:solidFill>
                  <a:srgbClr val="4472C4"/>
                </a:solidFill>
                <a:latin typeface="Arial"/>
                <a:ea typeface="Arial"/>
                <a:cs typeface="Arial"/>
              </a:rPr>
              <a:t>MS4A1</a:t>
            </a:r>
          </a:p>
        </p:txBody>
      </p:sp>
      <p:sp>
        <p:nvSpPr>
          <p:cNvPr id="10" name="">
            <a:extLst xmlns:a="http://schemas.openxmlformats.org/drawingml/2006/main">
              <a:ext uri="{FF2B5EF4-FFF2-40B4-BE49-F238E27FC236}">
                <a16:creationId xmlns:a16="http://schemas.microsoft.com/office/drawing/2014/main" id="{E7CAC958-72BF-4515-ADCC-B96FCA171484}"/>
              </a:ext>
            </a:extLst>
          </p:cNvPr>
          <p:cNvSpPr>
            <a:spLocks xmlns:a="http://schemas.openxmlformats.org/drawingml/2006/main" noGrp="1"/>
          </p:cNvSpPr>
          <p:nvPr/>
        </p:nvSpPr>
        <p:spPr>
          <a:xfrm xmlns:a="http://schemas.openxmlformats.org/drawingml/2006/main">
            <a:off x="6477000" y="2314575"/>
            <a:ext cx="400050" cy="266700"/>
          </a:xfrm>
          <a:prstGeom xmlns:a="http://schemas.openxmlformats.org/drawingml/2006/main" prst="rightArrow">
            <a:avLst/>
          </a:prstGeom>
          <a:solidFill xmlns:a="http://schemas.openxmlformats.org/drawingml/2006/main">
            <a:srgbClr val="4472C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EE302B6-DE21-4D58-B449-C4E564E17AE1}"/>
              </a:ext>
            </a:extLst>
          </p:cNvPr>
          <p:cNvSpPr>
            <a:spLocks xmlns:a="http://schemas.openxmlformats.org/drawingml/2006/main" noGrp="1"/>
          </p:cNvSpPr>
          <p:nvPr/>
        </p:nvSpPr>
        <p:spPr>
          <a:xfrm xmlns:a="http://schemas.openxmlformats.org/drawingml/2006/main">
            <a:off x="7334250" y="224790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00" b="1">
                <a:solidFill>
                  <a:srgbClr val="1F2937"/>
                </a:solidFill>
                <a:latin typeface="Arial"/>
                <a:ea typeface="Arial"/>
                <a:cs typeface="Arial"/>
              </a:defRPr>
            </a:pPr>
            <a:r>
              <a:rPr sz="1800" b="1">
                <a:solidFill>
                  <a:srgbClr val="1F2937"/>
                </a:solidFill>
                <a:latin typeface="Arial"/>
                <a:ea typeface="Arial"/>
                <a:cs typeface="Arial"/>
              </a:rPr>
              <a:t>B cell</a:t>
            </a:r>
          </a:p>
        </p:txBody>
      </p:sp>
      <p:sp>
        <p:nvSpPr>
          <p:cNvPr id="12" name="">
            <a:extLst xmlns:a="http://schemas.openxmlformats.org/drawingml/2006/main">
              <a:ext uri="{FF2B5EF4-FFF2-40B4-BE49-F238E27FC236}">
                <a16:creationId xmlns:a16="http://schemas.microsoft.com/office/drawing/2014/main" id="{44E408EA-D29F-43A8-BCF6-553ABA656066}"/>
              </a:ext>
            </a:extLst>
          </p:cNvPr>
          <p:cNvSpPr>
            <a:spLocks xmlns:a="http://schemas.openxmlformats.org/drawingml/2006/main" noGrp="1"/>
          </p:cNvSpPr>
          <p:nvPr/>
        </p:nvSpPr>
        <p:spPr>
          <a:xfrm xmlns:a="http://schemas.openxmlformats.org/drawingml/2006/main">
            <a:off x="809625" y="2924175"/>
            <a:ext cx="10477500" cy="628650"/>
          </a:xfrm>
          <a:prstGeom xmlns:a="http://schemas.openxmlformats.org/drawingml/2006/main" prst="roundRect">
            <a:avLst>
              <a:gd name="adj" fmla="val 15152"/>
            </a:avLst>
          </a:prstGeom>
          <a:solidFill xmlns:a="http://schemas.openxmlformats.org/drawingml/2006/main">
            <a:srgbClr val="F5F6F8"/>
          </a:solidFill>
          <a:ln xmlns:a="http://schemas.openxmlformats.org/drawingml/2006/main" w="9525">
            <a:solidFill>
              <a:srgbClr val="D5D9E0"/>
            </a:solidFill>
            <a:prstDash val="solid"/>
          </a:ln>
        </p:spPr>
      </p:sp>
      <p:sp>
        <p:nvSpPr>
          <p:cNvPr id="13" name="">
            <a:extLst xmlns:a="http://schemas.openxmlformats.org/drawingml/2006/main">
              <a:ext uri="{FF2B5EF4-FFF2-40B4-BE49-F238E27FC236}">
                <a16:creationId xmlns:a16="http://schemas.microsoft.com/office/drawing/2014/main" id="{ABC57EF3-3284-4EFB-8582-2D4748122144}"/>
              </a:ext>
            </a:extLst>
          </p:cNvPr>
          <p:cNvSpPr>
            <a:spLocks xmlns:a="http://schemas.openxmlformats.org/drawingml/2006/main" noGrp="1"/>
          </p:cNvSpPr>
          <p:nvPr/>
        </p:nvSpPr>
        <p:spPr>
          <a:xfrm xmlns:a="http://schemas.openxmlformats.org/drawingml/2006/main">
            <a:off x="1123950" y="3019425"/>
            <a:ext cx="438150" cy="438150"/>
          </a:xfrm>
          <a:prstGeom xmlns:a="http://schemas.openxmlformats.org/drawingml/2006/main" prst="ellipse">
            <a:avLst/>
          </a:prstGeom>
          <a:solidFill xmlns:a="http://schemas.openxmlformats.org/drawingml/2006/main">
            <a:srgbClr val="2E9FA3"/>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4A82AFD6-6BA7-4AE0-B4DA-B8CBAD9899CD}"/>
              </a:ext>
            </a:extLst>
          </p:cNvPr>
          <p:cNvSpPr>
            <a:spLocks xmlns:a="http://schemas.openxmlformats.org/drawingml/2006/main" noGrp="1"/>
          </p:cNvSpPr>
          <p:nvPr/>
        </p:nvSpPr>
        <p:spPr>
          <a:xfrm xmlns:a="http://schemas.openxmlformats.org/drawingml/2006/main">
            <a:off x="3000375" y="302895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2E9FA3"/>
                </a:solidFill>
                <a:latin typeface="Arial"/>
                <a:ea typeface="Arial"/>
                <a:cs typeface="Arial"/>
              </a:defRPr>
            </a:pPr>
            <a:r>
              <a:rPr sz="1725" b="1">
                <a:solidFill>
                  <a:srgbClr val="2E9FA3"/>
                </a:solidFill>
                <a:latin typeface="Arial"/>
                <a:ea typeface="Arial"/>
                <a:cs typeface="Arial"/>
              </a:rPr>
              <a:t>CD3E, IL7R</a:t>
            </a:r>
          </a:p>
        </p:txBody>
      </p:sp>
      <p:sp>
        <p:nvSpPr>
          <p:cNvPr id="15" name="">
            <a:extLst xmlns:a="http://schemas.openxmlformats.org/drawingml/2006/main">
              <a:ext uri="{FF2B5EF4-FFF2-40B4-BE49-F238E27FC236}">
                <a16:creationId xmlns:a16="http://schemas.microsoft.com/office/drawing/2014/main" id="{DF92DC69-AEEE-492B-90E4-B06B8E0D375F}"/>
              </a:ext>
            </a:extLst>
          </p:cNvPr>
          <p:cNvSpPr>
            <a:spLocks xmlns:a="http://schemas.openxmlformats.org/drawingml/2006/main" noGrp="1"/>
          </p:cNvSpPr>
          <p:nvPr/>
        </p:nvSpPr>
        <p:spPr>
          <a:xfrm xmlns:a="http://schemas.openxmlformats.org/drawingml/2006/main">
            <a:off x="6477000" y="3095625"/>
            <a:ext cx="400050" cy="266700"/>
          </a:xfrm>
          <a:prstGeom xmlns:a="http://schemas.openxmlformats.org/drawingml/2006/main" prst="rightArrow">
            <a:avLst/>
          </a:prstGeom>
          <a:solidFill xmlns:a="http://schemas.openxmlformats.org/drawingml/2006/main">
            <a:srgbClr val="2E9FA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9069795-8E5E-4EDA-8BDE-293730398461}"/>
              </a:ext>
            </a:extLst>
          </p:cNvPr>
          <p:cNvSpPr>
            <a:spLocks xmlns:a="http://schemas.openxmlformats.org/drawingml/2006/main" noGrp="1"/>
          </p:cNvSpPr>
          <p:nvPr/>
        </p:nvSpPr>
        <p:spPr>
          <a:xfrm xmlns:a="http://schemas.openxmlformats.org/drawingml/2006/main">
            <a:off x="7334250" y="302895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00" b="1">
                <a:solidFill>
                  <a:srgbClr val="1F2937"/>
                </a:solidFill>
                <a:latin typeface="Arial"/>
                <a:ea typeface="Arial"/>
                <a:cs typeface="Arial"/>
              </a:defRPr>
            </a:pPr>
            <a:r>
              <a:rPr sz="1800" b="1">
                <a:solidFill>
                  <a:srgbClr val="1F2937"/>
                </a:solidFill>
                <a:latin typeface="Arial"/>
                <a:ea typeface="Arial"/>
                <a:cs typeface="Arial"/>
              </a:rPr>
              <a:t>T cell</a:t>
            </a:r>
          </a:p>
        </p:txBody>
      </p:sp>
      <p:sp>
        <p:nvSpPr>
          <p:cNvPr id="17" name="">
            <a:extLst xmlns:a="http://schemas.openxmlformats.org/drawingml/2006/main">
              <a:ext uri="{FF2B5EF4-FFF2-40B4-BE49-F238E27FC236}">
                <a16:creationId xmlns:a16="http://schemas.microsoft.com/office/drawing/2014/main" id="{9A3A2980-1DCF-42B1-9474-7B7F77915BE2}"/>
              </a:ext>
            </a:extLst>
          </p:cNvPr>
          <p:cNvSpPr>
            <a:spLocks xmlns:a="http://schemas.openxmlformats.org/drawingml/2006/main" noGrp="1"/>
          </p:cNvSpPr>
          <p:nvPr/>
        </p:nvSpPr>
        <p:spPr>
          <a:xfrm xmlns:a="http://schemas.openxmlformats.org/drawingml/2006/main">
            <a:off x="809625" y="3705225"/>
            <a:ext cx="10477500" cy="628650"/>
          </a:xfrm>
          <a:prstGeom xmlns:a="http://schemas.openxmlformats.org/drawingml/2006/main" prst="roundRect">
            <a:avLst>
              <a:gd name="adj" fmla="val 15152"/>
            </a:avLst>
          </a:prstGeom>
          <a:solidFill xmlns:a="http://schemas.openxmlformats.org/drawingml/2006/main">
            <a:srgbClr val="FFFFFF"/>
          </a:solidFill>
          <a:ln xmlns:a="http://schemas.openxmlformats.org/drawingml/2006/main" w="9525">
            <a:solidFill>
              <a:srgbClr val="D5D9E0"/>
            </a:solidFill>
            <a:prstDash val="solid"/>
          </a:ln>
        </p:spPr>
      </p:sp>
      <p:sp>
        <p:nvSpPr>
          <p:cNvPr id="18" name="">
            <a:extLst xmlns:a="http://schemas.openxmlformats.org/drawingml/2006/main">
              <a:ext uri="{FF2B5EF4-FFF2-40B4-BE49-F238E27FC236}">
                <a16:creationId xmlns:a16="http://schemas.microsoft.com/office/drawing/2014/main" id="{3C3267B3-44C2-495B-913F-5FA6F599F759}"/>
              </a:ext>
            </a:extLst>
          </p:cNvPr>
          <p:cNvSpPr>
            <a:spLocks xmlns:a="http://schemas.openxmlformats.org/drawingml/2006/main" noGrp="1"/>
          </p:cNvSpPr>
          <p:nvPr/>
        </p:nvSpPr>
        <p:spPr>
          <a:xfrm xmlns:a="http://schemas.openxmlformats.org/drawingml/2006/main">
            <a:off x="1123950" y="3800475"/>
            <a:ext cx="438150" cy="438150"/>
          </a:xfrm>
          <a:prstGeom xmlns:a="http://schemas.openxmlformats.org/drawingml/2006/main" prst="ellipse">
            <a:avLst/>
          </a:prstGeom>
          <a:solidFill xmlns:a="http://schemas.openxmlformats.org/drawingml/2006/main">
            <a:srgbClr val="ED7D31"/>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C76AC0E1-ACDC-4C70-B746-23BE0DDAF6B9}"/>
              </a:ext>
            </a:extLst>
          </p:cNvPr>
          <p:cNvSpPr>
            <a:spLocks xmlns:a="http://schemas.openxmlformats.org/drawingml/2006/main" noGrp="1"/>
          </p:cNvSpPr>
          <p:nvPr/>
        </p:nvSpPr>
        <p:spPr>
          <a:xfrm xmlns:a="http://schemas.openxmlformats.org/drawingml/2006/main">
            <a:off x="3000375" y="38100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ED7D31"/>
                </a:solidFill>
                <a:latin typeface="Arial"/>
                <a:ea typeface="Arial"/>
                <a:cs typeface="Arial"/>
              </a:defRPr>
            </a:pPr>
            <a:r>
              <a:rPr sz="1725" b="1">
                <a:solidFill>
                  <a:srgbClr val="ED7D31"/>
                </a:solidFill>
                <a:latin typeface="Arial"/>
                <a:ea typeface="Arial"/>
                <a:cs typeface="Arial"/>
              </a:rPr>
              <a:t>LYZ, CD14</a:t>
            </a:r>
          </a:p>
        </p:txBody>
      </p:sp>
      <p:sp>
        <p:nvSpPr>
          <p:cNvPr id="20" name="">
            <a:extLst xmlns:a="http://schemas.openxmlformats.org/drawingml/2006/main">
              <a:ext uri="{FF2B5EF4-FFF2-40B4-BE49-F238E27FC236}">
                <a16:creationId xmlns:a16="http://schemas.microsoft.com/office/drawing/2014/main" id="{2C41DBF8-42C5-4BD9-83DA-1A24A33E21B6}"/>
              </a:ext>
            </a:extLst>
          </p:cNvPr>
          <p:cNvSpPr>
            <a:spLocks xmlns:a="http://schemas.openxmlformats.org/drawingml/2006/main" noGrp="1"/>
          </p:cNvSpPr>
          <p:nvPr/>
        </p:nvSpPr>
        <p:spPr>
          <a:xfrm xmlns:a="http://schemas.openxmlformats.org/drawingml/2006/main">
            <a:off x="6477000" y="3876675"/>
            <a:ext cx="400050" cy="2667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928128A-AB3D-4430-8113-807663CD8F43}"/>
              </a:ext>
            </a:extLst>
          </p:cNvPr>
          <p:cNvSpPr>
            <a:spLocks xmlns:a="http://schemas.openxmlformats.org/drawingml/2006/main" noGrp="1"/>
          </p:cNvSpPr>
          <p:nvPr/>
        </p:nvSpPr>
        <p:spPr>
          <a:xfrm xmlns:a="http://schemas.openxmlformats.org/drawingml/2006/main">
            <a:off x="7334250" y="381000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00" b="1">
                <a:solidFill>
                  <a:srgbClr val="1F2937"/>
                </a:solidFill>
                <a:latin typeface="Arial"/>
                <a:ea typeface="Arial"/>
                <a:cs typeface="Arial"/>
              </a:defRPr>
            </a:pPr>
            <a:r>
              <a:rPr sz="1800" b="1">
                <a:solidFill>
                  <a:srgbClr val="1F2937"/>
                </a:solidFill>
                <a:latin typeface="Arial"/>
                <a:ea typeface="Arial"/>
                <a:cs typeface="Arial"/>
              </a:rPr>
              <a:t>Monocyte</a:t>
            </a:r>
          </a:p>
        </p:txBody>
      </p:sp>
      <p:sp>
        <p:nvSpPr>
          <p:cNvPr id="22" name="">
            <a:extLst xmlns:a="http://schemas.openxmlformats.org/drawingml/2006/main">
              <a:ext uri="{FF2B5EF4-FFF2-40B4-BE49-F238E27FC236}">
                <a16:creationId xmlns:a16="http://schemas.microsoft.com/office/drawing/2014/main" id="{1C248CB5-C43A-4DD8-A429-0A2ED50C8A6D}"/>
              </a:ext>
            </a:extLst>
          </p:cNvPr>
          <p:cNvSpPr>
            <a:spLocks xmlns:a="http://schemas.openxmlformats.org/drawingml/2006/main" noGrp="1"/>
          </p:cNvSpPr>
          <p:nvPr/>
        </p:nvSpPr>
        <p:spPr>
          <a:xfrm xmlns:a="http://schemas.openxmlformats.org/drawingml/2006/main">
            <a:off x="809625" y="4486275"/>
            <a:ext cx="10477500" cy="628650"/>
          </a:xfrm>
          <a:prstGeom xmlns:a="http://schemas.openxmlformats.org/drawingml/2006/main" prst="roundRect">
            <a:avLst>
              <a:gd name="adj" fmla="val 15152"/>
            </a:avLst>
          </a:prstGeom>
          <a:solidFill xmlns:a="http://schemas.openxmlformats.org/drawingml/2006/main">
            <a:srgbClr val="F5F6F8"/>
          </a:solidFill>
          <a:ln xmlns:a="http://schemas.openxmlformats.org/drawingml/2006/main" w="9525">
            <a:solidFill>
              <a:srgbClr val="D5D9E0"/>
            </a:solidFill>
            <a:prstDash val="solid"/>
          </a:ln>
        </p:spPr>
      </p:sp>
      <p:sp>
        <p:nvSpPr>
          <p:cNvPr id="23" name="">
            <a:extLst xmlns:a="http://schemas.openxmlformats.org/drawingml/2006/main">
              <a:ext uri="{FF2B5EF4-FFF2-40B4-BE49-F238E27FC236}">
                <a16:creationId xmlns:a16="http://schemas.microsoft.com/office/drawing/2014/main" id="{43DD5DC5-2ED1-4380-89B7-24A00D9D9E74}"/>
              </a:ext>
            </a:extLst>
          </p:cNvPr>
          <p:cNvSpPr>
            <a:spLocks xmlns:a="http://schemas.openxmlformats.org/drawingml/2006/main" noGrp="1"/>
          </p:cNvSpPr>
          <p:nvPr/>
        </p:nvSpPr>
        <p:spPr>
          <a:xfrm xmlns:a="http://schemas.openxmlformats.org/drawingml/2006/main">
            <a:off x="1123950" y="4581525"/>
            <a:ext cx="438150" cy="438150"/>
          </a:xfrm>
          <a:prstGeom xmlns:a="http://schemas.openxmlformats.org/drawingml/2006/main" prst="ellipse">
            <a:avLst/>
          </a:prstGeom>
          <a:solidFill xmlns:a="http://schemas.openxmlformats.org/drawingml/2006/main">
            <a:srgbClr val="7551A8"/>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AE87C816-2282-4936-B399-501606CB6F57}"/>
              </a:ext>
            </a:extLst>
          </p:cNvPr>
          <p:cNvSpPr>
            <a:spLocks xmlns:a="http://schemas.openxmlformats.org/drawingml/2006/main" noGrp="1"/>
          </p:cNvSpPr>
          <p:nvPr/>
        </p:nvSpPr>
        <p:spPr>
          <a:xfrm xmlns:a="http://schemas.openxmlformats.org/drawingml/2006/main">
            <a:off x="3000375" y="459105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725" b="1">
                <a:solidFill>
                  <a:srgbClr val="7551A8"/>
                </a:solidFill>
                <a:latin typeface="Arial"/>
                <a:ea typeface="Arial"/>
                <a:cs typeface="Arial"/>
              </a:defRPr>
            </a:pPr>
            <a:r>
              <a:rPr sz="1725" b="1">
                <a:solidFill>
                  <a:srgbClr val="7551A8"/>
                </a:solidFill>
                <a:latin typeface="Arial"/>
                <a:ea typeface="Arial"/>
                <a:cs typeface="Arial"/>
              </a:rPr>
              <a:t>NKG7, GNLY</a:t>
            </a:r>
          </a:p>
        </p:txBody>
      </p:sp>
      <p:sp>
        <p:nvSpPr>
          <p:cNvPr id="25" name="">
            <a:extLst xmlns:a="http://schemas.openxmlformats.org/drawingml/2006/main">
              <a:ext uri="{FF2B5EF4-FFF2-40B4-BE49-F238E27FC236}">
                <a16:creationId xmlns:a16="http://schemas.microsoft.com/office/drawing/2014/main" id="{92FAA2A2-07E4-4296-9828-0DC32E3CB808}"/>
              </a:ext>
            </a:extLst>
          </p:cNvPr>
          <p:cNvSpPr>
            <a:spLocks xmlns:a="http://schemas.openxmlformats.org/drawingml/2006/main" noGrp="1"/>
          </p:cNvSpPr>
          <p:nvPr/>
        </p:nvSpPr>
        <p:spPr>
          <a:xfrm xmlns:a="http://schemas.openxmlformats.org/drawingml/2006/main">
            <a:off x="6477000" y="4657725"/>
            <a:ext cx="400050" cy="266700"/>
          </a:xfrm>
          <a:prstGeom xmlns:a="http://schemas.openxmlformats.org/drawingml/2006/main" prst="rightArrow">
            <a:avLst/>
          </a:prstGeom>
          <a:solidFill xmlns:a="http://schemas.openxmlformats.org/drawingml/2006/main">
            <a:srgbClr val="7551A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E4AC480-3C72-466E-9854-14C882D49D1F}"/>
              </a:ext>
            </a:extLst>
          </p:cNvPr>
          <p:cNvSpPr>
            <a:spLocks xmlns:a="http://schemas.openxmlformats.org/drawingml/2006/main" noGrp="1"/>
          </p:cNvSpPr>
          <p:nvPr/>
        </p:nvSpPr>
        <p:spPr>
          <a:xfrm xmlns:a="http://schemas.openxmlformats.org/drawingml/2006/main">
            <a:off x="7334250" y="459105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800" b="1">
                <a:solidFill>
                  <a:srgbClr val="1F2937"/>
                </a:solidFill>
                <a:latin typeface="Arial"/>
                <a:ea typeface="Arial"/>
                <a:cs typeface="Arial"/>
              </a:defRPr>
            </a:pPr>
            <a:r>
              <a:rPr sz="1800" b="1">
                <a:solidFill>
                  <a:srgbClr val="1F2937"/>
                </a:solidFill>
                <a:latin typeface="Arial"/>
                <a:ea typeface="Arial"/>
                <a:cs typeface="Arial"/>
              </a:rPr>
              <a:t>NK cell</a:t>
            </a:r>
          </a:p>
        </p:txBody>
      </p:sp>
      <p:sp>
        <p:nvSpPr>
          <p:cNvPr id="27" name="">
            <a:extLst xmlns:a="http://schemas.openxmlformats.org/drawingml/2006/main">
              <a:ext uri="{FF2B5EF4-FFF2-40B4-BE49-F238E27FC236}">
                <a16:creationId xmlns:a16="http://schemas.microsoft.com/office/drawing/2014/main" id="{D76EB8C9-9670-4079-826F-E2A2CEC78B1A}"/>
              </a:ext>
            </a:extLst>
          </p:cNvPr>
          <p:cNvSpPr>
            <a:spLocks xmlns:a="http://schemas.openxmlformats.org/drawingml/2006/main" noGrp="1"/>
          </p:cNvSpPr>
          <p:nvPr/>
        </p:nvSpPr>
        <p:spPr>
          <a:xfrm xmlns:a="http://schemas.openxmlformats.org/drawingml/2006/main">
            <a:off x="1428750" y="5619750"/>
            <a:ext cx="933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800" b="1">
                <a:solidFill>
                  <a:srgbClr val="1F2937"/>
                </a:solidFill>
                <a:latin typeface="Arial"/>
                <a:ea typeface="Arial"/>
                <a:cs typeface="Arial"/>
              </a:defRPr>
            </a:pPr>
            <a:r>
              <a:rPr sz="1800" b="1">
                <a:solidFill>
                  <a:srgbClr val="1F2937"/>
                </a:solidFill>
                <a:latin typeface="Arial"/>
                <a:ea typeface="Arial"/>
                <a:cs typeface="Arial"/>
              </a:rPr>
              <a:t>The algorithm finds clusters and markers. Biological knowledge supplies the names.</a:t>
            </a:r>
          </a:p>
        </p:txBody>
      </p:sp>
    </p:spTree>
    <p:extLst>
      <p:ext uri="{BB962C8B-B14F-4D97-AF65-F5344CB8AC3E}">
        <p14:creationId xmlns:p14="http://schemas.microsoft.com/office/powerpoint/2010/main" val="200696785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ection-accent">
            <a:extLst xmlns:a="http://schemas.openxmlformats.org/drawingml/2006/main">
              <a:ext uri="{FF2B5EF4-FFF2-40B4-BE49-F238E27FC236}">
                <a16:creationId xmlns:a16="http://schemas.microsoft.com/office/drawing/2014/main" id="{01D12803-CDEA-4B76-BE90-37FA91D411D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ED7D3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section-kicker">
            <a:extLst xmlns:a="http://schemas.openxmlformats.org/drawingml/2006/main">
              <a:ext uri="{FF2B5EF4-FFF2-40B4-BE49-F238E27FC236}">
                <a16:creationId xmlns:a16="http://schemas.microsoft.com/office/drawing/2014/main" id="{9C6895A6-FBA0-4FC6-A57D-E3ED406A3250}"/>
              </a:ext>
            </a:extLst>
          </p:cNvPr>
          <p:cNvSpPr>
            <a:spLocks xmlns:a="http://schemas.openxmlformats.org/drawingml/2006/main" noGrp="1"/>
          </p:cNvSpPr>
          <p:nvPr/>
        </p:nvSpPr>
        <p:spPr>
          <a:xfrm xmlns:a="http://schemas.openxmlformats.org/drawingml/2006/main">
            <a:off x="685800" y="6477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buNone/>
              <a:defRPr sz="1275" b="1">
                <a:solidFill>
                  <a:srgbClr val="4472C4"/>
                </a:solidFill>
                <a:latin typeface="Arial"/>
                <a:ea typeface="Arial"/>
                <a:cs typeface="Arial"/>
              </a:defRPr>
            </a:pPr>
            <a:r>
              <a:rPr sz="1275" b="1">
                <a:solidFill>
                  <a:srgbClr val="4472C4"/>
                </a:solidFill>
                <a:latin typeface="Arial"/>
                <a:ea typeface="Arial"/>
                <a:cs typeface="Arial"/>
              </a:rPr>
              <a:t>SECTION 3</a:t>
            </a:r>
          </a:p>
        </p:txBody>
      </p:sp>
      <p:sp>
        <p:nvSpPr>
          <p:cNvPr id="3" name="section-title">
            <a:extLst xmlns:a="http://schemas.openxmlformats.org/drawingml/2006/main">
              <a:ext uri="{FF2B5EF4-FFF2-40B4-BE49-F238E27FC236}">
                <a16:creationId xmlns:a16="http://schemas.microsoft.com/office/drawing/2014/main" id="{C5205AA3-0546-47F2-B2FB-C5AD08FB8C2B}"/>
              </a:ext>
            </a:extLst>
          </p:cNvPr>
          <p:cNvSpPr>
            <a:spLocks xmlns:a="http://schemas.openxmlformats.org/drawingml/2006/main" noGrp="1"/>
          </p:cNvSpPr>
          <p:nvPr/>
        </p:nvSpPr>
        <p:spPr>
          <a:xfrm xmlns:a="http://schemas.openxmlformats.org/drawingml/2006/main">
            <a:off x="666750" y="106680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a:bodyPr>
          <a:lstStyle xmlns:a="http://schemas.openxmlformats.org/drawingml/2006/main"/>
          <a:p xmlns:a="http://schemas.openxmlformats.org/drawingml/2006/main">
            <a:pPr>
              <a:buNone/>
              <a:defRPr sz="3750" b="0">
                <a:solidFill>
                  <a:srgbClr val="111827"/>
                </a:solidFill>
                <a:latin typeface="Arial"/>
                <a:ea typeface="Arial"/>
                <a:cs typeface="Arial"/>
              </a:defRPr>
            </a:pPr>
            <a:r>
              <a:rPr sz="3750" b="0">
                <a:solidFill>
                  <a:srgbClr val="111827"/>
                </a:solidFill>
                <a:latin typeface="Arial"/>
                <a:ea typeface="Arial"/>
                <a:cs typeface="Arial"/>
              </a:rPr>
              <a:t>Integrating multiple samples</a:t>
            </a:r>
          </a:p>
        </p:txBody>
      </p:sp>
      <p:sp>
        <p:nvSpPr>
          <p:cNvPr id="4" name="section-subtitle">
            <a:extLst xmlns:a="http://schemas.openxmlformats.org/drawingml/2006/main">
              <a:ext uri="{FF2B5EF4-FFF2-40B4-BE49-F238E27FC236}">
                <a16:creationId xmlns:a16="http://schemas.microsoft.com/office/drawing/2014/main" id="{9D263CDF-3C1C-4380-94FD-3CE31C539428}"/>
              </a:ext>
            </a:extLst>
          </p:cNvPr>
          <p:cNvSpPr>
            <a:spLocks xmlns:a="http://schemas.openxmlformats.org/drawingml/2006/main" noGrp="1"/>
          </p:cNvSpPr>
          <p:nvPr/>
        </p:nvSpPr>
        <p:spPr>
          <a:xfrm xmlns:a="http://schemas.openxmlformats.org/drawingml/2006/main">
            <a:off x="695325" y="257175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nSpc>
                <a:spcPct val="108000"/>
              </a:lnSpc>
              <a:buNone/>
              <a:defRPr sz="1875">
                <a:solidFill>
                  <a:srgbClr val="5B6472"/>
                </a:solidFill>
                <a:latin typeface="Arial"/>
                <a:ea typeface="Arial"/>
                <a:cs typeface="Arial"/>
              </a:defRPr>
            </a:pPr>
            <a:r>
              <a:rPr sz="1875">
                <a:solidFill>
                  <a:srgbClr val="5B6472"/>
                </a:solidFill>
                <a:latin typeface="Arial"/>
                <a:ea typeface="Arial"/>
                <a:cs typeface="Arial"/>
              </a:rPr>
              <a:t>Combine experiments while keeping biological differences and reducing technical shifts.</a:t>
            </a:r>
          </a:p>
        </p:txBody>
      </p:sp>
      <p:sp>
        <p:nvSpPr>
          <p:cNvPr id="5" name="Oval 4">
            <a:extLst xmlns:a="http://schemas.openxmlformats.org/drawingml/2006/main">
              <a:ext uri="{FF2B5EF4-FFF2-40B4-BE49-F238E27FC236}">
                <a16:creationId xmlns:a16="http://schemas.microsoft.com/office/drawing/2014/main" id="{AE0A21C0-4F55-49E2-99EB-134CF1300BC9}"/>
              </a:ext>
            </a:extLst>
          </p:cNvPr>
          <p:cNvSpPr>
            <a:spLocks xmlns:a="http://schemas.openxmlformats.org/drawingml/2006/main" noGrp="1"/>
          </p:cNvSpPr>
          <p:nvPr/>
        </p:nvSpPr>
        <p:spPr>
          <a:xfrm xmlns:a="http://schemas.openxmlformats.org/drawingml/2006/main">
            <a:off x="6334125" y="1905000"/>
            <a:ext cx="228600" cy="228600"/>
          </a:xfrm>
          <a:prstGeom xmlns:a="http://schemas.openxmlformats.org/drawingml/2006/main" prst="ellipse">
            <a:avLst/>
          </a:prstGeom>
          <a:solidFill xmlns:a="http://schemas.openxmlformats.org/drawingml/2006/main">
            <a:srgbClr val="5B9BD5"/>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DC682B75-A142-4FFC-819D-D6BFC0863F5F}"/>
              </a:ext>
            </a:extLst>
          </p:cNvPr>
          <p:cNvSpPr>
            <a:spLocks xmlns:a="http://schemas.openxmlformats.org/drawingml/2006/main" noGrp="1"/>
          </p:cNvSpPr>
          <p:nvPr/>
        </p:nvSpPr>
        <p:spPr>
          <a:xfrm xmlns:a="http://schemas.openxmlformats.org/drawingml/2006/main">
            <a:off x="6734175" y="2057400"/>
            <a:ext cx="228600" cy="228600"/>
          </a:xfrm>
          <a:prstGeom xmlns:a="http://schemas.openxmlformats.org/drawingml/2006/main" prst="ellipse">
            <a:avLst/>
          </a:prstGeom>
          <a:solidFill xmlns:a="http://schemas.openxmlformats.org/drawingml/2006/main">
            <a:srgbClr val="ED7D3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E18B220D-6EE0-45BA-86D0-83CC63E86656}"/>
              </a:ext>
            </a:extLst>
          </p:cNvPr>
          <p:cNvSpPr>
            <a:spLocks xmlns:a="http://schemas.openxmlformats.org/drawingml/2006/main" noGrp="1"/>
          </p:cNvSpPr>
          <p:nvPr/>
        </p:nvSpPr>
        <p:spPr>
          <a:xfrm xmlns:a="http://schemas.openxmlformats.org/drawingml/2006/main">
            <a:off x="6505575" y="2362200"/>
            <a:ext cx="228600" cy="228600"/>
          </a:xfrm>
          <a:prstGeom xmlns:a="http://schemas.openxmlformats.org/drawingml/2006/main" prst="ellipse">
            <a:avLst/>
          </a:prstGeom>
          <a:solidFill xmlns:a="http://schemas.openxmlformats.org/drawingml/2006/main">
            <a:srgbClr val="5B9BD5"/>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8" name="Oval 7">
            <a:extLst xmlns:a="http://schemas.openxmlformats.org/drawingml/2006/main">
              <a:ext uri="{FF2B5EF4-FFF2-40B4-BE49-F238E27FC236}">
                <a16:creationId xmlns:a16="http://schemas.microsoft.com/office/drawing/2014/main" id="{25CE0CCF-1C0F-4D4D-AD5A-EC7F59D27DE9}"/>
              </a:ext>
            </a:extLst>
          </p:cNvPr>
          <p:cNvSpPr>
            <a:spLocks xmlns:a="http://schemas.openxmlformats.org/drawingml/2006/main" noGrp="1"/>
          </p:cNvSpPr>
          <p:nvPr/>
        </p:nvSpPr>
        <p:spPr>
          <a:xfrm xmlns:a="http://schemas.openxmlformats.org/drawingml/2006/main">
            <a:off x="6953250" y="2457450"/>
            <a:ext cx="228600" cy="228600"/>
          </a:xfrm>
          <a:prstGeom xmlns:a="http://schemas.openxmlformats.org/drawingml/2006/main" prst="ellipse">
            <a:avLst/>
          </a:prstGeom>
          <a:solidFill xmlns:a="http://schemas.openxmlformats.org/drawingml/2006/main">
            <a:srgbClr val="ED7D3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DC0F2206-B0EC-48F4-A1AA-CD19AB17996F}"/>
              </a:ext>
            </a:extLst>
          </p:cNvPr>
          <p:cNvSpPr>
            <a:spLocks xmlns:a="http://schemas.openxmlformats.org/drawingml/2006/main" noGrp="1"/>
          </p:cNvSpPr>
          <p:nvPr/>
        </p:nvSpPr>
        <p:spPr>
          <a:xfrm xmlns:a="http://schemas.openxmlformats.org/drawingml/2006/main">
            <a:off x="7115175" y="1981200"/>
            <a:ext cx="228600" cy="228600"/>
          </a:xfrm>
          <a:prstGeom xmlns:a="http://schemas.openxmlformats.org/drawingml/2006/main" prst="ellipse">
            <a:avLst/>
          </a:prstGeom>
          <a:solidFill xmlns:a="http://schemas.openxmlformats.org/drawingml/2006/main">
            <a:srgbClr val="5B9BD5"/>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8E4B77D2-BA3B-4CE0-8E52-13F076483358}"/>
              </a:ext>
            </a:extLst>
          </p:cNvPr>
          <p:cNvSpPr>
            <a:spLocks xmlns:a="http://schemas.openxmlformats.org/drawingml/2006/main" noGrp="1"/>
          </p:cNvSpPr>
          <p:nvPr/>
        </p:nvSpPr>
        <p:spPr>
          <a:xfrm xmlns:a="http://schemas.openxmlformats.org/drawingml/2006/main">
            <a:off x="6238875" y="278130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Sample 1</a:t>
            </a:r>
          </a:p>
        </p:txBody>
      </p:sp>
      <p:sp>
        <p:nvSpPr>
          <p:cNvPr id="11" name="Oval 10">
            <a:extLst xmlns:a="http://schemas.openxmlformats.org/drawingml/2006/main">
              <a:ext uri="{FF2B5EF4-FFF2-40B4-BE49-F238E27FC236}">
                <a16:creationId xmlns:a16="http://schemas.microsoft.com/office/drawing/2014/main" id="{780D7943-5C8D-4315-8F1B-B855384C10A5}"/>
              </a:ext>
            </a:extLst>
          </p:cNvPr>
          <p:cNvSpPr>
            <a:spLocks xmlns:a="http://schemas.openxmlformats.org/drawingml/2006/main" noGrp="1"/>
          </p:cNvSpPr>
          <p:nvPr/>
        </p:nvSpPr>
        <p:spPr>
          <a:xfrm xmlns:a="http://schemas.openxmlformats.org/drawingml/2006/main">
            <a:off x="6334125" y="3714750"/>
            <a:ext cx="228600" cy="228600"/>
          </a:xfrm>
          <a:prstGeom xmlns:a="http://schemas.openxmlformats.org/drawingml/2006/main" prst="ellipse">
            <a:avLst/>
          </a:prstGeom>
          <a:solidFill xmlns:a="http://schemas.openxmlformats.org/drawingml/2006/main">
            <a:srgbClr val="5B9BD5"/>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2" name="Oval 11">
            <a:extLst xmlns:a="http://schemas.openxmlformats.org/drawingml/2006/main">
              <a:ext uri="{FF2B5EF4-FFF2-40B4-BE49-F238E27FC236}">
                <a16:creationId xmlns:a16="http://schemas.microsoft.com/office/drawing/2014/main" id="{73E0357D-56F9-449B-A55D-D95AD2EE6D3F}"/>
              </a:ext>
            </a:extLst>
          </p:cNvPr>
          <p:cNvSpPr>
            <a:spLocks xmlns:a="http://schemas.openxmlformats.org/drawingml/2006/main" noGrp="1"/>
          </p:cNvSpPr>
          <p:nvPr/>
        </p:nvSpPr>
        <p:spPr>
          <a:xfrm xmlns:a="http://schemas.openxmlformats.org/drawingml/2006/main">
            <a:off x="6734175" y="3867150"/>
            <a:ext cx="228600" cy="228600"/>
          </a:xfrm>
          <a:prstGeom xmlns:a="http://schemas.openxmlformats.org/drawingml/2006/main" prst="ellipse">
            <a:avLst/>
          </a:prstGeom>
          <a:solidFill xmlns:a="http://schemas.openxmlformats.org/drawingml/2006/main">
            <a:srgbClr val="2E9FA3"/>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3" name="Oval 12">
            <a:extLst xmlns:a="http://schemas.openxmlformats.org/drawingml/2006/main">
              <a:ext uri="{FF2B5EF4-FFF2-40B4-BE49-F238E27FC236}">
                <a16:creationId xmlns:a16="http://schemas.microsoft.com/office/drawing/2014/main" id="{5D23E32C-E086-4EBB-AFF8-F7D41A1E42E2}"/>
              </a:ext>
            </a:extLst>
          </p:cNvPr>
          <p:cNvSpPr>
            <a:spLocks xmlns:a="http://schemas.openxmlformats.org/drawingml/2006/main" noGrp="1"/>
          </p:cNvSpPr>
          <p:nvPr/>
        </p:nvSpPr>
        <p:spPr>
          <a:xfrm xmlns:a="http://schemas.openxmlformats.org/drawingml/2006/main">
            <a:off x="6505575" y="4171950"/>
            <a:ext cx="228600" cy="228600"/>
          </a:xfrm>
          <a:prstGeom xmlns:a="http://schemas.openxmlformats.org/drawingml/2006/main" prst="ellipse">
            <a:avLst/>
          </a:prstGeom>
          <a:solidFill xmlns:a="http://schemas.openxmlformats.org/drawingml/2006/main">
            <a:srgbClr val="5B9BD5"/>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4" name="Oval 13">
            <a:extLst xmlns:a="http://schemas.openxmlformats.org/drawingml/2006/main">
              <a:ext uri="{FF2B5EF4-FFF2-40B4-BE49-F238E27FC236}">
                <a16:creationId xmlns:a16="http://schemas.microsoft.com/office/drawing/2014/main" id="{ED0AB4BD-705D-4475-8428-46B0C80DF2E0}"/>
              </a:ext>
            </a:extLst>
          </p:cNvPr>
          <p:cNvSpPr>
            <a:spLocks xmlns:a="http://schemas.openxmlformats.org/drawingml/2006/main" noGrp="1"/>
          </p:cNvSpPr>
          <p:nvPr/>
        </p:nvSpPr>
        <p:spPr>
          <a:xfrm xmlns:a="http://schemas.openxmlformats.org/drawingml/2006/main">
            <a:off x="6953250" y="4267200"/>
            <a:ext cx="228600" cy="228600"/>
          </a:xfrm>
          <a:prstGeom xmlns:a="http://schemas.openxmlformats.org/drawingml/2006/main" prst="ellipse">
            <a:avLst/>
          </a:prstGeom>
          <a:solidFill xmlns:a="http://schemas.openxmlformats.org/drawingml/2006/main">
            <a:srgbClr val="2E9FA3"/>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5" name="Oval 14">
            <a:extLst xmlns:a="http://schemas.openxmlformats.org/drawingml/2006/main">
              <a:ext uri="{FF2B5EF4-FFF2-40B4-BE49-F238E27FC236}">
                <a16:creationId xmlns:a16="http://schemas.microsoft.com/office/drawing/2014/main" id="{711D097C-6CAA-411A-86FD-3CD52BE0569D}"/>
              </a:ext>
            </a:extLst>
          </p:cNvPr>
          <p:cNvSpPr>
            <a:spLocks xmlns:a="http://schemas.openxmlformats.org/drawingml/2006/main" noGrp="1"/>
          </p:cNvSpPr>
          <p:nvPr/>
        </p:nvSpPr>
        <p:spPr>
          <a:xfrm xmlns:a="http://schemas.openxmlformats.org/drawingml/2006/main">
            <a:off x="7115175" y="3790950"/>
            <a:ext cx="228600" cy="228600"/>
          </a:xfrm>
          <a:prstGeom xmlns:a="http://schemas.openxmlformats.org/drawingml/2006/main" prst="ellipse">
            <a:avLst/>
          </a:prstGeom>
          <a:solidFill xmlns:a="http://schemas.openxmlformats.org/drawingml/2006/main">
            <a:srgbClr val="5B9BD5"/>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24B9C61E-ECE9-42FE-A33D-737AA0732B15}"/>
              </a:ext>
            </a:extLst>
          </p:cNvPr>
          <p:cNvSpPr>
            <a:spLocks xmlns:a="http://schemas.openxmlformats.org/drawingml/2006/main" noGrp="1"/>
          </p:cNvSpPr>
          <p:nvPr/>
        </p:nvSpPr>
        <p:spPr>
          <a:xfrm xmlns:a="http://schemas.openxmlformats.org/drawingml/2006/main">
            <a:off x="6238875" y="4591050"/>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Sample 2</a:t>
            </a:r>
          </a:p>
        </p:txBody>
      </p:sp>
      <p:sp>
        <p:nvSpPr>
          <p:cNvPr id="17" name="workflow-arrow">
            <a:extLst xmlns:a="http://schemas.openxmlformats.org/drawingml/2006/main">
              <a:ext uri="{FF2B5EF4-FFF2-40B4-BE49-F238E27FC236}">
                <a16:creationId xmlns:a16="http://schemas.microsoft.com/office/drawing/2014/main" id="{0D18706A-C58D-40A9-AE54-FF469DD4394D}"/>
              </a:ext>
            </a:extLst>
          </p:cNvPr>
          <p:cNvSpPr>
            <a:spLocks xmlns:a="http://schemas.openxmlformats.org/drawingml/2006/main" noGrp="1"/>
          </p:cNvSpPr>
          <p:nvPr/>
        </p:nvSpPr>
        <p:spPr>
          <a:xfrm xmlns:a="http://schemas.openxmlformats.org/drawingml/2006/main">
            <a:off x="7715250" y="3095625"/>
            <a:ext cx="819150" cy="323850"/>
          </a:xfrm>
          <a:prstGeom xmlns:a="http://schemas.openxmlformats.org/drawingml/2006/main" prst="rightArrow">
            <a:avLst/>
          </a:prstGeom>
          <a:solidFill xmlns:a="http://schemas.openxmlformats.org/drawingml/2006/main">
            <a:srgbClr val="4472C4"/>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8" name="Rectangle: Rounded Corners 17">
            <a:extLst xmlns:a="http://schemas.openxmlformats.org/drawingml/2006/main">
              <a:ext uri="{FF2B5EF4-FFF2-40B4-BE49-F238E27FC236}">
                <a16:creationId xmlns:a16="http://schemas.microsoft.com/office/drawing/2014/main" id="{948A5FD9-4EAB-468E-ADB0-15EAB70CD8BC}"/>
              </a:ext>
            </a:extLst>
          </p:cNvPr>
          <p:cNvSpPr>
            <a:spLocks xmlns:a="http://schemas.openxmlformats.org/drawingml/2006/main" noGrp="1"/>
          </p:cNvSpPr>
          <p:nvPr/>
        </p:nvSpPr>
        <p:spPr>
          <a:xfrm xmlns:a="http://schemas.openxmlformats.org/drawingml/2006/main">
            <a:off x="8858250" y="1981200"/>
            <a:ext cx="2381250" cy="2905125"/>
          </a:xfrm>
          <a:prstGeom xmlns:a="http://schemas.openxmlformats.org/drawingml/2006/main" prst="roundRect">
            <a:avLst>
              <a:gd name="adj" fmla="val 9600"/>
            </a:avLst>
          </a:prstGeom>
          <a:solidFill xmlns:a="http://schemas.openxmlformats.org/drawingml/2006/main">
            <a:srgbClr val="EAF0FA"/>
          </a:solidFill>
          <a:ln xmlns:a="http://schemas.openxmlformats.org/drawingml/2006/main" w="13335">
            <a:solidFill>
              <a:srgbClr val="4472C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Oval 18">
            <a:extLst xmlns:a="http://schemas.openxmlformats.org/drawingml/2006/main">
              <a:ext uri="{FF2B5EF4-FFF2-40B4-BE49-F238E27FC236}">
                <a16:creationId xmlns:a16="http://schemas.microsoft.com/office/drawing/2014/main" id="{E00B49C1-A038-42C6-AECF-23FAC49A5040}"/>
              </a:ext>
            </a:extLst>
          </p:cNvPr>
          <p:cNvSpPr>
            <a:spLocks xmlns:a="http://schemas.openxmlformats.org/drawingml/2006/main" noGrp="1"/>
          </p:cNvSpPr>
          <p:nvPr/>
        </p:nvSpPr>
        <p:spPr>
          <a:xfrm xmlns:a="http://schemas.openxmlformats.org/drawingml/2006/main">
            <a:off x="9267825" y="2400300"/>
            <a:ext cx="247650" cy="247650"/>
          </a:xfrm>
          <a:prstGeom xmlns:a="http://schemas.openxmlformats.org/drawingml/2006/main" prst="ellipse">
            <a:avLst/>
          </a:prstGeom>
          <a:solidFill xmlns:a="http://schemas.openxmlformats.org/drawingml/2006/main">
            <a:srgbClr val="ED7D3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0" name="Oval 19">
            <a:extLst xmlns:a="http://schemas.openxmlformats.org/drawingml/2006/main">
              <a:ext uri="{FF2B5EF4-FFF2-40B4-BE49-F238E27FC236}">
                <a16:creationId xmlns:a16="http://schemas.microsoft.com/office/drawing/2014/main" id="{651D293E-8544-43C0-9294-E4973BAAF885}"/>
              </a:ext>
            </a:extLst>
          </p:cNvPr>
          <p:cNvSpPr>
            <a:spLocks xmlns:a="http://schemas.openxmlformats.org/drawingml/2006/main" noGrp="1"/>
          </p:cNvSpPr>
          <p:nvPr/>
        </p:nvSpPr>
        <p:spPr>
          <a:xfrm xmlns:a="http://schemas.openxmlformats.org/drawingml/2006/main">
            <a:off x="9858375" y="2533650"/>
            <a:ext cx="247650" cy="247650"/>
          </a:xfrm>
          <a:prstGeom xmlns:a="http://schemas.openxmlformats.org/drawingml/2006/main" prst="ellipse">
            <a:avLst/>
          </a:prstGeom>
          <a:solidFill xmlns:a="http://schemas.openxmlformats.org/drawingml/2006/main">
            <a:srgbClr val="2E9FA3"/>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1" name="Oval 20">
            <a:extLst xmlns:a="http://schemas.openxmlformats.org/drawingml/2006/main">
              <a:ext uri="{FF2B5EF4-FFF2-40B4-BE49-F238E27FC236}">
                <a16:creationId xmlns:a16="http://schemas.microsoft.com/office/drawing/2014/main" id="{64F27ABE-0FD4-4CED-B4D1-B0411C03A5A5}"/>
              </a:ext>
            </a:extLst>
          </p:cNvPr>
          <p:cNvSpPr>
            <a:spLocks xmlns:a="http://schemas.openxmlformats.org/drawingml/2006/main" noGrp="1"/>
          </p:cNvSpPr>
          <p:nvPr/>
        </p:nvSpPr>
        <p:spPr>
          <a:xfrm xmlns:a="http://schemas.openxmlformats.org/drawingml/2006/main">
            <a:off x="10334625" y="2924175"/>
            <a:ext cx="247650" cy="247650"/>
          </a:xfrm>
          <a:prstGeom xmlns:a="http://schemas.openxmlformats.org/drawingml/2006/main" prst="ellipse">
            <a:avLst/>
          </a:prstGeom>
          <a:solidFill xmlns:a="http://schemas.openxmlformats.org/drawingml/2006/main">
            <a:srgbClr val="5B9BD5"/>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2" name="Oval 21">
            <a:extLst xmlns:a="http://schemas.openxmlformats.org/drawingml/2006/main">
              <a:ext uri="{FF2B5EF4-FFF2-40B4-BE49-F238E27FC236}">
                <a16:creationId xmlns:a16="http://schemas.microsoft.com/office/drawing/2014/main" id="{7E9D9D6C-F023-430D-8954-BAE91F0DB564}"/>
              </a:ext>
            </a:extLst>
          </p:cNvPr>
          <p:cNvSpPr>
            <a:spLocks xmlns:a="http://schemas.openxmlformats.org/drawingml/2006/main" noGrp="1"/>
          </p:cNvSpPr>
          <p:nvPr/>
        </p:nvSpPr>
        <p:spPr>
          <a:xfrm xmlns:a="http://schemas.openxmlformats.org/drawingml/2006/main">
            <a:off x="9429750" y="3305175"/>
            <a:ext cx="247650" cy="247650"/>
          </a:xfrm>
          <a:prstGeom xmlns:a="http://schemas.openxmlformats.org/drawingml/2006/main" prst="ellipse">
            <a:avLst/>
          </a:prstGeom>
          <a:solidFill xmlns:a="http://schemas.openxmlformats.org/drawingml/2006/main">
            <a:srgbClr val="2E9FA3"/>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3" name="Oval 22">
            <a:extLst xmlns:a="http://schemas.openxmlformats.org/drawingml/2006/main">
              <a:ext uri="{FF2B5EF4-FFF2-40B4-BE49-F238E27FC236}">
                <a16:creationId xmlns:a16="http://schemas.microsoft.com/office/drawing/2014/main" id="{3D301CE0-6C76-4E5B-920F-43087B77088B}"/>
              </a:ext>
            </a:extLst>
          </p:cNvPr>
          <p:cNvSpPr>
            <a:spLocks xmlns:a="http://schemas.openxmlformats.org/drawingml/2006/main" noGrp="1"/>
          </p:cNvSpPr>
          <p:nvPr/>
        </p:nvSpPr>
        <p:spPr>
          <a:xfrm xmlns:a="http://schemas.openxmlformats.org/drawingml/2006/main">
            <a:off x="10096500" y="3543300"/>
            <a:ext cx="247650" cy="247650"/>
          </a:xfrm>
          <a:prstGeom xmlns:a="http://schemas.openxmlformats.org/drawingml/2006/main" prst="ellipse">
            <a:avLst/>
          </a:prstGeom>
          <a:solidFill xmlns:a="http://schemas.openxmlformats.org/drawingml/2006/main">
            <a:srgbClr val="ED7D3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4" name="Oval 23">
            <a:extLst xmlns:a="http://schemas.openxmlformats.org/drawingml/2006/main">
              <a:ext uri="{FF2B5EF4-FFF2-40B4-BE49-F238E27FC236}">
                <a16:creationId xmlns:a16="http://schemas.microsoft.com/office/drawing/2014/main" id="{A6A492BD-7740-4740-A254-AC1D6D34F4A5}"/>
              </a:ext>
            </a:extLst>
          </p:cNvPr>
          <p:cNvSpPr>
            <a:spLocks xmlns:a="http://schemas.openxmlformats.org/drawingml/2006/main" noGrp="1"/>
          </p:cNvSpPr>
          <p:nvPr/>
        </p:nvSpPr>
        <p:spPr>
          <a:xfrm xmlns:a="http://schemas.openxmlformats.org/drawingml/2006/main">
            <a:off x="9620250" y="4114800"/>
            <a:ext cx="247650" cy="247650"/>
          </a:xfrm>
          <a:prstGeom xmlns:a="http://schemas.openxmlformats.org/drawingml/2006/main" prst="ellipse">
            <a:avLst/>
          </a:prstGeom>
          <a:solidFill xmlns:a="http://schemas.openxmlformats.org/drawingml/2006/main">
            <a:srgbClr val="5B9BD5"/>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5" name="Oval 24">
            <a:extLst xmlns:a="http://schemas.openxmlformats.org/drawingml/2006/main">
              <a:ext uri="{FF2B5EF4-FFF2-40B4-BE49-F238E27FC236}">
                <a16:creationId xmlns:a16="http://schemas.microsoft.com/office/drawing/2014/main" id="{CE0F3FCF-3747-4A59-9D52-AF15798704DF}"/>
              </a:ext>
            </a:extLst>
          </p:cNvPr>
          <p:cNvSpPr>
            <a:spLocks xmlns:a="http://schemas.openxmlformats.org/drawingml/2006/main" noGrp="1"/>
          </p:cNvSpPr>
          <p:nvPr/>
        </p:nvSpPr>
        <p:spPr>
          <a:xfrm xmlns:a="http://schemas.openxmlformats.org/drawingml/2006/main">
            <a:off x="10572750" y="4162425"/>
            <a:ext cx="247650" cy="247650"/>
          </a:xfrm>
          <a:prstGeom xmlns:a="http://schemas.openxmlformats.org/drawingml/2006/main" prst="ellipse">
            <a:avLst/>
          </a:prstGeom>
          <a:solidFill xmlns:a="http://schemas.openxmlformats.org/drawingml/2006/main">
            <a:srgbClr val="2E9FA3"/>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6" name="Oval 25">
            <a:extLst xmlns:a="http://schemas.openxmlformats.org/drawingml/2006/main">
              <a:ext uri="{FF2B5EF4-FFF2-40B4-BE49-F238E27FC236}">
                <a16:creationId xmlns:a16="http://schemas.microsoft.com/office/drawing/2014/main" id="{1133B065-59D1-4D68-894D-A8F4BFE369E6}"/>
              </a:ext>
            </a:extLst>
          </p:cNvPr>
          <p:cNvSpPr>
            <a:spLocks xmlns:a="http://schemas.openxmlformats.org/drawingml/2006/main" noGrp="1"/>
          </p:cNvSpPr>
          <p:nvPr/>
        </p:nvSpPr>
        <p:spPr>
          <a:xfrm xmlns:a="http://schemas.openxmlformats.org/drawingml/2006/main">
            <a:off x="10668000" y="3209925"/>
            <a:ext cx="247650" cy="247650"/>
          </a:xfrm>
          <a:prstGeom xmlns:a="http://schemas.openxmlformats.org/drawingml/2006/main" prst="ellipse">
            <a:avLst/>
          </a:prstGeom>
          <a:solidFill xmlns:a="http://schemas.openxmlformats.org/drawingml/2006/main">
            <a:srgbClr val="ED7D3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7" name="Rectangle 26">
            <a:extLst xmlns:a="http://schemas.openxmlformats.org/drawingml/2006/main">
              <a:ext uri="{FF2B5EF4-FFF2-40B4-BE49-F238E27FC236}">
                <a16:creationId xmlns:a16="http://schemas.microsoft.com/office/drawing/2014/main" id="{CCE146BB-4310-46FE-A30F-BC90233537A5}"/>
              </a:ext>
            </a:extLst>
          </p:cNvPr>
          <p:cNvSpPr>
            <a:spLocks xmlns:a="http://schemas.openxmlformats.org/drawingml/2006/main" noGrp="1"/>
          </p:cNvSpPr>
          <p:nvPr/>
        </p:nvSpPr>
        <p:spPr>
          <a:xfrm xmlns:a="http://schemas.openxmlformats.org/drawingml/2006/main">
            <a:off x="9001125" y="49815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99677"/>
          </a:bodyPr>
          <a:lstStyle xmlns:a="http://schemas.openxmlformats.org/drawingml/2006/main"/>
          <a:p xmlns:a="http://schemas.openxmlformats.org/drawingml/2006/main">
            <a:pPr algn="ctr">
              <a:buNone/>
              <a:defRPr sz="1500" b="1">
                <a:solidFill>
                  <a:srgbClr val="4472C4"/>
                </a:solidFill>
                <a:latin typeface="Arial"/>
                <a:ea typeface="Arial"/>
                <a:cs typeface="Arial"/>
              </a:defRPr>
            </a:pPr>
            <a:r>
              <a:rPr sz="1500" b="1">
                <a:solidFill>
                  <a:srgbClr val="4472C4"/>
                </a:solidFill>
                <a:latin typeface="Arial"/>
                <a:ea typeface="Arial"/>
                <a:cs typeface="Arial"/>
              </a:rPr>
              <a:t>Shared analysis space</a:t>
            </a:r>
          </a:p>
        </p:txBody>
      </p:sp>
      <p:sp>
        <p:nvSpPr>
          <p:cNvPr id="28" name="Rectangle 27">
            <a:extLst xmlns:a="http://schemas.openxmlformats.org/drawingml/2006/main">
              <a:ext uri="{FF2B5EF4-FFF2-40B4-BE49-F238E27FC236}">
                <a16:creationId xmlns:a16="http://schemas.microsoft.com/office/drawing/2014/main" id="{54D3D7FC-BDAE-4CFD-AAB0-543BB77755B0}"/>
              </a:ext>
            </a:extLst>
          </p:cNvPr>
          <p:cNvSpPr>
            <a:spLocks xmlns:a="http://schemas.openxmlformats.org/drawingml/2006/main" noGrp="1"/>
          </p:cNvSpPr>
          <p:nvPr/>
        </p:nvSpPr>
        <p:spPr>
          <a:xfrm xmlns:a="http://schemas.openxmlformats.org/drawingml/2006/main">
            <a:off x="666750" y="585787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gn="ctr">
              <a:buNone/>
              <a:defRPr sz="1725" b="1">
                <a:solidFill>
                  <a:srgbClr val="1F2937"/>
                </a:solidFill>
                <a:latin typeface="Arial"/>
                <a:ea typeface="Arial"/>
                <a:cs typeface="Arial"/>
              </a:defRPr>
            </a:pPr>
            <a:r>
              <a:rPr sz="1725" b="1">
                <a:solidFill>
                  <a:srgbClr val="1F2937"/>
                </a:solidFill>
                <a:latin typeface="Arial"/>
                <a:ea typeface="Arial"/>
                <a:cs typeface="Arial"/>
              </a:rPr>
              <a:t>Goal: align shared cell states without inventing cells or erasing real differences.</a:t>
            </a:r>
          </a:p>
        </p:txBody>
      </p:sp>
    </p:spTree>
    <p:extLst>
      <p:ext uri="{BB962C8B-B14F-4D97-AF65-F5344CB8AC3E}">
        <p14:creationId xmlns:p14="http://schemas.microsoft.com/office/powerpoint/2010/main" val="336341100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lide-title">
            <a:extLst xmlns:a="http://schemas.openxmlformats.org/drawingml/2006/main">
              <a:ext uri="{FF2B5EF4-FFF2-40B4-BE49-F238E27FC236}">
                <a16:creationId xmlns:a16="http://schemas.microsoft.com/office/drawing/2014/main" id="{9F3FC46F-49A2-42B1-AE59-11AC8B559F29}"/>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a:bodyPr>
          <a:lstStyle xmlns:a="http://schemas.openxmlformats.org/drawingml/2006/main"/>
          <a:p xmlns:a="http://schemas.openxmlformats.org/drawingml/2006/main">
            <a:pPr>
              <a:buNone/>
              <a:defRPr sz="3225" b="0">
                <a:solidFill>
                  <a:srgbClr val="111827"/>
                </a:solidFill>
                <a:latin typeface="Arial"/>
                <a:ea typeface="Arial"/>
                <a:cs typeface="Arial"/>
              </a:defRPr>
            </a:pPr>
            <a:r>
              <a:rPr sz="3225" b="0">
                <a:solidFill>
                  <a:srgbClr val="111827"/>
                </a:solidFill>
                <a:latin typeface="Arial"/>
                <a:ea typeface="Arial"/>
                <a:cs typeface="Arial"/>
              </a:rPr>
              <a:t>Multiple samples, one analysis</a:t>
            </a:r>
          </a:p>
        </p:txBody>
      </p:sp>
      <p:sp>
        <p:nvSpPr>
          <p:cNvPr id="2" name="title-accent">
            <a:extLst xmlns:a="http://schemas.openxmlformats.org/drawingml/2006/main">
              <a:ext uri="{FF2B5EF4-FFF2-40B4-BE49-F238E27FC236}">
                <a16:creationId xmlns:a16="http://schemas.microsoft.com/office/drawing/2014/main" id="{86666F59-85B0-46B4-AB7A-E62A54CCB6C3}"/>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lide-subtitle">
            <a:extLst xmlns:a="http://schemas.openxmlformats.org/drawingml/2006/main">
              <a:ext uri="{FF2B5EF4-FFF2-40B4-BE49-F238E27FC236}">
                <a16:creationId xmlns:a16="http://schemas.microsoft.com/office/drawing/2014/main" id="{FB8F4606-B1E0-4AF1-847B-02B082EC6A9D}"/>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a:bodyPr>
          <a:lstStyle xmlns:a="http://schemas.openxmlformats.org/drawingml/2006/main"/>
          <a:p xmlns:a="http://schemas.openxmlformats.org/drawingml/2006/main">
            <a:pPr>
              <a:buNone/>
              <a:defRPr sz="1425">
                <a:solidFill>
                  <a:srgbClr val="5B6472"/>
                </a:solidFill>
                <a:latin typeface="Arial"/>
                <a:ea typeface="Arial"/>
                <a:cs typeface="Arial"/>
              </a:defRPr>
            </a:pPr>
            <a:r>
              <a:rPr sz="1425">
                <a:solidFill>
                  <a:srgbClr val="5B6472"/>
                </a:solidFill>
                <a:latin typeface="Arial"/>
                <a:ea typeface="Arial"/>
                <a:cs typeface="Arial"/>
              </a:rPr>
              <a:t>Integration is a workflow with checks, not a single button</a:t>
            </a:r>
          </a:p>
        </p:txBody>
      </p:sp>
      <p:sp>
        <p:nvSpPr>
          <p:cNvPr id="4" name="step-1-surface">
            <a:extLst xmlns:a="http://schemas.openxmlformats.org/drawingml/2006/main">
              <a:ext uri="{FF2B5EF4-FFF2-40B4-BE49-F238E27FC236}">
                <a16:creationId xmlns:a16="http://schemas.microsoft.com/office/drawing/2014/main" id="{C0D662CD-9DC4-49C7-BC8A-4BEA82AAD5DE}"/>
              </a:ext>
            </a:extLst>
          </p:cNvPr>
          <p:cNvSpPr>
            <a:spLocks xmlns:a="http://schemas.openxmlformats.org/drawingml/2006/main" noGrp="1"/>
          </p:cNvSpPr>
          <p:nvPr/>
        </p:nvSpPr>
        <p:spPr>
          <a:xfrm xmlns:a="http://schemas.openxmlformats.org/drawingml/2006/main">
            <a:off x="609600" y="1638300"/>
            <a:ext cx="2495550" cy="2857500"/>
          </a:xfrm>
          <a:prstGeom xmlns:a="http://schemas.openxmlformats.org/drawingml/2006/main" prst="roundRect">
            <a:avLst>
              <a:gd name="adj" fmla="val 6870"/>
            </a:avLst>
          </a:prstGeom>
          <a:solidFill xmlns:a="http://schemas.openxmlformats.org/drawingml/2006/main">
            <a:srgbClr val="EAF0FA"/>
          </a:solidFill>
          <a:ln xmlns:a="http://schemas.openxmlformats.org/drawingml/2006/main" w="12383">
            <a:solidFill>
              <a:srgbClr val="4472C4"/>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tep-1-badge">
            <a:extLst xmlns:a="http://schemas.openxmlformats.org/drawingml/2006/main">
              <a:ext uri="{FF2B5EF4-FFF2-40B4-BE49-F238E27FC236}">
                <a16:creationId xmlns:a16="http://schemas.microsoft.com/office/drawing/2014/main" id="{523C28EB-1ECC-480A-95D6-42CD597EA999}"/>
              </a:ext>
            </a:extLst>
          </p:cNvPr>
          <p:cNvSpPr>
            <a:spLocks xmlns:a="http://schemas.openxmlformats.org/drawingml/2006/main" noGrp="1"/>
          </p:cNvSpPr>
          <p:nvPr/>
        </p:nvSpPr>
        <p:spPr>
          <a:xfrm xmlns:a="http://schemas.openxmlformats.org/drawingml/2006/main">
            <a:off x="781050" y="1819275"/>
            <a:ext cx="457200" cy="457200"/>
          </a:xfrm>
          <a:prstGeom xmlns:a="http://schemas.openxmlformats.org/drawingml/2006/main" prst="ellipse">
            <a:avLst/>
          </a:prstGeom>
          <a:solidFill xmlns:a="http://schemas.openxmlformats.org/drawingml/2006/main">
            <a:srgbClr val="4472C4"/>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6" name="step-1-title">
            <a:extLst xmlns:a="http://schemas.openxmlformats.org/drawingml/2006/main">
              <a:ext uri="{FF2B5EF4-FFF2-40B4-BE49-F238E27FC236}">
                <a16:creationId xmlns:a16="http://schemas.microsoft.com/office/drawing/2014/main" id="{5228BAC1-5473-4FDA-B889-AE6EB94C2FEF}"/>
              </a:ext>
            </a:extLst>
          </p:cNvPr>
          <p:cNvSpPr>
            <a:spLocks xmlns:a="http://schemas.openxmlformats.org/drawingml/2006/main" noGrp="1"/>
          </p:cNvSpPr>
          <p:nvPr/>
        </p:nvSpPr>
        <p:spPr>
          <a:xfrm xmlns:a="http://schemas.openxmlformats.org/drawingml/2006/main">
            <a:off x="1390650" y="1800225"/>
            <a:ext cx="1562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75014"/>
          </a:bodyPr>
          <a:lstStyle xmlns:a="http://schemas.openxmlformats.org/drawingml/2006/main"/>
          <a:p xmlns:a="http://schemas.openxmlformats.org/drawingml/2006/main">
            <a:pPr>
              <a:buNone/>
              <a:defRPr sz="1875" b="1">
                <a:solidFill>
                  <a:srgbClr val="1F2937"/>
                </a:solidFill>
                <a:latin typeface="Arial"/>
                <a:ea typeface="Arial"/>
                <a:cs typeface="Arial"/>
              </a:defRPr>
            </a:pPr>
            <a:r>
              <a:rPr sz="1875" b="1">
                <a:solidFill>
                  <a:srgbClr val="1F2937"/>
                </a:solidFill>
                <a:latin typeface="Arial"/>
                <a:ea typeface="Arial"/>
                <a:cs typeface="Arial"/>
              </a:rPr>
              <a:t>Create one object per sample</a:t>
            </a:r>
          </a:p>
        </p:txBody>
      </p:sp>
      <p:sp>
        <p:nvSpPr>
          <p:cNvPr id="7" name="step-1-detail">
            <a:extLst xmlns:a="http://schemas.openxmlformats.org/drawingml/2006/main">
              <a:ext uri="{FF2B5EF4-FFF2-40B4-BE49-F238E27FC236}">
                <a16:creationId xmlns:a16="http://schemas.microsoft.com/office/drawing/2014/main" id="{7B35CFFB-5BB6-4460-94EE-73D0D0F9DD23}"/>
              </a:ext>
            </a:extLst>
          </p:cNvPr>
          <p:cNvSpPr>
            <a:spLocks xmlns:a="http://schemas.openxmlformats.org/drawingml/2006/main" noGrp="1"/>
          </p:cNvSpPr>
          <p:nvPr/>
        </p:nvSpPr>
        <p:spPr>
          <a:xfrm xmlns:a="http://schemas.openxmlformats.org/drawingml/2006/main">
            <a:off x="800100" y="2400300"/>
            <a:ext cx="211455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nSpc>
                <a:spcPct val="105000"/>
              </a:lnSpc>
              <a:buNone/>
              <a:defRPr sz="1425">
                <a:solidFill>
                  <a:srgbClr val="5B6472"/>
                </a:solidFill>
                <a:latin typeface="Arial"/>
                <a:ea typeface="Arial"/>
                <a:cs typeface="Arial"/>
              </a:defRPr>
            </a:pPr>
            <a:r>
              <a:rPr sz="1425">
                <a:solidFill>
                  <a:srgbClr val="5B6472"/>
                </a:solidFill>
                <a:latin typeface="Arial"/>
                <a:ea typeface="Arial"/>
                <a:cs typeface="Arial"/>
              </a:rPr>
              <a:t>Keep sample labels and metadata attached</a:t>
            </a:r>
          </a:p>
        </p:txBody>
      </p:sp>
      <p:sp>
        <p:nvSpPr>
          <p:cNvPr id="8" name="step-2-surface">
            <a:extLst xmlns:a="http://schemas.openxmlformats.org/drawingml/2006/main">
              <a:ext uri="{FF2B5EF4-FFF2-40B4-BE49-F238E27FC236}">
                <a16:creationId xmlns:a16="http://schemas.microsoft.com/office/drawing/2014/main" id="{216F368A-145E-4137-9954-3A9BAB83BC45}"/>
              </a:ext>
            </a:extLst>
          </p:cNvPr>
          <p:cNvSpPr>
            <a:spLocks xmlns:a="http://schemas.openxmlformats.org/drawingml/2006/main" noGrp="1"/>
          </p:cNvSpPr>
          <p:nvPr/>
        </p:nvSpPr>
        <p:spPr>
          <a:xfrm xmlns:a="http://schemas.openxmlformats.org/drawingml/2006/main">
            <a:off x="3533775" y="1638300"/>
            <a:ext cx="2495550" cy="2857500"/>
          </a:xfrm>
          <a:prstGeom xmlns:a="http://schemas.openxmlformats.org/drawingml/2006/main" prst="roundRect">
            <a:avLst>
              <a:gd name="adj" fmla="val 6870"/>
            </a:avLst>
          </a:prstGeom>
          <a:solidFill xmlns:a="http://schemas.openxmlformats.org/drawingml/2006/main">
            <a:srgbClr val="E5F4F3"/>
          </a:solidFill>
          <a:ln xmlns:a="http://schemas.openxmlformats.org/drawingml/2006/main" w="12383">
            <a:solidFill>
              <a:srgbClr val="2E9FA3"/>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step-2-badge">
            <a:extLst xmlns:a="http://schemas.openxmlformats.org/drawingml/2006/main">
              <a:ext uri="{FF2B5EF4-FFF2-40B4-BE49-F238E27FC236}">
                <a16:creationId xmlns:a16="http://schemas.microsoft.com/office/drawing/2014/main" id="{368C54F9-D4E6-46CC-85C5-69FFB095ADF3}"/>
              </a:ext>
            </a:extLst>
          </p:cNvPr>
          <p:cNvSpPr>
            <a:spLocks xmlns:a="http://schemas.openxmlformats.org/drawingml/2006/main" noGrp="1"/>
          </p:cNvSpPr>
          <p:nvPr/>
        </p:nvSpPr>
        <p:spPr>
          <a:xfrm xmlns:a="http://schemas.openxmlformats.org/drawingml/2006/main">
            <a:off x="3705225" y="1819275"/>
            <a:ext cx="457200" cy="457200"/>
          </a:xfrm>
          <a:prstGeom xmlns:a="http://schemas.openxmlformats.org/drawingml/2006/main" prst="ellipse">
            <a:avLst/>
          </a:prstGeom>
          <a:solidFill xmlns:a="http://schemas.openxmlformats.org/drawingml/2006/main">
            <a:srgbClr val="2E9FA3"/>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10" name="step-2-title">
            <a:extLst xmlns:a="http://schemas.openxmlformats.org/drawingml/2006/main">
              <a:ext uri="{FF2B5EF4-FFF2-40B4-BE49-F238E27FC236}">
                <a16:creationId xmlns:a16="http://schemas.microsoft.com/office/drawing/2014/main" id="{0D3CC0F6-14EA-4CD5-B48A-FA7863C1ECA5}"/>
              </a:ext>
            </a:extLst>
          </p:cNvPr>
          <p:cNvSpPr>
            <a:spLocks xmlns:a="http://schemas.openxmlformats.org/drawingml/2006/main" noGrp="1"/>
          </p:cNvSpPr>
          <p:nvPr/>
        </p:nvSpPr>
        <p:spPr>
          <a:xfrm xmlns:a="http://schemas.openxmlformats.org/drawingml/2006/main">
            <a:off x="4314825" y="1800225"/>
            <a:ext cx="1562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83333"/>
          </a:bodyPr>
          <a:lstStyle xmlns:a="http://schemas.openxmlformats.org/drawingml/2006/main"/>
          <a:p xmlns:a="http://schemas.openxmlformats.org/drawingml/2006/main">
            <a:pPr>
              <a:buNone/>
              <a:defRPr sz="1875" b="1">
                <a:solidFill>
                  <a:srgbClr val="1F2937"/>
                </a:solidFill>
                <a:latin typeface="Arial"/>
                <a:ea typeface="Arial"/>
                <a:cs typeface="Arial"/>
              </a:defRPr>
            </a:pPr>
            <a:r>
              <a:rPr sz="1875" b="1">
                <a:solidFill>
                  <a:srgbClr val="1F2937"/>
                </a:solidFill>
                <a:latin typeface="Arial"/>
                <a:ea typeface="Arial"/>
                <a:cs typeface="Arial"/>
              </a:rPr>
              <a:t>Inspect sample structure</a:t>
            </a:r>
          </a:p>
        </p:txBody>
      </p:sp>
      <p:sp>
        <p:nvSpPr>
          <p:cNvPr id="11" name="step-2-detail">
            <a:extLst xmlns:a="http://schemas.openxmlformats.org/drawingml/2006/main">
              <a:ext uri="{FF2B5EF4-FFF2-40B4-BE49-F238E27FC236}">
                <a16:creationId xmlns:a16="http://schemas.microsoft.com/office/drawing/2014/main" id="{DBB00A2E-4D2F-4204-9BB5-418D16920610}"/>
              </a:ext>
            </a:extLst>
          </p:cNvPr>
          <p:cNvSpPr>
            <a:spLocks xmlns:a="http://schemas.openxmlformats.org/drawingml/2006/main" noGrp="1"/>
          </p:cNvSpPr>
          <p:nvPr/>
        </p:nvSpPr>
        <p:spPr>
          <a:xfrm xmlns:a="http://schemas.openxmlformats.org/drawingml/2006/main">
            <a:off x="3724275" y="2400300"/>
            <a:ext cx="211455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nSpc>
                <a:spcPct val="105000"/>
              </a:lnSpc>
              <a:buNone/>
              <a:defRPr sz="1425">
                <a:solidFill>
                  <a:srgbClr val="5B6472"/>
                </a:solidFill>
                <a:latin typeface="Arial"/>
                <a:ea typeface="Arial"/>
                <a:cs typeface="Arial"/>
              </a:defRPr>
            </a:pPr>
            <a:r>
              <a:rPr sz="1425">
                <a:solidFill>
                  <a:srgbClr val="5B6472"/>
                </a:solidFill>
                <a:latin typeface="Arial"/>
                <a:ea typeface="Arial"/>
                <a:cs typeface="Arial"/>
              </a:rPr>
              <a:t>Plot cells by sample before correction</a:t>
            </a:r>
          </a:p>
        </p:txBody>
      </p:sp>
      <p:sp>
        <p:nvSpPr>
          <p:cNvPr id="12" name="step-3-surface">
            <a:extLst xmlns:a="http://schemas.openxmlformats.org/drawingml/2006/main">
              <a:ext uri="{FF2B5EF4-FFF2-40B4-BE49-F238E27FC236}">
                <a16:creationId xmlns:a16="http://schemas.microsoft.com/office/drawing/2014/main" id="{62FCBBBC-F09E-42C8-AF5E-5D731A84FA1F}"/>
              </a:ext>
            </a:extLst>
          </p:cNvPr>
          <p:cNvSpPr>
            <a:spLocks xmlns:a="http://schemas.openxmlformats.org/drawingml/2006/main" noGrp="1"/>
          </p:cNvSpPr>
          <p:nvPr/>
        </p:nvSpPr>
        <p:spPr>
          <a:xfrm xmlns:a="http://schemas.openxmlformats.org/drawingml/2006/main">
            <a:off x="6457950" y="1638300"/>
            <a:ext cx="2495550" cy="2857500"/>
          </a:xfrm>
          <a:prstGeom xmlns:a="http://schemas.openxmlformats.org/drawingml/2006/main" prst="roundRect">
            <a:avLst>
              <a:gd name="adj" fmla="val 6870"/>
            </a:avLst>
          </a:prstGeom>
          <a:solidFill xmlns:a="http://schemas.openxmlformats.org/drawingml/2006/main">
            <a:srgbClr val="FCEADD"/>
          </a:solidFill>
          <a:ln xmlns:a="http://schemas.openxmlformats.org/drawingml/2006/main" w="12383">
            <a:solidFill>
              <a:srgbClr val="ED7D31"/>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step-3-badge">
            <a:extLst xmlns:a="http://schemas.openxmlformats.org/drawingml/2006/main">
              <a:ext uri="{FF2B5EF4-FFF2-40B4-BE49-F238E27FC236}">
                <a16:creationId xmlns:a16="http://schemas.microsoft.com/office/drawing/2014/main" id="{4755A10F-3CFF-4BB8-978C-44763CF222C0}"/>
              </a:ext>
            </a:extLst>
          </p:cNvPr>
          <p:cNvSpPr>
            <a:spLocks xmlns:a="http://schemas.openxmlformats.org/drawingml/2006/main" noGrp="1"/>
          </p:cNvSpPr>
          <p:nvPr/>
        </p:nvSpPr>
        <p:spPr>
          <a:xfrm xmlns:a="http://schemas.openxmlformats.org/drawingml/2006/main">
            <a:off x="6629400" y="1819275"/>
            <a:ext cx="457200" cy="457200"/>
          </a:xfrm>
          <a:prstGeom xmlns:a="http://schemas.openxmlformats.org/drawingml/2006/main" prst="ellipse">
            <a:avLst/>
          </a:prstGeom>
          <a:solidFill xmlns:a="http://schemas.openxmlformats.org/drawingml/2006/main">
            <a:srgbClr val="ED7D31"/>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14" name="step-3-title">
            <a:extLst xmlns:a="http://schemas.openxmlformats.org/drawingml/2006/main">
              <a:ext uri="{FF2B5EF4-FFF2-40B4-BE49-F238E27FC236}">
                <a16:creationId xmlns:a16="http://schemas.microsoft.com/office/drawing/2014/main" id="{06628405-D6B9-4C95-BDBD-1F62BD230376}"/>
              </a:ext>
            </a:extLst>
          </p:cNvPr>
          <p:cNvSpPr>
            <a:spLocks xmlns:a="http://schemas.openxmlformats.org/drawingml/2006/main" noGrp="1"/>
          </p:cNvSpPr>
          <p:nvPr/>
        </p:nvSpPr>
        <p:spPr>
          <a:xfrm xmlns:a="http://schemas.openxmlformats.org/drawingml/2006/main">
            <a:off x="7239000" y="1800225"/>
            <a:ext cx="1562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83333"/>
          </a:bodyPr>
          <a:lstStyle xmlns:a="http://schemas.openxmlformats.org/drawingml/2006/main"/>
          <a:p xmlns:a="http://schemas.openxmlformats.org/drawingml/2006/main">
            <a:pPr>
              <a:buNone/>
              <a:defRPr sz="1875" b="1">
                <a:solidFill>
                  <a:srgbClr val="1F2937"/>
                </a:solidFill>
                <a:latin typeface="Arial"/>
                <a:ea typeface="Arial"/>
                <a:cs typeface="Arial"/>
              </a:defRPr>
            </a:pPr>
            <a:r>
              <a:rPr sz="1875" b="1">
                <a:solidFill>
                  <a:srgbClr val="1F2937"/>
                </a:solidFill>
                <a:latin typeface="Arial"/>
                <a:ea typeface="Arial"/>
                <a:cs typeface="Arial"/>
              </a:rPr>
              <a:t>Correct technical shifts</a:t>
            </a:r>
          </a:p>
        </p:txBody>
      </p:sp>
      <p:sp>
        <p:nvSpPr>
          <p:cNvPr id="15" name="step-3-detail">
            <a:extLst xmlns:a="http://schemas.openxmlformats.org/drawingml/2006/main">
              <a:ext uri="{FF2B5EF4-FFF2-40B4-BE49-F238E27FC236}">
                <a16:creationId xmlns:a16="http://schemas.microsoft.com/office/drawing/2014/main" id="{25A8C86E-9F76-4F4C-B529-8B731D7C1DDD}"/>
              </a:ext>
            </a:extLst>
          </p:cNvPr>
          <p:cNvSpPr>
            <a:spLocks xmlns:a="http://schemas.openxmlformats.org/drawingml/2006/main" noGrp="1"/>
          </p:cNvSpPr>
          <p:nvPr/>
        </p:nvSpPr>
        <p:spPr>
          <a:xfrm xmlns:a="http://schemas.openxmlformats.org/drawingml/2006/main">
            <a:off x="6648450" y="2400300"/>
            <a:ext cx="211455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nSpc>
                <a:spcPct val="105000"/>
              </a:lnSpc>
              <a:buNone/>
              <a:defRPr sz="1425">
                <a:solidFill>
                  <a:srgbClr val="5B6472"/>
                </a:solidFill>
                <a:latin typeface="Arial"/>
                <a:ea typeface="Arial"/>
                <a:cs typeface="Arial"/>
              </a:defRPr>
            </a:pPr>
            <a:r>
              <a:rPr sz="1425">
                <a:solidFill>
                  <a:srgbClr val="5B6472"/>
                </a:solidFill>
                <a:latin typeface="Arial"/>
                <a:ea typeface="Arial"/>
                <a:cs typeface="Arial"/>
              </a:rPr>
              <a:t>Align comparable cell states across batches</a:t>
            </a:r>
          </a:p>
        </p:txBody>
      </p:sp>
      <p:sp>
        <p:nvSpPr>
          <p:cNvPr id="16" name="step-4-surface">
            <a:extLst xmlns:a="http://schemas.openxmlformats.org/drawingml/2006/main">
              <a:ext uri="{FF2B5EF4-FFF2-40B4-BE49-F238E27FC236}">
                <a16:creationId xmlns:a16="http://schemas.microsoft.com/office/drawing/2014/main" id="{875DF130-64DF-412F-8DFB-9AB25F2F6EF9}"/>
              </a:ext>
            </a:extLst>
          </p:cNvPr>
          <p:cNvSpPr>
            <a:spLocks xmlns:a="http://schemas.openxmlformats.org/drawingml/2006/main" noGrp="1"/>
          </p:cNvSpPr>
          <p:nvPr/>
        </p:nvSpPr>
        <p:spPr>
          <a:xfrm xmlns:a="http://schemas.openxmlformats.org/drawingml/2006/main">
            <a:off x="9382125" y="1638300"/>
            <a:ext cx="2495550" cy="2857500"/>
          </a:xfrm>
          <a:prstGeom xmlns:a="http://schemas.openxmlformats.org/drawingml/2006/main" prst="roundRect">
            <a:avLst>
              <a:gd name="adj" fmla="val 6870"/>
            </a:avLst>
          </a:prstGeom>
          <a:solidFill xmlns:a="http://schemas.openxmlformats.org/drawingml/2006/main">
            <a:srgbClr val="F0EBF7"/>
          </a:solidFill>
          <a:ln xmlns:a="http://schemas.openxmlformats.org/drawingml/2006/main" w="12383">
            <a:solidFill>
              <a:srgbClr val="7551A8"/>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step-4-badge">
            <a:extLst xmlns:a="http://schemas.openxmlformats.org/drawingml/2006/main">
              <a:ext uri="{FF2B5EF4-FFF2-40B4-BE49-F238E27FC236}">
                <a16:creationId xmlns:a16="http://schemas.microsoft.com/office/drawing/2014/main" id="{0E23D99D-DD15-4431-9A5A-F1D1B3E6BAA2}"/>
              </a:ext>
            </a:extLst>
          </p:cNvPr>
          <p:cNvSpPr>
            <a:spLocks xmlns:a="http://schemas.openxmlformats.org/drawingml/2006/main" noGrp="1"/>
          </p:cNvSpPr>
          <p:nvPr/>
        </p:nvSpPr>
        <p:spPr>
          <a:xfrm xmlns:a="http://schemas.openxmlformats.org/drawingml/2006/main">
            <a:off x="9553575" y="1819275"/>
            <a:ext cx="457200" cy="457200"/>
          </a:xfrm>
          <a:prstGeom xmlns:a="http://schemas.openxmlformats.org/drawingml/2006/main" prst="ellipse">
            <a:avLst/>
          </a:prstGeom>
          <a:solidFill xmlns:a="http://schemas.openxmlformats.org/drawingml/2006/main">
            <a:srgbClr val="7551A8"/>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18" name="step-4-title">
            <a:extLst xmlns:a="http://schemas.openxmlformats.org/drawingml/2006/main">
              <a:ext uri="{FF2B5EF4-FFF2-40B4-BE49-F238E27FC236}">
                <a16:creationId xmlns:a16="http://schemas.microsoft.com/office/drawing/2014/main" id="{DB4464D7-1E96-4CA0-A090-E2CBDED60F4A}"/>
              </a:ext>
            </a:extLst>
          </p:cNvPr>
          <p:cNvSpPr>
            <a:spLocks xmlns:a="http://schemas.openxmlformats.org/drawingml/2006/main" noGrp="1"/>
          </p:cNvSpPr>
          <p:nvPr/>
        </p:nvSpPr>
        <p:spPr>
          <a:xfrm xmlns:a="http://schemas.openxmlformats.org/drawingml/2006/main">
            <a:off x="10163175" y="1800225"/>
            <a:ext cx="1562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74910"/>
          </a:bodyPr>
          <a:lstStyle xmlns:a="http://schemas.openxmlformats.org/drawingml/2006/main"/>
          <a:p xmlns:a="http://schemas.openxmlformats.org/drawingml/2006/main">
            <a:pPr>
              <a:buNone/>
              <a:defRPr sz="1875" b="1">
                <a:solidFill>
                  <a:srgbClr val="1F2937"/>
                </a:solidFill>
                <a:latin typeface="Arial"/>
                <a:ea typeface="Arial"/>
                <a:cs typeface="Arial"/>
              </a:defRPr>
            </a:pPr>
            <a:r>
              <a:rPr sz="1875" b="1">
                <a:solidFill>
                  <a:srgbClr val="1F2937"/>
                </a:solidFill>
                <a:latin typeface="Arial"/>
                <a:ea typeface="Arial"/>
                <a:cs typeface="Arial"/>
              </a:rPr>
              <a:t>Cluster and annotate together</a:t>
            </a:r>
          </a:p>
        </p:txBody>
      </p:sp>
      <p:sp>
        <p:nvSpPr>
          <p:cNvPr id="19" name="step-4-detail">
            <a:extLst xmlns:a="http://schemas.openxmlformats.org/drawingml/2006/main">
              <a:ext uri="{FF2B5EF4-FFF2-40B4-BE49-F238E27FC236}">
                <a16:creationId xmlns:a16="http://schemas.microsoft.com/office/drawing/2014/main" id="{EAAD381B-A1C2-4016-A1F5-7C6DCDCB0A08}"/>
              </a:ext>
            </a:extLst>
          </p:cNvPr>
          <p:cNvSpPr>
            <a:spLocks xmlns:a="http://schemas.openxmlformats.org/drawingml/2006/main" noGrp="1"/>
          </p:cNvSpPr>
          <p:nvPr/>
        </p:nvSpPr>
        <p:spPr>
          <a:xfrm xmlns:a="http://schemas.openxmlformats.org/drawingml/2006/main">
            <a:off x="9572625" y="2400300"/>
            <a:ext cx="2114550" cy="1962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nSpc>
                <a:spcPct val="105000"/>
              </a:lnSpc>
              <a:buNone/>
              <a:defRPr sz="1425">
                <a:solidFill>
                  <a:srgbClr val="5B6472"/>
                </a:solidFill>
                <a:latin typeface="Arial"/>
                <a:ea typeface="Arial"/>
                <a:cs typeface="Arial"/>
              </a:defRPr>
            </a:pPr>
            <a:r>
              <a:rPr sz="1425">
                <a:solidFill>
                  <a:srgbClr val="5B6472"/>
                </a:solidFill>
                <a:latin typeface="Arial"/>
                <a:ea typeface="Arial"/>
                <a:cs typeface="Arial"/>
              </a:rPr>
              <a:t>Recheck both sample mixing and cell identity</a:t>
            </a:r>
          </a:p>
        </p:txBody>
      </p:sp>
      <p:sp>
        <p:nvSpPr>
          <p:cNvPr id="20" name="workflow-arrow">
            <a:extLst xmlns:a="http://schemas.openxmlformats.org/drawingml/2006/main">
              <a:ext uri="{FF2B5EF4-FFF2-40B4-BE49-F238E27FC236}">
                <a16:creationId xmlns:a16="http://schemas.microsoft.com/office/drawing/2014/main" id="{C5A4885F-D492-4CD4-8674-4AB1B3713143}"/>
              </a:ext>
            </a:extLst>
          </p:cNvPr>
          <p:cNvSpPr>
            <a:spLocks xmlns:a="http://schemas.openxmlformats.org/drawingml/2006/main" noGrp="1"/>
          </p:cNvSpPr>
          <p:nvPr/>
        </p:nvSpPr>
        <p:spPr>
          <a:xfrm xmlns:a="http://schemas.openxmlformats.org/drawingml/2006/main">
            <a:off x="3162300" y="2857500"/>
            <a:ext cx="266700" cy="323850"/>
          </a:xfrm>
          <a:prstGeom xmlns:a="http://schemas.openxmlformats.org/drawingml/2006/main" prst="rightArrow">
            <a:avLst/>
          </a:prstGeom>
          <a:solidFill xmlns:a="http://schemas.openxmlformats.org/drawingml/2006/main">
            <a:srgbClr val="2E9FA3"/>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1" name="workflow-arrow">
            <a:extLst xmlns:a="http://schemas.openxmlformats.org/drawingml/2006/main">
              <a:ext uri="{FF2B5EF4-FFF2-40B4-BE49-F238E27FC236}">
                <a16:creationId xmlns:a16="http://schemas.microsoft.com/office/drawing/2014/main" id="{23105F32-BEEB-4E94-AAE7-1305E21FB3B9}"/>
              </a:ext>
            </a:extLst>
          </p:cNvPr>
          <p:cNvSpPr>
            <a:spLocks xmlns:a="http://schemas.openxmlformats.org/drawingml/2006/main" noGrp="1"/>
          </p:cNvSpPr>
          <p:nvPr/>
        </p:nvSpPr>
        <p:spPr>
          <a:xfrm xmlns:a="http://schemas.openxmlformats.org/drawingml/2006/main">
            <a:off x="6086475" y="2857500"/>
            <a:ext cx="266700" cy="323850"/>
          </a:xfrm>
          <a:prstGeom xmlns:a="http://schemas.openxmlformats.org/drawingml/2006/main" prst="rightArrow">
            <a:avLst/>
          </a:prstGeom>
          <a:solidFill xmlns:a="http://schemas.openxmlformats.org/drawingml/2006/main">
            <a:srgbClr val="ED7D3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2" name="workflow-arrow">
            <a:extLst xmlns:a="http://schemas.openxmlformats.org/drawingml/2006/main">
              <a:ext uri="{FF2B5EF4-FFF2-40B4-BE49-F238E27FC236}">
                <a16:creationId xmlns:a16="http://schemas.microsoft.com/office/drawing/2014/main" id="{9703E4FA-45C6-41B2-8B3B-A5B255BF1D0E}"/>
              </a:ext>
            </a:extLst>
          </p:cNvPr>
          <p:cNvSpPr>
            <a:spLocks xmlns:a="http://schemas.openxmlformats.org/drawingml/2006/main" noGrp="1"/>
          </p:cNvSpPr>
          <p:nvPr/>
        </p:nvSpPr>
        <p:spPr>
          <a:xfrm xmlns:a="http://schemas.openxmlformats.org/drawingml/2006/main">
            <a:off x="9010650" y="2857500"/>
            <a:ext cx="266700" cy="323850"/>
          </a:xfrm>
          <a:prstGeom xmlns:a="http://schemas.openxmlformats.org/drawingml/2006/main" prst="rightArrow">
            <a:avLst/>
          </a:prstGeom>
          <a:solidFill xmlns:a="http://schemas.openxmlformats.org/drawingml/2006/main">
            <a:srgbClr val="7551A8"/>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3" name="Rectangle: Rounded Corners 22">
            <a:extLst xmlns:a="http://schemas.openxmlformats.org/drawingml/2006/main">
              <a:ext uri="{FF2B5EF4-FFF2-40B4-BE49-F238E27FC236}">
                <a16:creationId xmlns:a16="http://schemas.microsoft.com/office/drawing/2014/main" id="{AACD4A6F-BD6A-484E-80D9-FFF15ABEEE10}"/>
              </a:ext>
            </a:extLst>
          </p:cNvPr>
          <p:cNvSpPr>
            <a:spLocks xmlns:a="http://schemas.openxmlformats.org/drawingml/2006/main" noGrp="1"/>
          </p:cNvSpPr>
          <p:nvPr/>
        </p:nvSpPr>
        <p:spPr>
          <a:xfrm xmlns:a="http://schemas.openxmlformats.org/drawingml/2006/main">
            <a:off x="1047750" y="5067300"/>
            <a:ext cx="10096500" cy="952500"/>
          </a:xfrm>
          <a:prstGeom xmlns:a="http://schemas.openxmlformats.org/drawingml/2006/main" prst="roundRect">
            <a:avLst>
              <a:gd name="adj" fmla="val 18000"/>
            </a:avLst>
          </a:prstGeom>
          <a:solidFill xmlns:a="http://schemas.openxmlformats.org/drawingml/2006/main">
            <a:srgbClr val="F5F6F8"/>
          </a:solidFill>
          <a:ln xmlns:a="http://schemas.openxmlformats.org/drawingml/2006/main" w="9525">
            <a:solidFill>
              <a:srgbClr val="D5D9E0"/>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Rectangle 23">
            <a:extLst xmlns:a="http://schemas.openxmlformats.org/drawingml/2006/main">
              <a:ext uri="{FF2B5EF4-FFF2-40B4-BE49-F238E27FC236}">
                <a16:creationId xmlns:a16="http://schemas.microsoft.com/office/drawing/2014/main" id="{B2EB477F-8C8E-4764-8706-AC39F1F93A1E}"/>
              </a:ext>
            </a:extLst>
          </p:cNvPr>
          <p:cNvSpPr>
            <a:spLocks xmlns:a="http://schemas.openxmlformats.org/drawingml/2006/main" noGrp="1"/>
          </p:cNvSpPr>
          <p:nvPr/>
        </p:nvSpPr>
        <p:spPr>
          <a:xfrm xmlns:a="http://schemas.openxmlformats.org/drawingml/2006/main">
            <a:off x="1333500" y="5238750"/>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buNone/>
              <a:defRPr sz="1350" b="1">
                <a:solidFill>
                  <a:srgbClr val="ED7D31"/>
                </a:solidFill>
                <a:latin typeface="Arial"/>
                <a:ea typeface="Arial"/>
                <a:cs typeface="Arial"/>
              </a:defRPr>
            </a:pPr>
            <a:r>
              <a:rPr sz="1350" b="1">
                <a:solidFill>
                  <a:srgbClr val="ED7D31"/>
                </a:solidFill>
                <a:latin typeface="Arial"/>
                <a:ea typeface="Arial"/>
                <a:cs typeface="Arial"/>
              </a:rPr>
              <a:t>Quality check</a:t>
            </a:r>
          </a:p>
        </p:txBody>
      </p:sp>
      <p:sp>
        <p:nvSpPr>
          <p:cNvPr id="25" name="Rectangle 24">
            <a:extLst xmlns:a="http://schemas.openxmlformats.org/drawingml/2006/main">
              <a:ext uri="{FF2B5EF4-FFF2-40B4-BE49-F238E27FC236}">
                <a16:creationId xmlns:a16="http://schemas.microsoft.com/office/drawing/2014/main" id="{D325F3C0-6027-4984-A3A5-A2E48B4C7494}"/>
              </a:ext>
            </a:extLst>
          </p:cNvPr>
          <p:cNvSpPr>
            <a:spLocks xmlns:a="http://schemas.openxmlformats.org/drawingml/2006/main" noGrp="1"/>
          </p:cNvSpPr>
          <p:nvPr/>
        </p:nvSpPr>
        <p:spPr>
          <a:xfrm xmlns:a="http://schemas.openxmlformats.org/drawingml/2006/main">
            <a:off x="2857500" y="5191125"/>
            <a:ext cx="781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5467"/>
          </a:bodyPr>
          <a:lstStyle xmlns:a="http://schemas.openxmlformats.org/drawingml/2006/main"/>
          <a:p xmlns:a="http://schemas.openxmlformats.org/drawingml/2006/main">
            <a:pPr>
              <a:buNone/>
              <a:defRPr sz="1725" b="1">
                <a:solidFill>
                  <a:srgbClr val="1F2937"/>
                </a:solidFill>
                <a:latin typeface="Arial"/>
                <a:ea typeface="Arial"/>
                <a:cs typeface="Arial"/>
              </a:defRPr>
            </a:pPr>
            <a:r>
              <a:rPr sz="1725" b="1">
                <a:solidFill>
                  <a:srgbClr val="1F2937"/>
                </a:solidFill>
                <a:latin typeface="Arial"/>
                <a:ea typeface="Arial"/>
                <a:cs typeface="Arial"/>
              </a:rPr>
              <a:t>Compare plots colored by sample and by cell type before and after correction.</a:t>
            </a:r>
          </a:p>
        </p:txBody>
      </p:sp>
      <p:sp>
        <p:nvSpPr>
          <p:cNvPr id="26" name="Rectangle 25">
            <a:extLst xmlns:a="http://schemas.openxmlformats.org/drawingml/2006/main">
              <a:ext uri="{FF2B5EF4-FFF2-40B4-BE49-F238E27FC236}">
                <a16:creationId xmlns:a16="http://schemas.microsoft.com/office/drawing/2014/main" id="{2B3FE845-B72E-4509-A098-BFFF1B2BA890}"/>
              </a:ext>
            </a:extLst>
          </p:cNvPr>
          <p:cNvSpPr>
            <a:spLocks xmlns:a="http://schemas.openxmlformats.org/drawingml/2006/main" noGrp="1"/>
          </p:cNvSpPr>
          <p:nvPr/>
        </p:nvSpPr>
        <p:spPr>
          <a:xfrm xmlns:a="http://schemas.openxmlformats.org/drawingml/2006/main">
            <a:off x="2857500" y="5572125"/>
            <a:ext cx="781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99075"/>
          </a:bodyPr>
          <a:lstStyle xmlns:a="http://schemas.openxmlformats.org/drawingml/2006/main"/>
          <a:p xmlns:a="http://schemas.openxmlformats.org/drawingml/2006/main">
            <a:pPr>
              <a:buNone/>
              <a:defRPr sz="1350">
                <a:solidFill>
                  <a:srgbClr val="5B6472"/>
                </a:solidFill>
                <a:latin typeface="Arial"/>
                <a:ea typeface="Arial"/>
                <a:cs typeface="Arial"/>
              </a:defRPr>
            </a:pPr>
            <a:r>
              <a:rPr sz="1350">
                <a:solidFill>
                  <a:srgbClr val="5B6472"/>
                </a:solidFill>
                <a:latin typeface="Arial"/>
                <a:ea typeface="Arial"/>
                <a:cs typeface="Arial"/>
              </a:rPr>
              <a:t>Good integration mixes batches within shared cell states while preserving sample-specific populations.</a:t>
            </a:r>
          </a:p>
        </p:txBody>
      </p:sp>
    </p:spTree>
    <p:extLst>
      <p:ext uri="{BB962C8B-B14F-4D97-AF65-F5344CB8AC3E}">
        <p14:creationId xmlns:p14="http://schemas.microsoft.com/office/powerpoint/2010/main" val="122849988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81" name="Title 182">
            <a:extLst xmlns:a="http://schemas.openxmlformats.org/drawingml/2006/main">
              <a:ext uri="{FF2B5EF4-FFF2-40B4-BE49-F238E27FC236}">
                <a16:creationId xmlns:a16="http://schemas.microsoft.com/office/drawing/2014/main" id="{8E93E27A-CD12-4E3F-A651-CE030813FFE6}"/>
              </a:ext>
            </a:extLst>
          </p:cNvPr>
          <p:cNvSpPr>
            <a:spLocks xmlns:a="http://schemas.openxmlformats.org/drawingml/2006/main" noGrp="1"/>
          </p:cNvSpPr>
          <p:nvPr/>
        </p:nvSpPr>
        <p:spPr>
          <a:xfrm xmlns:a="http://schemas.openxmlformats.org/drawingml/2006/main">
            <a:off x="838200" y="-53023"/>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000" kern="1200">
                <a:solidFill>
                  <a:schemeClr val="tx1"/>
                </a:solidFill>
                <a:latin typeface="+mj-lt"/>
                <a:ea typeface="+mj-lt"/>
                <a:cs typeface="+mj-lt"/>
              </a:defRPr>
            </a:lvl1pPr>
          </a:lstStyle>
          <a:p xmlns:a="http://schemas.openxmlformats.org/drawingml/2006/main">
            <a:r>
              <a:t>The batch effect</a:t>
            </a:r>
          </a:p>
        </p:txBody>
      </p:sp>
      <p:sp>
        <p:nvSpPr>
          <p:cNvPr id="183" name="TextBox 184">
            <a:extLst xmlns:a="http://schemas.openxmlformats.org/drawingml/2006/main">
              <a:ext uri="{FF2B5EF4-FFF2-40B4-BE49-F238E27FC236}">
                <a16:creationId xmlns:a16="http://schemas.microsoft.com/office/drawing/2014/main" id="{F599FACE-3DA5-4EC0-9F86-800E7FC3EF9B}"/>
              </a:ext>
            </a:extLst>
          </p:cNvPr>
          <p:cNvSpPr>
            <a:spLocks xmlns:a="http://schemas.openxmlformats.org/drawingml/2006/main" noGrp="1"/>
          </p:cNvSpPr>
          <p:nvPr/>
        </p:nvSpPr>
        <p:spPr>
          <a:xfrm xmlns:a="http://schemas.openxmlformats.org/drawingml/2006/main">
            <a:off x="838200" y="1420000"/>
            <a:ext cx="4297680" cy="400000"/>
          </a:xfrm>
          <a:prstGeom xmlns:a="http://schemas.openxmlformats.org/drawingml/2006/main" prst="rect">
            <a:avLst/>
          </a:prstGeom>
          <a:noFill xmlns:a="http://schemas.openxmlformats.org/drawingml/2006/main"/>
        </p:spPr>
        <p:txBody>
          <a:bodyPr xmlns:a="http://schemas.openxmlformats.org/drawingml/2006/main" wrap="square" anchor="t">
            <a:normAutofit/>
          </a:bodyPr>
          <a:lstStyle xmlns:a="http://schemas.openxmlformats.org/drawingml/2006/main"/>
          <a:p xmlns:a="http://schemas.openxmlformats.org/drawingml/2006/main">
            <a:pPr algn="ctr">
              <a:buNone/>
            </a:pPr>
            <a:r>
              <a:rPr sz="1700">
                <a:solidFill>
                  <a:srgbClr val="44546A"/>
                </a:solidFill>
              </a:rPr>
              <a:t>coloured by sample</a:t>
            </a:r>
          </a:p>
        </p:txBody>
      </p:sp>
      <p:sp>
        <p:nvSpPr>
          <p:cNvPr id="185" name="TextBox 186">
            <a:extLst xmlns:a="http://schemas.openxmlformats.org/drawingml/2006/main">
              <a:ext uri="{FF2B5EF4-FFF2-40B4-BE49-F238E27FC236}">
                <a16:creationId xmlns:a16="http://schemas.microsoft.com/office/drawing/2014/main" id="{D3FF1D77-6095-47E6-8E17-A0F7CC174F6A}"/>
              </a:ext>
            </a:extLst>
          </p:cNvPr>
          <p:cNvSpPr>
            <a:spLocks xmlns:a="http://schemas.openxmlformats.org/drawingml/2006/main" noGrp="1"/>
          </p:cNvSpPr>
          <p:nvPr/>
        </p:nvSpPr>
        <p:spPr>
          <a:xfrm xmlns:a="http://schemas.openxmlformats.org/drawingml/2006/main">
            <a:off x="6135880" y="1420000"/>
            <a:ext cx="4297680" cy="400000"/>
          </a:xfrm>
          <a:prstGeom xmlns:a="http://schemas.openxmlformats.org/drawingml/2006/main" prst="rect">
            <a:avLst/>
          </a:prstGeom>
          <a:noFill xmlns:a="http://schemas.openxmlformats.org/drawingml/2006/main"/>
        </p:spPr>
        <p:txBody>
          <a:bodyPr xmlns:a="http://schemas.openxmlformats.org/drawingml/2006/main" wrap="square" anchor="t">
            <a:normAutofit/>
          </a:bodyPr>
          <a:lstStyle xmlns:a="http://schemas.openxmlformats.org/drawingml/2006/main"/>
          <a:p xmlns:a="http://schemas.openxmlformats.org/drawingml/2006/main">
            <a:pPr algn="ctr">
              <a:buNone/>
            </a:pPr>
            <a:r>
              <a:rPr sz="1700">
                <a:solidFill>
                  <a:srgbClr val="44546A"/>
                </a:solidFill>
              </a:rPr>
              <a:t>coloured by cell type</a:t>
            </a:r>
          </a:p>
        </p:txBody>
      </p:sp>
      <p:sp>
        <p:nvSpPr>
          <p:cNvPr id="191" name="TextBox 192">
            <a:extLst xmlns:a="http://schemas.openxmlformats.org/drawingml/2006/main">
              <a:ext uri="{FF2B5EF4-FFF2-40B4-BE49-F238E27FC236}">
                <a16:creationId xmlns:a16="http://schemas.microsoft.com/office/drawing/2014/main" id="{373E430F-0C81-4816-90B2-7E7EAF827E96}"/>
              </a:ext>
            </a:extLst>
          </p:cNvPr>
          <p:cNvSpPr>
            <a:spLocks xmlns:a="http://schemas.openxmlformats.org/drawingml/2006/main" noGrp="1"/>
          </p:cNvSpPr>
          <p:nvPr/>
        </p:nvSpPr>
        <p:spPr>
          <a:xfrm xmlns:a="http://schemas.openxmlformats.org/drawingml/2006/main">
            <a:off x="838200" y="5200000"/>
            <a:ext cx="10515600" cy="1100000"/>
          </a:xfrm>
          <a:prstGeom xmlns:a="http://schemas.openxmlformats.org/drawingml/2006/main" prst="rect">
            <a:avLst/>
          </a:prstGeom>
          <a:noFill xmlns:a="http://schemas.openxmlformats.org/drawingml/2006/main"/>
        </p:spPr>
        <p:txBody>
          <a:bodyPr xmlns:a="http://schemas.openxmlformats.org/drawingml/2006/main" wrap="square" anchor="t">
            <a:normAutofit/>
          </a:bodyPr>
          <a:lstStyle xmlns:a="http://schemas.openxmlformats.org/drawingml/2006/main"/>
          <a:p xmlns:a="http://schemas.openxmlformats.org/drawingml/2006/main">
            <a:pPr algn="l">
              <a:buNone/>
            </a:pPr>
            <a:r>
              <a:rPr sz="2000">
                <a:solidFill>
                  <a:srgbClr val="000000"/>
                </a:solidFill>
              </a:rPr>
              <a:t>The same cells, coloured two ways. One cell type splits into two clouds.</a:t>
            </a:r>
          </a:p>
          <a:p xmlns:a="http://schemas.openxmlformats.org/drawingml/2006/main">
            <a:pPr algn="l">
              <a:buNone/>
            </a:pPr>
            <a:r>
              <a:rPr sz="2000">
                <a:solidFill>
                  <a:srgbClr val="000000"/>
                </a:solidFill>
              </a:rPr>
              <a:t>The split follows the batch, not the biology.</a:t>
            </a:r>
          </a:p>
        </p:txBody>
      </p:sp>
      <p:pic>
        <p:nvPicPr>
          <p:cNvPr id="198" name="Picture 2"/>
          <p:cNvPicPr>
            <a:picLocks xmlns:a="http://schemas.openxmlformats.org/drawingml/2006/main" noChangeAspect="1"/>
          </p:cNvPicPr>
          <p:nvPr/>
        </p:nvPicPr>
        <p:blipFill>
          <a:blip xmlns:r="http://schemas.openxmlformats.org/officeDocument/2006/relationships" xmlns:a="http://schemas.openxmlformats.org/drawingml/2006/main" r:embed="R34f314ded97e49cb"/>
          <a:stretch xmlns:a="http://schemas.openxmlformats.org/drawingml/2006/main">
            <a:fillRect l="0" t="0" r="0" b="0"/>
          </a:stretch>
        </p:blipFill>
        <p:spPr>
          <a:xfrm xmlns:a="http://schemas.openxmlformats.org/drawingml/2006/main">
            <a:off x="1120044" y="2014000"/>
            <a:ext cx="3733992" cy="2686188"/>
          </a:xfrm>
          <a:prstGeom xmlns:a="http://schemas.openxmlformats.org/drawingml/2006/main" prst="rect">
            <a:avLst/>
          </a:prstGeom>
        </p:spPr>
      </p:pic>
      <p:pic>
        <p:nvPicPr>
          <p:cNvPr id="199" name="Picture 4"/>
          <p:cNvPicPr>
            <a:picLocks xmlns:a="http://schemas.openxmlformats.org/drawingml/2006/main" noChangeAspect="1"/>
          </p:cNvPicPr>
          <p:nvPr/>
        </p:nvPicPr>
        <p:blipFill>
          <a:blip xmlns:r="http://schemas.openxmlformats.org/officeDocument/2006/relationships" xmlns:a="http://schemas.openxmlformats.org/drawingml/2006/main" r:embed="Rf3453429a5e7455a"/>
          <a:stretch xmlns:a="http://schemas.openxmlformats.org/drawingml/2006/main">
            <a:fillRect l="0" t="0" r="0" b="0"/>
          </a:stretch>
        </p:blipFill>
        <p:spPr>
          <a:xfrm xmlns:a="http://schemas.openxmlformats.org/drawingml/2006/main">
            <a:off x="6230654" y="2045752"/>
            <a:ext cx="3626036" cy="2654436"/>
          </a:xfrm>
          <a:prstGeom xmlns:a="http://schemas.openxmlformats.org/drawingml/2006/main" prst="rect">
            <a:avLst/>
          </a:prstGeom>
        </p:spPr>
      </p:pic>
    </p:spTree>
    <p:extLst>
      <p:ext uri="{BB962C8B-B14F-4D97-AF65-F5344CB8AC3E}">
        <p14:creationId xmlns:p14="http://schemas.microsoft.com/office/powerpoint/2010/main" val="111265455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title">
            <a:extLst xmlns:a="http://schemas.openxmlformats.org/drawingml/2006/main">
              <a:ext uri="{FF2B5EF4-FFF2-40B4-BE49-F238E27FC236}">
                <a16:creationId xmlns:a16="http://schemas.microsoft.com/office/drawing/2014/main" id="{7CAC4809-1929-4203-A350-E344FB4357B2}"/>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3225">
                <a:solidFill>
                  <a:srgbClr val="111827"/>
                </a:solidFill>
                <a:latin typeface="Arial"/>
                <a:ea typeface="Arial"/>
                <a:cs typeface="Arial"/>
              </a:defRPr>
            </a:pPr>
            <a:r>
              <a:rPr sz="3225">
                <a:solidFill>
                  <a:srgbClr val="111827"/>
                </a:solidFill>
                <a:latin typeface="Arial"/>
                <a:ea typeface="Arial"/>
                <a:cs typeface="Arial"/>
              </a:rPr>
              <a:t>Three integration methods</a:t>
            </a:r>
          </a:p>
        </p:txBody>
      </p:sp>
      <p:sp>
        <p:nvSpPr>
          <p:cNvPr id="2" name="title-accent">
            <a:extLst xmlns:a="http://schemas.openxmlformats.org/drawingml/2006/main">
              <a:ext uri="{FF2B5EF4-FFF2-40B4-BE49-F238E27FC236}">
                <a16:creationId xmlns:a16="http://schemas.microsoft.com/office/drawing/2014/main" id="{27F518FF-8BE3-4043-8FAD-A64D30725678}"/>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sp>
      <p:sp>
        <p:nvSpPr>
          <p:cNvPr id="3" name="slide-subtitle">
            <a:extLst xmlns:a="http://schemas.openxmlformats.org/drawingml/2006/main">
              <a:ext uri="{FF2B5EF4-FFF2-40B4-BE49-F238E27FC236}">
                <a16:creationId xmlns:a16="http://schemas.microsoft.com/office/drawing/2014/main" id="{DE98CC34-E43A-4439-886E-271FCCEA7000}"/>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425">
                <a:solidFill>
                  <a:srgbClr val="5B6472"/>
                </a:solidFill>
                <a:latin typeface="Arial"/>
                <a:ea typeface="Arial"/>
                <a:cs typeface="Arial"/>
              </a:defRPr>
            </a:pPr>
            <a:r>
              <a:rPr sz="1425">
                <a:solidFill>
                  <a:srgbClr val="5B6472"/>
                </a:solidFill>
                <a:latin typeface="Arial"/>
                <a:ea typeface="Arial"/>
                <a:cs typeface="Arial"/>
              </a:rPr>
              <a:t>The workshop compares corrections applied at the same point in the workflow</a:t>
            </a:r>
          </a:p>
        </p:txBody>
      </p:sp>
      <p:sp>
        <p:nvSpPr>
          <p:cNvPr id="4" name="">
            <a:extLst xmlns:a="http://schemas.openxmlformats.org/drawingml/2006/main">
              <a:ext uri="{FF2B5EF4-FFF2-40B4-BE49-F238E27FC236}">
                <a16:creationId xmlns:a16="http://schemas.microsoft.com/office/drawing/2014/main" id="{B39C7A3D-6887-4C33-B17F-D273908CD2F8}"/>
              </a:ext>
            </a:extLst>
          </p:cNvPr>
          <p:cNvSpPr>
            <a:spLocks xmlns:a="http://schemas.openxmlformats.org/drawingml/2006/main" noGrp="1"/>
          </p:cNvSpPr>
          <p:nvPr/>
        </p:nvSpPr>
        <p:spPr>
          <a:xfrm xmlns:a="http://schemas.openxmlformats.org/drawingml/2006/main">
            <a:off x="666750" y="1809750"/>
            <a:ext cx="3333750" cy="3143250"/>
          </a:xfrm>
          <a:prstGeom xmlns:a="http://schemas.openxmlformats.org/drawingml/2006/main" prst="roundRect">
            <a:avLst>
              <a:gd name="adj" fmla="val 5455"/>
            </a:avLst>
          </a:prstGeom>
          <a:solidFill xmlns:a="http://schemas.openxmlformats.org/drawingml/2006/main">
            <a:srgbClr val="EAF0FA"/>
          </a:solidFill>
          <a:ln xmlns:a="http://schemas.openxmlformats.org/drawingml/2006/main" w="13335">
            <a:solidFill>
              <a:srgbClr val="4472C4"/>
            </a:solidFill>
            <a:prstDash val="solid"/>
          </a:ln>
        </p:spPr>
      </p:sp>
      <p:sp>
        <p:nvSpPr>
          <p:cNvPr id="5" name="">
            <a:extLst xmlns:a="http://schemas.openxmlformats.org/drawingml/2006/main">
              <a:ext uri="{FF2B5EF4-FFF2-40B4-BE49-F238E27FC236}">
                <a16:creationId xmlns:a16="http://schemas.microsoft.com/office/drawing/2014/main" id="{8D8857FD-91FD-4FCA-90F4-877FC3FA6ECE}"/>
              </a:ext>
            </a:extLst>
          </p:cNvPr>
          <p:cNvSpPr>
            <a:spLocks xmlns:a="http://schemas.openxmlformats.org/drawingml/2006/main" noGrp="1"/>
          </p:cNvSpPr>
          <p:nvPr/>
        </p:nvSpPr>
        <p:spPr>
          <a:xfrm xmlns:a="http://schemas.openxmlformats.org/drawingml/2006/main">
            <a:off x="1000125" y="2095500"/>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2550" b="1">
                <a:solidFill>
                  <a:srgbClr val="4472C4"/>
                </a:solidFill>
                <a:latin typeface="Arial"/>
                <a:ea typeface="Arial"/>
                <a:cs typeface="Arial"/>
              </a:defRPr>
            </a:pPr>
            <a:r>
              <a:rPr sz="2550" b="1">
                <a:solidFill>
                  <a:srgbClr val="4472C4"/>
                </a:solidFill>
                <a:latin typeface="Arial"/>
                <a:ea typeface="Arial"/>
                <a:cs typeface="Arial"/>
              </a:rPr>
              <a:t>CCA</a:t>
            </a:r>
          </a:p>
        </p:txBody>
      </p:sp>
      <p:sp>
        <p:nvSpPr>
          <p:cNvPr id="6" name="">
            <a:extLst xmlns:a="http://schemas.openxmlformats.org/drawingml/2006/main">
              <a:ext uri="{FF2B5EF4-FFF2-40B4-BE49-F238E27FC236}">
                <a16:creationId xmlns:a16="http://schemas.microsoft.com/office/drawing/2014/main" id="{BF50D371-EE94-4767-8211-D11DC95642B1}"/>
              </a:ext>
            </a:extLst>
          </p:cNvPr>
          <p:cNvSpPr>
            <a:spLocks xmlns:a="http://schemas.openxmlformats.org/drawingml/2006/main" noGrp="1"/>
          </p:cNvSpPr>
          <p:nvPr/>
        </p:nvSpPr>
        <p:spPr>
          <a:xfrm xmlns:a="http://schemas.openxmlformats.org/drawingml/2006/main">
            <a:off x="1047750" y="2952750"/>
            <a:ext cx="2571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F2937"/>
                </a:solidFill>
                <a:latin typeface="Arial"/>
                <a:ea typeface="Arial"/>
                <a:cs typeface="Arial"/>
              </a:defRPr>
            </a:pPr>
            <a:r>
              <a:rPr sz="1650" b="1">
                <a:solidFill>
                  <a:srgbClr val="1F2937"/>
                </a:solidFill>
                <a:latin typeface="Arial"/>
                <a:ea typeface="Arial"/>
                <a:cs typeface="Arial"/>
              </a:rPr>
              <a:t>Shared variation and anchors</a:t>
            </a:r>
          </a:p>
        </p:txBody>
      </p:sp>
      <p:sp>
        <p:nvSpPr>
          <p:cNvPr id="7" name="">
            <a:extLst xmlns:a="http://schemas.openxmlformats.org/drawingml/2006/main">
              <a:ext uri="{FF2B5EF4-FFF2-40B4-BE49-F238E27FC236}">
                <a16:creationId xmlns:a16="http://schemas.microsoft.com/office/drawing/2014/main" id="{899136C9-E76E-4D01-AB82-A9A869B9C025}"/>
              </a:ext>
            </a:extLst>
          </p:cNvPr>
          <p:cNvSpPr>
            <a:spLocks xmlns:a="http://schemas.openxmlformats.org/drawingml/2006/main" noGrp="1"/>
          </p:cNvSpPr>
          <p:nvPr/>
        </p:nvSpPr>
        <p:spPr>
          <a:xfrm xmlns:a="http://schemas.openxmlformats.org/drawingml/2006/main">
            <a:off x="1095375" y="4095750"/>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a:solidFill>
                  <a:srgbClr val="5B6472"/>
                </a:solidFill>
                <a:latin typeface="Arial"/>
                <a:ea typeface="Arial"/>
                <a:cs typeface="Arial"/>
              </a:defRPr>
            </a:pPr>
            <a:r>
              <a:rPr sz="1425">
                <a:solidFill>
                  <a:srgbClr val="5B6472"/>
                </a:solidFill>
                <a:latin typeface="Arial"/>
                <a:ea typeface="Arial"/>
                <a:cs typeface="Arial"/>
              </a:rPr>
              <a:t>Creates integrated.cca</a:t>
            </a:r>
          </a:p>
        </p:txBody>
      </p:sp>
      <p:sp>
        <p:nvSpPr>
          <p:cNvPr id="8" name="">
            <a:extLst xmlns:a="http://schemas.openxmlformats.org/drawingml/2006/main">
              <a:ext uri="{FF2B5EF4-FFF2-40B4-BE49-F238E27FC236}">
                <a16:creationId xmlns:a16="http://schemas.microsoft.com/office/drawing/2014/main" id="{83CBE514-697C-4A22-B4DF-F5056EFBABFA}"/>
              </a:ext>
            </a:extLst>
          </p:cNvPr>
          <p:cNvSpPr>
            <a:spLocks xmlns:a="http://schemas.openxmlformats.org/drawingml/2006/main" noGrp="1"/>
          </p:cNvSpPr>
          <p:nvPr/>
        </p:nvSpPr>
        <p:spPr>
          <a:xfrm xmlns:a="http://schemas.openxmlformats.org/drawingml/2006/main">
            <a:off x="4524375" y="1809750"/>
            <a:ext cx="3333750" cy="3143250"/>
          </a:xfrm>
          <a:prstGeom xmlns:a="http://schemas.openxmlformats.org/drawingml/2006/main" prst="roundRect">
            <a:avLst>
              <a:gd name="adj" fmla="val 5455"/>
            </a:avLst>
          </a:prstGeom>
          <a:solidFill xmlns:a="http://schemas.openxmlformats.org/drawingml/2006/main">
            <a:srgbClr val="E5F4F3"/>
          </a:solidFill>
          <a:ln xmlns:a="http://schemas.openxmlformats.org/drawingml/2006/main" w="13335">
            <a:solidFill>
              <a:srgbClr val="2E9FA3"/>
            </a:solidFill>
            <a:prstDash val="solid"/>
          </a:ln>
        </p:spPr>
      </p:sp>
      <p:sp>
        <p:nvSpPr>
          <p:cNvPr id="9" name="">
            <a:extLst xmlns:a="http://schemas.openxmlformats.org/drawingml/2006/main">
              <a:ext uri="{FF2B5EF4-FFF2-40B4-BE49-F238E27FC236}">
                <a16:creationId xmlns:a16="http://schemas.microsoft.com/office/drawing/2014/main" id="{4AC9C41F-4058-4BFA-9E70-C6DFA3704C0C}"/>
              </a:ext>
            </a:extLst>
          </p:cNvPr>
          <p:cNvSpPr>
            <a:spLocks xmlns:a="http://schemas.openxmlformats.org/drawingml/2006/main" noGrp="1"/>
          </p:cNvSpPr>
          <p:nvPr/>
        </p:nvSpPr>
        <p:spPr>
          <a:xfrm xmlns:a="http://schemas.openxmlformats.org/drawingml/2006/main">
            <a:off x="4857750" y="2095500"/>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2550" b="1">
                <a:solidFill>
                  <a:srgbClr val="2E9FA3"/>
                </a:solidFill>
                <a:latin typeface="Arial"/>
                <a:ea typeface="Arial"/>
                <a:cs typeface="Arial"/>
              </a:defRPr>
            </a:pPr>
            <a:r>
              <a:rPr sz="2550" b="1">
                <a:solidFill>
                  <a:srgbClr val="2E9FA3"/>
                </a:solidFill>
                <a:latin typeface="Arial"/>
                <a:ea typeface="Arial"/>
                <a:cs typeface="Arial"/>
              </a:rPr>
              <a:t>Harmony</a:t>
            </a:r>
          </a:p>
        </p:txBody>
      </p:sp>
      <p:sp>
        <p:nvSpPr>
          <p:cNvPr id="10" name="">
            <a:extLst xmlns:a="http://schemas.openxmlformats.org/drawingml/2006/main">
              <a:ext uri="{FF2B5EF4-FFF2-40B4-BE49-F238E27FC236}">
                <a16:creationId xmlns:a16="http://schemas.microsoft.com/office/drawing/2014/main" id="{5778A310-89C6-4958-ACED-73138B5AE0F5}"/>
              </a:ext>
            </a:extLst>
          </p:cNvPr>
          <p:cNvSpPr>
            <a:spLocks xmlns:a="http://schemas.openxmlformats.org/drawingml/2006/main" noGrp="1"/>
          </p:cNvSpPr>
          <p:nvPr/>
        </p:nvSpPr>
        <p:spPr>
          <a:xfrm xmlns:a="http://schemas.openxmlformats.org/drawingml/2006/main">
            <a:off x="4905375" y="2952750"/>
            <a:ext cx="2571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F2937"/>
                </a:solidFill>
                <a:latin typeface="Arial"/>
                <a:ea typeface="Arial"/>
                <a:cs typeface="Arial"/>
              </a:defRPr>
            </a:pPr>
            <a:r>
              <a:rPr sz="1650" b="1">
                <a:solidFill>
                  <a:srgbClr val="1F2937"/>
                </a:solidFill>
                <a:latin typeface="Arial"/>
                <a:ea typeface="Arial"/>
                <a:cs typeface="Arial"/>
              </a:rPr>
              <a:t>Iterative adjustment in PCA space</a:t>
            </a:r>
          </a:p>
        </p:txBody>
      </p:sp>
      <p:sp>
        <p:nvSpPr>
          <p:cNvPr id="11" name="">
            <a:extLst xmlns:a="http://schemas.openxmlformats.org/drawingml/2006/main">
              <a:ext uri="{FF2B5EF4-FFF2-40B4-BE49-F238E27FC236}">
                <a16:creationId xmlns:a16="http://schemas.microsoft.com/office/drawing/2014/main" id="{C8F2CBB7-A095-4EEE-A0A1-D1FE5D4A7739}"/>
              </a:ext>
            </a:extLst>
          </p:cNvPr>
          <p:cNvSpPr>
            <a:spLocks xmlns:a="http://schemas.openxmlformats.org/drawingml/2006/main" noGrp="1"/>
          </p:cNvSpPr>
          <p:nvPr/>
        </p:nvSpPr>
        <p:spPr>
          <a:xfrm xmlns:a="http://schemas.openxmlformats.org/drawingml/2006/main">
            <a:off x="4953000" y="4095750"/>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a:solidFill>
                  <a:srgbClr val="5B6472"/>
                </a:solidFill>
                <a:latin typeface="Arial"/>
                <a:ea typeface="Arial"/>
                <a:cs typeface="Arial"/>
              </a:defRPr>
            </a:pPr>
            <a:r>
              <a:rPr sz="1425">
                <a:solidFill>
                  <a:srgbClr val="5B6472"/>
                </a:solidFill>
                <a:latin typeface="Arial"/>
                <a:ea typeface="Arial"/>
                <a:cs typeface="Arial"/>
              </a:rPr>
              <a:t>Creates harmony</a:t>
            </a:r>
          </a:p>
        </p:txBody>
      </p:sp>
      <p:sp>
        <p:nvSpPr>
          <p:cNvPr id="12" name="">
            <a:extLst xmlns:a="http://schemas.openxmlformats.org/drawingml/2006/main">
              <a:ext uri="{FF2B5EF4-FFF2-40B4-BE49-F238E27FC236}">
                <a16:creationId xmlns:a16="http://schemas.microsoft.com/office/drawing/2014/main" id="{767BE81E-DA1A-4294-B3B5-2CBE7550F512}"/>
              </a:ext>
            </a:extLst>
          </p:cNvPr>
          <p:cNvSpPr>
            <a:spLocks xmlns:a="http://schemas.openxmlformats.org/drawingml/2006/main" noGrp="1"/>
          </p:cNvSpPr>
          <p:nvPr/>
        </p:nvSpPr>
        <p:spPr>
          <a:xfrm xmlns:a="http://schemas.openxmlformats.org/drawingml/2006/main">
            <a:off x="8382000" y="1809750"/>
            <a:ext cx="3333750" cy="3143250"/>
          </a:xfrm>
          <a:prstGeom xmlns:a="http://schemas.openxmlformats.org/drawingml/2006/main" prst="roundRect">
            <a:avLst>
              <a:gd name="adj" fmla="val 5455"/>
            </a:avLst>
          </a:prstGeom>
          <a:solidFill xmlns:a="http://schemas.openxmlformats.org/drawingml/2006/main">
            <a:srgbClr val="FCEADD"/>
          </a:solidFill>
          <a:ln xmlns:a="http://schemas.openxmlformats.org/drawingml/2006/main" w="13335">
            <a:solidFill>
              <a:srgbClr val="ED7D31"/>
            </a:solidFill>
            <a:prstDash val="solid"/>
          </a:ln>
        </p:spPr>
      </p:sp>
      <p:sp>
        <p:nvSpPr>
          <p:cNvPr id="13" name="">
            <a:extLst xmlns:a="http://schemas.openxmlformats.org/drawingml/2006/main">
              <a:ext uri="{FF2B5EF4-FFF2-40B4-BE49-F238E27FC236}">
                <a16:creationId xmlns:a16="http://schemas.microsoft.com/office/drawing/2014/main" id="{1B24C5C7-78BC-48EB-9B34-68B642BB1D25}"/>
              </a:ext>
            </a:extLst>
          </p:cNvPr>
          <p:cNvSpPr>
            <a:spLocks xmlns:a="http://schemas.openxmlformats.org/drawingml/2006/main" noGrp="1"/>
          </p:cNvSpPr>
          <p:nvPr/>
        </p:nvSpPr>
        <p:spPr>
          <a:xfrm xmlns:a="http://schemas.openxmlformats.org/drawingml/2006/main">
            <a:off x="8715375" y="2095500"/>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2550" b="1">
                <a:solidFill>
                  <a:srgbClr val="ED7D31"/>
                </a:solidFill>
                <a:latin typeface="Arial"/>
                <a:ea typeface="Arial"/>
                <a:cs typeface="Arial"/>
              </a:defRPr>
            </a:pPr>
            <a:r>
              <a:rPr sz="2550" b="1">
                <a:solidFill>
                  <a:srgbClr val="ED7D31"/>
                </a:solidFill>
                <a:latin typeface="Arial"/>
                <a:ea typeface="Arial"/>
                <a:cs typeface="Arial"/>
              </a:rPr>
              <a:t>Canek</a:t>
            </a:r>
          </a:p>
        </p:txBody>
      </p:sp>
      <p:sp>
        <p:nvSpPr>
          <p:cNvPr id="14" name="">
            <a:extLst xmlns:a="http://schemas.openxmlformats.org/drawingml/2006/main">
              <a:ext uri="{FF2B5EF4-FFF2-40B4-BE49-F238E27FC236}">
                <a16:creationId xmlns:a16="http://schemas.microsoft.com/office/drawing/2014/main" id="{BEB57762-A269-4CEA-A8D0-9AEB8DB2ED6B}"/>
              </a:ext>
            </a:extLst>
          </p:cNvPr>
          <p:cNvSpPr>
            <a:spLocks xmlns:a="http://schemas.openxmlformats.org/drawingml/2006/main" noGrp="1"/>
          </p:cNvSpPr>
          <p:nvPr/>
        </p:nvSpPr>
        <p:spPr>
          <a:xfrm xmlns:a="http://schemas.openxmlformats.org/drawingml/2006/main">
            <a:off x="8763000" y="2952750"/>
            <a:ext cx="2571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b="1">
                <a:solidFill>
                  <a:srgbClr val="1F2937"/>
                </a:solidFill>
                <a:latin typeface="Arial"/>
                <a:ea typeface="Arial"/>
                <a:cs typeface="Arial"/>
              </a:defRPr>
            </a:pPr>
            <a:r>
              <a:rPr sz="1650" b="1">
                <a:solidFill>
                  <a:srgbClr val="1F2937"/>
                </a:solidFill>
                <a:latin typeface="Arial"/>
                <a:ea typeface="Arial"/>
                <a:cs typeface="Arial"/>
              </a:rPr>
              <a:t>Mutual nearest neighbors between batches</a:t>
            </a:r>
          </a:p>
        </p:txBody>
      </p:sp>
      <p:sp>
        <p:nvSpPr>
          <p:cNvPr id="15" name="">
            <a:extLst xmlns:a="http://schemas.openxmlformats.org/drawingml/2006/main">
              <a:ext uri="{FF2B5EF4-FFF2-40B4-BE49-F238E27FC236}">
                <a16:creationId xmlns:a16="http://schemas.microsoft.com/office/drawing/2014/main" id="{C0283FEB-DCC2-40B8-A8BE-5ADF9327E2DF}"/>
              </a:ext>
            </a:extLst>
          </p:cNvPr>
          <p:cNvSpPr>
            <a:spLocks xmlns:a="http://schemas.openxmlformats.org/drawingml/2006/main" noGrp="1"/>
          </p:cNvSpPr>
          <p:nvPr/>
        </p:nvSpPr>
        <p:spPr>
          <a:xfrm xmlns:a="http://schemas.openxmlformats.org/drawingml/2006/main">
            <a:off x="8810625" y="4095750"/>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425">
                <a:solidFill>
                  <a:srgbClr val="5B6472"/>
                </a:solidFill>
                <a:latin typeface="Arial"/>
                <a:ea typeface="Arial"/>
                <a:cs typeface="Arial"/>
              </a:defRPr>
            </a:pPr>
            <a:r>
              <a:rPr sz="1425">
                <a:solidFill>
                  <a:srgbClr val="5B6472"/>
                </a:solidFill>
                <a:latin typeface="Arial"/>
                <a:ea typeface="Arial"/>
                <a:cs typeface="Arial"/>
              </a:rPr>
              <a:t>Creates canek</a:t>
            </a:r>
          </a:p>
        </p:txBody>
      </p:sp>
      <p:sp>
        <p:nvSpPr>
          <p:cNvPr id="16" name="">
            <a:extLst xmlns:a="http://schemas.openxmlformats.org/drawingml/2006/main">
              <a:ext uri="{FF2B5EF4-FFF2-40B4-BE49-F238E27FC236}">
                <a16:creationId xmlns:a16="http://schemas.microsoft.com/office/drawing/2014/main" id="{99E43FDC-0737-40EA-B5DB-1FE9844AC2FE}"/>
              </a:ext>
            </a:extLst>
          </p:cNvPr>
          <p:cNvSpPr>
            <a:spLocks xmlns:a="http://schemas.openxmlformats.org/drawingml/2006/main" noGrp="1"/>
          </p:cNvSpPr>
          <p:nvPr/>
        </p:nvSpPr>
        <p:spPr>
          <a:xfrm xmlns:a="http://schemas.openxmlformats.org/drawingml/2006/main">
            <a:off x="1238250" y="5476875"/>
            <a:ext cx="9715500" cy="685800"/>
          </a:xfrm>
          <a:prstGeom xmlns:a="http://schemas.openxmlformats.org/drawingml/2006/main" prst="roundRect">
            <a:avLst>
              <a:gd name="adj" fmla="val 22222"/>
            </a:avLst>
          </a:prstGeom>
          <a:solidFill xmlns:a="http://schemas.openxmlformats.org/drawingml/2006/main">
            <a:srgbClr val="F5F6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AF88A29-D3B1-4159-8FDB-181149AE2166}"/>
              </a:ext>
            </a:extLst>
          </p:cNvPr>
          <p:cNvSpPr>
            <a:spLocks xmlns:a="http://schemas.openxmlformats.org/drawingml/2006/main" noGrp="1"/>
          </p:cNvSpPr>
          <p:nvPr/>
        </p:nvSpPr>
        <p:spPr>
          <a:xfrm xmlns:a="http://schemas.openxmlformats.org/drawingml/2006/main">
            <a:off x="1666875" y="5619750"/>
            <a:ext cx="885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86502"/>
          </a:bodyPr>
          <a:lstStyle xmlns:a="http://schemas.openxmlformats.org/drawingml/2006/main"/>
          <a:p xmlns:a="http://schemas.openxmlformats.org/drawingml/2006/main">
            <a:pPr algn="ctr">
              <a:defRPr sz="1725" b="1">
                <a:solidFill>
                  <a:srgbClr val="1F2937"/>
                </a:solidFill>
                <a:latin typeface="Arial"/>
                <a:ea typeface="Arial"/>
                <a:cs typeface="Arial"/>
              </a:defRPr>
            </a:pPr>
            <a:r>
              <a:rPr sz="1725" b="1">
                <a:solidFill>
                  <a:srgbClr val="1F2937"/>
                </a:solidFill>
                <a:latin typeface="Arial"/>
                <a:ea typeface="Arial"/>
                <a:cs typeface="Arial"/>
              </a:rPr>
              <a:t>A useful correction mixes batches within shared cell types while preserving biological separation.</a:t>
            </a:r>
          </a:p>
        </p:txBody>
      </p:sp>
    </p:spTree>
    <p:extLst>
      <p:ext uri="{BB962C8B-B14F-4D97-AF65-F5344CB8AC3E}">
        <p14:creationId xmlns:p14="http://schemas.microsoft.com/office/powerpoint/2010/main" val="146707371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99" name="Title 200">
            <a:extLst xmlns:a="http://schemas.openxmlformats.org/drawingml/2006/main">
              <a:ext uri="{FF2B5EF4-FFF2-40B4-BE49-F238E27FC236}">
                <a16:creationId xmlns:a16="http://schemas.microsoft.com/office/drawing/2014/main" id="{E9832974-4382-4C5A-9469-CE468BF997F1}"/>
              </a:ext>
            </a:extLst>
          </p:cNvPr>
          <p:cNvSpPr>
            <a:spLocks xmlns:a="http://schemas.openxmlformats.org/drawingml/2006/main" noGrp="1"/>
          </p:cNvSpPr>
          <p:nvPr/>
        </p:nvSpPr>
        <p:spPr>
          <a:xfrm xmlns:a="http://schemas.openxmlformats.org/drawingml/2006/main">
            <a:off x="838200" y="-53023"/>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000" kern="1200">
                <a:solidFill>
                  <a:schemeClr val="tx1"/>
                </a:solidFill>
                <a:latin typeface="+mj-lt"/>
                <a:ea typeface="+mj-lt"/>
                <a:cs typeface="+mj-lt"/>
              </a:defRPr>
            </a:lvl1pPr>
          </a:lstStyle>
          <a:p xmlns:a="http://schemas.openxmlformats.org/drawingml/2006/main">
            <a:r>
              <a:t>After correction</a:t>
            </a:r>
          </a:p>
        </p:txBody>
      </p:sp>
      <p:sp>
        <p:nvSpPr>
          <p:cNvPr id="201" name="TextBox 202">
            <a:extLst xmlns:a="http://schemas.openxmlformats.org/drawingml/2006/main">
              <a:ext uri="{FF2B5EF4-FFF2-40B4-BE49-F238E27FC236}">
                <a16:creationId xmlns:a16="http://schemas.microsoft.com/office/drawing/2014/main" id="{B09D0B92-DE17-4311-9AA6-7651C97C47CD}"/>
              </a:ext>
            </a:extLst>
          </p:cNvPr>
          <p:cNvSpPr>
            <a:spLocks xmlns:a="http://schemas.openxmlformats.org/drawingml/2006/main" noGrp="1"/>
          </p:cNvSpPr>
          <p:nvPr/>
        </p:nvSpPr>
        <p:spPr>
          <a:xfrm xmlns:a="http://schemas.openxmlformats.org/drawingml/2006/main">
            <a:off x="838200" y="1420000"/>
            <a:ext cx="4297680" cy="400000"/>
          </a:xfrm>
          <a:prstGeom xmlns:a="http://schemas.openxmlformats.org/drawingml/2006/main" prst="rect">
            <a:avLst/>
          </a:prstGeom>
          <a:noFill xmlns:a="http://schemas.openxmlformats.org/drawingml/2006/main"/>
        </p:spPr>
        <p:txBody>
          <a:bodyPr xmlns:a="http://schemas.openxmlformats.org/drawingml/2006/main" wrap="square" anchor="t">
            <a:normAutofit/>
          </a:bodyPr>
          <a:lstStyle xmlns:a="http://schemas.openxmlformats.org/drawingml/2006/main"/>
          <a:p xmlns:a="http://schemas.openxmlformats.org/drawingml/2006/main">
            <a:pPr algn="ctr">
              <a:buNone/>
            </a:pPr>
            <a:r>
              <a:rPr sz="1700">
                <a:solidFill>
                  <a:srgbClr val="44546A"/>
                </a:solidFill>
              </a:rPr>
              <a:t>coloured by sample</a:t>
            </a:r>
          </a:p>
        </p:txBody>
      </p:sp>
      <p:sp>
        <p:nvSpPr>
          <p:cNvPr id="203" name="TextBox 204">
            <a:extLst xmlns:a="http://schemas.openxmlformats.org/drawingml/2006/main">
              <a:ext uri="{FF2B5EF4-FFF2-40B4-BE49-F238E27FC236}">
                <a16:creationId xmlns:a16="http://schemas.microsoft.com/office/drawing/2014/main" id="{D7FA0B6C-44CD-4AF6-BA8B-353D0AAE99B3}"/>
              </a:ext>
            </a:extLst>
          </p:cNvPr>
          <p:cNvSpPr>
            <a:spLocks xmlns:a="http://schemas.openxmlformats.org/drawingml/2006/main" noGrp="1"/>
          </p:cNvSpPr>
          <p:nvPr/>
        </p:nvSpPr>
        <p:spPr>
          <a:xfrm xmlns:a="http://schemas.openxmlformats.org/drawingml/2006/main">
            <a:off x="6135880" y="1420000"/>
            <a:ext cx="4297680" cy="400000"/>
          </a:xfrm>
          <a:prstGeom xmlns:a="http://schemas.openxmlformats.org/drawingml/2006/main" prst="rect">
            <a:avLst/>
          </a:prstGeom>
          <a:noFill xmlns:a="http://schemas.openxmlformats.org/drawingml/2006/main"/>
        </p:spPr>
        <p:txBody>
          <a:bodyPr xmlns:a="http://schemas.openxmlformats.org/drawingml/2006/main" wrap="square" anchor="t">
            <a:normAutofit/>
          </a:bodyPr>
          <a:lstStyle xmlns:a="http://schemas.openxmlformats.org/drawingml/2006/main"/>
          <a:p xmlns:a="http://schemas.openxmlformats.org/drawingml/2006/main">
            <a:pPr algn="ctr">
              <a:buNone/>
            </a:pPr>
            <a:r>
              <a:rPr sz="1700">
                <a:solidFill>
                  <a:srgbClr val="44546A"/>
                </a:solidFill>
              </a:rPr>
              <a:t>coloured by cell type</a:t>
            </a:r>
          </a:p>
        </p:txBody>
      </p:sp>
      <p:sp>
        <p:nvSpPr>
          <p:cNvPr id="209" name="TextBox 210">
            <a:extLst xmlns:a="http://schemas.openxmlformats.org/drawingml/2006/main">
              <a:ext uri="{FF2B5EF4-FFF2-40B4-BE49-F238E27FC236}">
                <a16:creationId xmlns:a16="http://schemas.microsoft.com/office/drawing/2014/main" id="{64E6961F-D58D-4E0D-89FF-5F1CC9311632}"/>
              </a:ext>
            </a:extLst>
          </p:cNvPr>
          <p:cNvSpPr>
            <a:spLocks xmlns:a="http://schemas.openxmlformats.org/drawingml/2006/main" noGrp="1"/>
          </p:cNvSpPr>
          <p:nvPr/>
        </p:nvSpPr>
        <p:spPr>
          <a:xfrm xmlns:a="http://schemas.openxmlformats.org/drawingml/2006/main">
            <a:off x="838200" y="5200000"/>
            <a:ext cx="10515600" cy="1100000"/>
          </a:xfrm>
          <a:prstGeom xmlns:a="http://schemas.openxmlformats.org/drawingml/2006/main" prst="rect">
            <a:avLst/>
          </a:prstGeom>
          <a:noFill xmlns:a="http://schemas.openxmlformats.org/drawingml/2006/main"/>
        </p:spPr>
        <p:txBody>
          <a:bodyPr xmlns:a="http://schemas.openxmlformats.org/drawingml/2006/main" wrap="square" anchor="t">
            <a:normAutofit/>
          </a:bodyPr>
          <a:lstStyle xmlns:a="http://schemas.openxmlformats.org/drawingml/2006/main"/>
          <a:p xmlns:a="http://schemas.openxmlformats.org/drawingml/2006/main">
            <a:pPr algn="l">
              <a:buNone/>
            </a:pPr>
            <a:r>
              <a:rPr sz="2000">
                <a:solidFill>
                  <a:srgbClr val="000000"/>
                </a:solidFill>
              </a:rPr>
              <a:t>The two samples now overlap. The group that exists in only one sample stays apart,</a:t>
            </a:r>
          </a:p>
          <a:p xmlns:a="http://schemas.openxmlformats.org/drawingml/2006/main">
            <a:pPr algn="l">
              <a:buNone/>
            </a:pPr>
            <a:r>
              <a:rPr sz="2000">
                <a:solidFill>
                  <a:srgbClr val="000000"/>
                </a:solidFill>
              </a:rPr>
              <a:t>which is correct: integration must not invent cells that were not there.</a:t>
            </a:r>
          </a:p>
        </p:txBody>
      </p:sp>
      <p:pic>
        <p:nvPicPr>
          <p:cNvPr id="216" name="Picture 2"/>
          <p:cNvPicPr>
            <a:picLocks xmlns:a="http://schemas.openxmlformats.org/drawingml/2006/main" noChangeAspect="1"/>
          </p:cNvPicPr>
          <p:nvPr/>
        </p:nvPicPr>
        <p:blipFill>
          <a:blip xmlns:r="http://schemas.openxmlformats.org/officeDocument/2006/relationships" xmlns:a="http://schemas.openxmlformats.org/drawingml/2006/main" r:embed="R04c70419a14d4bb1"/>
          <a:stretch xmlns:a="http://schemas.openxmlformats.org/drawingml/2006/main">
            <a:fillRect l="0" t="0" r="0" b="0"/>
          </a:stretch>
        </p:blipFill>
        <p:spPr>
          <a:xfrm xmlns:a="http://schemas.openxmlformats.org/drawingml/2006/main">
            <a:off x="955833" y="1973958"/>
            <a:ext cx="4072725" cy="2910083"/>
          </a:xfrm>
          <a:prstGeom xmlns:a="http://schemas.openxmlformats.org/drawingml/2006/main" prst="rect">
            <a:avLst/>
          </a:prstGeom>
        </p:spPr>
      </p:pic>
      <p:pic>
        <p:nvPicPr>
          <p:cNvPr id="217" name="Picture 4"/>
          <p:cNvPicPr>
            <a:picLocks xmlns:a="http://schemas.openxmlformats.org/drawingml/2006/main" noChangeAspect="1"/>
          </p:cNvPicPr>
          <p:nvPr/>
        </p:nvPicPr>
        <p:blipFill>
          <a:blip xmlns:r="http://schemas.openxmlformats.org/officeDocument/2006/relationships" xmlns:a="http://schemas.openxmlformats.org/drawingml/2006/main" r:embed="Rd4b86906982541e1"/>
          <a:stretch xmlns:a="http://schemas.openxmlformats.org/drawingml/2006/main">
            <a:fillRect l="0" t="0" r="0" b="0"/>
          </a:stretch>
        </p:blipFill>
        <p:spPr>
          <a:xfrm xmlns:a="http://schemas.openxmlformats.org/drawingml/2006/main">
            <a:off x="6027196" y="1973959"/>
            <a:ext cx="4170409" cy="2910082"/>
          </a:xfrm>
          <a:prstGeom xmlns:a="http://schemas.openxmlformats.org/drawingml/2006/main" prst="rect">
            <a:avLst/>
          </a:prstGeom>
        </p:spPr>
      </p:pic>
    </p:spTree>
    <p:extLst>
      <p:ext uri="{BB962C8B-B14F-4D97-AF65-F5344CB8AC3E}">
        <p14:creationId xmlns:p14="http://schemas.microsoft.com/office/powerpoint/2010/main" val="81646394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accent">
            <a:extLst xmlns:a="http://schemas.openxmlformats.org/drawingml/2006/main">
              <a:ext uri="{FF2B5EF4-FFF2-40B4-BE49-F238E27FC236}">
                <a16:creationId xmlns:a16="http://schemas.microsoft.com/office/drawing/2014/main" id="{AC10D7A0-8961-4628-BE87-FDD0AFAFEE0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ED7D31"/>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2" name="section-kicker">
            <a:extLst xmlns:a="http://schemas.openxmlformats.org/drawingml/2006/main">
              <a:ext uri="{FF2B5EF4-FFF2-40B4-BE49-F238E27FC236}">
                <a16:creationId xmlns:a16="http://schemas.microsoft.com/office/drawing/2014/main" id="{577B2423-00C1-48A6-8953-8F56A679AF35}"/>
              </a:ext>
            </a:extLst>
          </p:cNvPr>
          <p:cNvSpPr>
            <a:spLocks xmlns:a="http://schemas.openxmlformats.org/drawingml/2006/main" noGrp="1"/>
          </p:cNvSpPr>
          <p:nvPr/>
        </p:nvSpPr>
        <p:spPr>
          <a:xfrm xmlns:a="http://schemas.openxmlformats.org/drawingml/2006/main">
            <a:off x="685800" y="6477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buNone/>
              <a:defRPr sz="1275" b="1">
                <a:solidFill>
                  <a:srgbClr val="4472C4"/>
                </a:solidFill>
                <a:latin typeface="Arial"/>
                <a:ea typeface="Arial"/>
                <a:cs typeface="Arial"/>
              </a:defRPr>
            </a:pPr>
            <a:r>
              <a:rPr sz="1275" b="1">
                <a:solidFill>
                  <a:srgbClr val="4472C4"/>
                </a:solidFill>
                <a:latin typeface="Arial"/>
                <a:ea typeface="Arial"/>
                <a:cs typeface="Arial"/>
              </a:rPr>
              <a:t>SECTION 4</a:t>
            </a:r>
          </a:p>
        </p:txBody>
      </p:sp>
      <p:sp>
        <p:nvSpPr>
          <p:cNvPr id="3" name="section-title">
            <a:extLst xmlns:a="http://schemas.openxmlformats.org/drawingml/2006/main">
              <a:ext uri="{FF2B5EF4-FFF2-40B4-BE49-F238E27FC236}">
                <a16:creationId xmlns:a16="http://schemas.microsoft.com/office/drawing/2014/main" id="{0D49F897-A59E-49FA-9879-6F2C66092B7E}"/>
              </a:ext>
            </a:extLst>
          </p:cNvPr>
          <p:cNvSpPr>
            <a:spLocks xmlns:a="http://schemas.openxmlformats.org/drawingml/2006/main" noGrp="1"/>
          </p:cNvSpPr>
          <p:nvPr/>
        </p:nvSpPr>
        <p:spPr>
          <a:xfrm xmlns:a="http://schemas.openxmlformats.org/drawingml/2006/main">
            <a:off x="666750" y="106680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a:bodyPr>
          <a:lstStyle xmlns:a="http://schemas.openxmlformats.org/drawingml/2006/main"/>
          <a:p xmlns:a="http://schemas.openxmlformats.org/drawingml/2006/main">
            <a:pPr>
              <a:buNone/>
              <a:defRPr sz="3750" b="0">
                <a:solidFill>
                  <a:srgbClr val="111827"/>
                </a:solidFill>
                <a:latin typeface="Arial"/>
                <a:ea typeface="Arial"/>
                <a:cs typeface="Arial"/>
              </a:defRPr>
            </a:pPr>
            <a:r>
              <a:rPr sz="3750" b="0">
                <a:solidFill>
                  <a:srgbClr val="111827"/>
                </a:solidFill>
                <a:latin typeface="Arial"/>
                <a:ea typeface="Arial"/>
                <a:cs typeface="Arial"/>
              </a:rPr>
              <a:t>Spatial transcriptomics</a:t>
            </a:r>
          </a:p>
        </p:txBody>
      </p:sp>
      <p:sp>
        <p:nvSpPr>
          <p:cNvPr id="4" name="section-subtitle">
            <a:extLst xmlns:a="http://schemas.openxmlformats.org/drawingml/2006/main">
              <a:ext uri="{FF2B5EF4-FFF2-40B4-BE49-F238E27FC236}">
                <a16:creationId xmlns:a16="http://schemas.microsoft.com/office/drawing/2014/main" id="{81C75622-688F-45A4-9764-F45704E4D1C0}"/>
              </a:ext>
            </a:extLst>
          </p:cNvPr>
          <p:cNvSpPr>
            <a:spLocks xmlns:a="http://schemas.openxmlformats.org/drawingml/2006/main" noGrp="1"/>
          </p:cNvSpPr>
          <p:nvPr/>
        </p:nvSpPr>
        <p:spPr>
          <a:xfrm xmlns:a="http://schemas.openxmlformats.org/drawingml/2006/main">
            <a:off x="695325" y="257175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nSpc>
                <a:spcPct val="108000"/>
              </a:lnSpc>
              <a:buNone/>
              <a:defRPr sz="1875">
                <a:solidFill>
                  <a:srgbClr val="5B6472"/>
                </a:solidFill>
                <a:latin typeface="Arial"/>
                <a:ea typeface="Arial"/>
                <a:cs typeface="Arial"/>
              </a:defRPr>
            </a:pPr>
            <a:r>
              <a:rPr sz="1875">
                <a:solidFill>
                  <a:srgbClr val="5B6472"/>
                </a:solidFill>
                <a:latin typeface="Arial"/>
                <a:ea typeface="Arial"/>
                <a:cs typeface="Arial"/>
              </a:rPr>
              <a:t>Gene expression remains linked to its position in the tissue, so molecular patterns can be interpreted in anatomical context.</a:t>
            </a:r>
          </a:p>
        </p:txBody>
      </p:sp>
      <p:pic>
        <p:nvPicPr>
          <p:cNvPr id="16" name="Picture 13"/>
          <p:cNvPicPr>
            <a:picLocks xmlns:a="http://schemas.openxmlformats.org/drawingml/2006/main" noChangeAspect="1"/>
          </p:cNvPicPr>
          <p:nvPr/>
        </p:nvPicPr>
        <p:blipFill>
          <a:blip xmlns:r="http://schemas.openxmlformats.org/officeDocument/2006/relationships" xmlns:a="http://schemas.openxmlformats.org/drawingml/2006/main" r:embed="R37d6b2f280314f74"/>
          <a:stretch xmlns:a="http://schemas.openxmlformats.org/drawingml/2006/main"/>
        </p:blipFill>
        <p:spPr>
          <a:xfrm xmlns:a="http://schemas.openxmlformats.org/drawingml/2006/main">
            <a:off x="4953000" y="1570600"/>
            <a:ext cx="6858000" cy="3859676"/>
          </a:xfrm>
          <a:prstGeom xmlns:a="http://schemas.openxmlformats.org/drawingml/2006/main" prst="rect">
            <a:avLst/>
          </a:prstGeom>
        </p:spPr>
      </p:pic>
      <p:sp>
        <p:nvSpPr>
          <p:cNvPr id="6" name="Rectangle 5">
            <a:extLst xmlns:a="http://schemas.openxmlformats.org/drawingml/2006/main">
              <a:ext uri="{FF2B5EF4-FFF2-40B4-BE49-F238E27FC236}">
                <a16:creationId xmlns:a16="http://schemas.microsoft.com/office/drawing/2014/main" id="{EDE78F85-9D51-48ED-A4AC-9B9F0A507084}"/>
              </a:ext>
            </a:extLst>
          </p:cNvPr>
          <p:cNvSpPr>
            <a:spLocks xmlns:a="http://schemas.openxmlformats.org/drawingml/2006/main" noGrp="1"/>
          </p:cNvSpPr>
          <p:nvPr/>
        </p:nvSpPr>
        <p:spPr>
          <a:xfrm xmlns:a="http://schemas.openxmlformats.org/drawingml/2006/main">
            <a:off x="5429250" y="5715000"/>
            <a:ext cx="114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gn="ctr">
              <a:buNone/>
              <a:defRPr sz="1350" b="1">
                <a:solidFill>
                  <a:srgbClr val="5B6472"/>
                </a:solidFill>
                <a:latin typeface="Arial"/>
                <a:ea typeface="Arial"/>
                <a:cs typeface="Arial"/>
              </a:defRPr>
            </a:pPr>
            <a:r>
              <a:rPr sz="1350" b="1">
                <a:solidFill>
                  <a:srgbClr val="5B6472"/>
                </a:solidFill>
                <a:latin typeface="Arial"/>
                <a:ea typeface="Arial"/>
                <a:cs typeface="Arial"/>
              </a:rPr>
              <a:t>Tissue</a:t>
            </a:r>
          </a:p>
        </p:txBody>
      </p:sp>
      <p:sp>
        <p:nvSpPr>
          <p:cNvPr id="7" name="Rectangle 6">
            <a:extLst xmlns:a="http://schemas.openxmlformats.org/drawingml/2006/main">
              <a:ext uri="{FF2B5EF4-FFF2-40B4-BE49-F238E27FC236}">
                <a16:creationId xmlns:a16="http://schemas.microsoft.com/office/drawing/2014/main" id="{B63F7FE3-4031-44EE-873A-379E8D9B85D8}"/>
              </a:ext>
            </a:extLst>
          </p:cNvPr>
          <p:cNvSpPr>
            <a:spLocks xmlns:a="http://schemas.openxmlformats.org/drawingml/2006/main" noGrp="1"/>
          </p:cNvSpPr>
          <p:nvPr/>
        </p:nvSpPr>
        <p:spPr>
          <a:xfrm xmlns:a="http://schemas.openxmlformats.org/drawingml/2006/main">
            <a:off x="6858000" y="57150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gn="ctr">
              <a:buNone/>
              <a:defRPr sz="1350" b="1">
                <a:solidFill>
                  <a:srgbClr val="5B6472"/>
                </a:solidFill>
                <a:latin typeface="Arial"/>
                <a:ea typeface="Arial"/>
                <a:cs typeface="Arial"/>
              </a:defRPr>
            </a:pPr>
            <a:r>
              <a:rPr sz="1350" b="1">
                <a:solidFill>
                  <a:srgbClr val="5B6472"/>
                </a:solidFill>
                <a:latin typeface="Arial"/>
                <a:ea typeface="Arial"/>
                <a:cs typeface="Arial"/>
              </a:rPr>
              <a:t>Capture spots</a:t>
            </a:r>
          </a:p>
        </p:txBody>
      </p:sp>
      <p:sp>
        <p:nvSpPr>
          <p:cNvPr id="8" name="Rectangle 7">
            <a:extLst xmlns:a="http://schemas.openxmlformats.org/drawingml/2006/main">
              <a:ext uri="{FF2B5EF4-FFF2-40B4-BE49-F238E27FC236}">
                <a16:creationId xmlns:a16="http://schemas.microsoft.com/office/drawing/2014/main" id="{92F2A14D-FEC1-407A-933F-8760BBE47175}"/>
              </a:ext>
            </a:extLst>
          </p:cNvPr>
          <p:cNvSpPr>
            <a:spLocks xmlns:a="http://schemas.openxmlformats.org/drawingml/2006/main" noGrp="1"/>
          </p:cNvSpPr>
          <p:nvPr/>
        </p:nvSpPr>
        <p:spPr>
          <a:xfrm xmlns:a="http://schemas.openxmlformats.org/drawingml/2006/main">
            <a:off x="8572500" y="5715000"/>
            <a:ext cx="1381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gn="ctr">
              <a:buNone/>
              <a:defRPr sz="1350" b="1">
                <a:solidFill>
                  <a:srgbClr val="5B6472"/>
                </a:solidFill>
                <a:latin typeface="Arial"/>
                <a:ea typeface="Arial"/>
                <a:cs typeface="Arial"/>
              </a:defRPr>
            </a:pPr>
            <a:r>
              <a:rPr sz="1350" b="1">
                <a:solidFill>
                  <a:srgbClr val="5B6472"/>
                </a:solidFill>
                <a:latin typeface="Arial"/>
                <a:ea typeface="Arial"/>
                <a:cs typeface="Arial"/>
              </a:rPr>
              <a:t>Count matrix</a:t>
            </a:r>
          </a:p>
        </p:txBody>
      </p:sp>
      <p:sp>
        <p:nvSpPr>
          <p:cNvPr id="9" name="Rectangle 8">
            <a:extLst xmlns:a="http://schemas.openxmlformats.org/drawingml/2006/main">
              <a:ext uri="{FF2B5EF4-FFF2-40B4-BE49-F238E27FC236}">
                <a16:creationId xmlns:a16="http://schemas.microsoft.com/office/drawing/2014/main" id="{71BA79D4-49E4-40F9-92A6-45EF555DA941}"/>
              </a:ext>
            </a:extLst>
          </p:cNvPr>
          <p:cNvSpPr>
            <a:spLocks xmlns:a="http://schemas.openxmlformats.org/drawingml/2006/main" noGrp="1"/>
          </p:cNvSpPr>
          <p:nvPr/>
        </p:nvSpPr>
        <p:spPr>
          <a:xfrm xmlns:a="http://schemas.openxmlformats.org/drawingml/2006/main">
            <a:off x="10096500" y="5715000"/>
            <a:ext cx="1381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gn="ctr">
              <a:buNone/>
              <a:defRPr sz="1350" b="1">
                <a:solidFill>
                  <a:srgbClr val="5B6472"/>
                </a:solidFill>
                <a:latin typeface="Arial"/>
                <a:ea typeface="Arial"/>
                <a:cs typeface="Arial"/>
              </a:defRPr>
            </a:pPr>
            <a:r>
              <a:rPr sz="1350" b="1">
                <a:solidFill>
                  <a:srgbClr val="5B6472"/>
                </a:solidFill>
                <a:latin typeface="Arial"/>
                <a:ea typeface="Arial"/>
                <a:cs typeface="Arial"/>
              </a:rPr>
              <a:t>Spatial map</a:t>
            </a:r>
          </a:p>
        </p:txBody>
      </p:sp>
    </p:spTree>
    <p:extLst>
      <p:ext uri="{BB962C8B-B14F-4D97-AF65-F5344CB8AC3E}">
        <p14:creationId xmlns:p14="http://schemas.microsoft.com/office/powerpoint/2010/main" val="3363411008"/>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31" name="Title 132">
            <a:extLst xmlns:a="http://schemas.openxmlformats.org/drawingml/2006/main">
              <a:ext uri="{FF2B5EF4-FFF2-40B4-BE49-F238E27FC236}">
                <a16:creationId xmlns:a16="http://schemas.microsoft.com/office/drawing/2014/main" id="{00433B98-5163-41B0-9C9B-D18AA9798465}"/>
              </a:ext>
            </a:extLst>
          </p:cNvPr>
          <p:cNvSpPr>
            <a:spLocks xmlns:a="http://schemas.openxmlformats.org/drawingml/2006/main" noGrp="1"/>
          </p:cNvSpPr>
          <p:nvPr/>
        </p:nvSpPr>
        <p:spPr>
          <a:xfrm xmlns:a="http://schemas.openxmlformats.org/drawingml/2006/main">
            <a:off x="838200" y="-53023"/>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defTabSz="914400">
              <a:lnSpc>
                <a:spcPct val="90000"/>
              </a:lnSpc>
              <a:spcBef>
                <a:spcPct val="0"/>
              </a:spcBef>
              <a:buNone/>
              <a:defRPr sz="4000" kern="1200">
                <a:solidFill>
                  <a:schemeClr val="tx1"/>
                </a:solidFill>
                <a:latin typeface="+mj-lt"/>
                <a:ea typeface="+mj-lt"/>
                <a:cs typeface="+mj-lt"/>
              </a:defRPr>
            </a:lvl1pPr>
          </a:lstStyle>
          <a:p xmlns:a="http://schemas.openxmlformats.org/drawingml/2006/main">
            <a:r>
              <a:t>Counts with a position</a:t>
            </a:r>
          </a:p>
        </p:txBody>
      </p:sp>
      <p:sp>
        <p:nvSpPr>
          <p:cNvPr id="133" name="Shape 134">
            <a:extLst xmlns:a="http://schemas.openxmlformats.org/drawingml/2006/main">
              <a:ext uri="{FF2B5EF4-FFF2-40B4-BE49-F238E27FC236}">
                <a16:creationId xmlns:a16="http://schemas.microsoft.com/office/drawing/2014/main" id="{BA37CC6B-B03A-4C16-816F-8BE8BA3D5023}"/>
              </a:ext>
            </a:extLst>
          </p:cNvPr>
          <p:cNvSpPr>
            <a:spLocks xmlns:a="http://schemas.openxmlformats.org/drawingml/2006/main" noGrp="1"/>
          </p:cNvSpPr>
          <p:nvPr/>
        </p:nvSpPr>
        <p:spPr>
          <a:xfrm xmlns:a="http://schemas.openxmlformats.org/drawingml/2006/main">
            <a:off x="838200" y="1750000"/>
            <a:ext cx="4700000" cy="3500000"/>
          </a:xfrm>
          <a:prstGeom xmlns:a="http://schemas.openxmlformats.org/drawingml/2006/main" prst="roundRect">
            <a:avLst/>
          </a:prstGeom>
          <a:solidFill xmlns:a="http://schemas.openxmlformats.org/drawingml/2006/main">
            <a:srgbClr val="EDEDED"/>
          </a:solidFill>
          <a:ln xmlns:a="http://schemas.openxmlformats.org/drawingml/2006/main">
            <a:noFill/>
          </a:ln>
        </p:spPr>
        <p:txBody>
          <a:bodyPr xmlns:a="http://schemas.openxmlformats.org/drawingml/2006/main" lIns="91440" rIns="91440" anchor="ctr">
            <a:normAutofit/>
          </a:bodyPr>
          <a:lstStyle xmlns:a="http://schemas.openxmlformats.org/drawingml/2006/main"/>
          <a:p xmlns:a="http://schemas.openxmlformats.org/drawingml/2006/main">
            <a:endParaRPr/>
          </a:p>
        </p:txBody>
      </p:sp>
      <p:sp>
        <p:nvSpPr>
          <p:cNvPr id="135" name="Shape 136">
            <a:extLst xmlns:a="http://schemas.openxmlformats.org/drawingml/2006/main">
              <a:ext uri="{FF2B5EF4-FFF2-40B4-BE49-F238E27FC236}">
                <a16:creationId xmlns:a16="http://schemas.microsoft.com/office/drawing/2014/main" id="{7E3A42DF-6BA9-49A1-A66B-09FB4A193635}"/>
              </a:ext>
            </a:extLst>
          </p:cNvPr>
          <p:cNvSpPr>
            <a:spLocks xmlns:a="http://schemas.openxmlformats.org/drawingml/2006/main" noGrp="1"/>
          </p:cNvSpPr>
          <p:nvPr/>
        </p:nvSpPr>
        <p:spPr>
          <a:xfrm xmlns:a="http://schemas.openxmlformats.org/drawingml/2006/main">
            <a:off x="1100000" y="2000000"/>
            <a:ext cx="430000" cy="430000"/>
          </a:xfrm>
          <a:prstGeom xmlns:a="http://schemas.openxmlformats.org/drawingml/2006/main" prst="ellipse">
            <a:avLst/>
          </a:prstGeom>
          <a:solidFill xmlns:a="http://schemas.openxmlformats.org/drawingml/2006/main">
            <a:srgbClr val="D9E2F3"/>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37" name="Shape 138">
            <a:extLst xmlns:a="http://schemas.openxmlformats.org/drawingml/2006/main">
              <a:ext uri="{FF2B5EF4-FFF2-40B4-BE49-F238E27FC236}">
                <a16:creationId xmlns:a16="http://schemas.microsoft.com/office/drawing/2014/main" id="{3C64FCFB-BE23-4639-9AA2-69CC615BD4A8}"/>
              </a:ext>
            </a:extLst>
          </p:cNvPr>
          <p:cNvSpPr>
            <a:spLocks xmlns:a="http://schemas.openxmlformats.org/drawingml/2006/main" noGrp="1"/>
          </p:cNvSpPr>
          <p:nvPr/>
        </p:nvSpPr>
        <p:spPr>
          <a:xfrm xmlns:a="http://schemas.openxmlformats.org/drawingml/2006/main">
            <a:off x="1820000" y="2000000"/>
            <a:ext cx="430000" cy="430000"/>
          </a:xfrm>
          <a:prstGeom xmlns:a="http://schemas.openxmlformats.org/drawingml/2006/main" prst="ellipse">
            <a:avLst/>
          </a:prstGeom>
          <a:solidFill xmlns:a="http://schemas.openxmlformats.org/drawingml/2006/main">
            <a:srgbClr val="4472C4"/>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39" name="Shape 140">
            <a:extLst xmlns:a="http://schemas.openxmlformats.org/drawingml/2006/main">
              <a:ext uri="{FF2B5EF4-FFF2-40B4-BE49-F238E27FC236}">
                <a16:creationId xmlns:a16="http://schemas.microsoft.com/office/drawing/2014/main" id="{6B505198-339A-4F4B-9010-D34D8C690D74}"/>
              </a:ext>
            </a:extLst>
          </p:cNvPr>
          <p:cNvSpPr>
            <a:spLocks xmlns:a="http://schemas.openxmlformats.org/drawingml/2006/main" noGrp="1"/>
          </p:cNvSpPr>
          <p:nvPr/>
        </p:nvSpPr>
        <p:spPr>
          <a:xfrm xmlns:a="http://schemas.openxmlformats.org/drawingml/2006/main">
            <a:off x="2540000" y="2000000"/>
            <a:ext cx="430000" cy="430000"/>
          </a:xfrm>
          <a:prstGeom xmlns:a="http://schemas.openxmlformats.org/drawingml/2006/main" prst="ellipse">
            <a:avLst/>
          </a:prstGeom>
          <a:solidFill xmlns:a="http://schemas.openxmlformats.org/drawingml/2006/main">
            <a:srgbClr val="FBE4D5"/>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41" name="Shape 142">
            <a:extLst xmlns:a="http://schemas.openxmlformats.org/drawingml/2006/main">
              <a:ext uri="{FF2B5EF4-FFF2-40B4-BE49-F238E27FC236}">
                <a16:creationId xmlns:a16="http://schemas.microsoft.com/office/drawing/2014/main" id="{18243395-ACAF-4A39-86F7-F64F7F0606B2}"/>
              </a:ext>
            </a:extLst>
          </p:cNvPr>
          <p:cNvSpPr>
            <a:spLocks xmlns:a="http://schemas.openxmlformats.org/drawingml/2006/main" noGrp="1"/>
          </p:cNvSpPr>
          <p:nvPr/>
        </p:nvSpPr>
        <p:spPr>
          <a:xfrm xmlns:a="http://schemas.openxmlformats.org/drawingml/2006/main">
            <a:off x="3260000" y="2000000"/>
            <a:ext cx="430000" cy="430000"/>
          </a:xfrm>
          <a:prstGeom xmlns:a="http://schemas.openxmlformats.org/drawingml/2006/main" prst="ellipse">
            <a:avLst/>
          </a:prstGeom>
          <a:solidFill xmlns:a="http://schemas.openxmlformats.org/drawingml/2006/main">
            <a:srgbClr val="ED7D31"/>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43" name="Shape 144">
            <a:extLst xmlns:a="http://schemas.openxmlformats.org/drawingml/2006/main">
              <a:ext uri="{FF2B5EF4-FFF2-40B4-BE49-F238E27FC236}">
                <a16:creationId xmlns:a16="http://schemas.microsoft.com/office/drawing/2014/main" id="{CD31295D-86AD-4781-9791-0DAC5BB7AC86}"/>
              </a:ext>
            </a:extLst>
          </p:cNvPr>
          <p:cNvSpPr>
            <a:spLocks xmlns:a="http://schemas.openxmlformats.org/drawingml/2006/main" noGrp="1"/>
          </p:cNvSpPr>
          <p:nvPr/>
        </p:nvSpPr>
        <p:spPr>
          <a:xfrm xmlns:a="http://schemas.openxmlformats.org/drawingml/2006/main">
            <a:off x="3980000" y="2000000"/>
            <a:ext cx="430000" cy="430000"/>
          </a:xfrm>
          <a:prstGeom xmlns:a="http://schemas.openxmlformats.org/drawingml/2006/main" prst="ellipse">
            <a:avLst/>
          </a:prstGeom>
          <a:solidFill xmlns:a="http://schemas.openxmlformats.org/drawingml/2006/main">
            <a:srgbClr val="D9E2F3"/>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45" name="Shape 146">
            <a:extLst xmlns:a="http://schemas.openxmlformats.org/drawingml/2006/main">
              <a:ext uri="{FF2B5EF4-FFF2-40B4-BE49-F238E27FC236}">
                <a16:creationId xmlns:a16="http://schemas.microsoft.com/office/drawing/2014/main" id="{494FF394-2168-4D3A-8F08-8035E4904CD3}"/>
              </a:ext>
            </a:extLst>
          </p:cNvPr>
          <p:cNvSpPr>
            <a:spLocks xmlns:a="http://schemas.openxmlformats.org/drawingml/2006/main" noGrp="1"/>
          </p:cNvSpPr>
          <p:nvPr/>
        </p:nvSpPr>
        <p:spPr>
          <a:xfrm xmlns:a="http://schemas.openxmlformats.org/drawingml/2006/main">
            <a:off x="4700000" y="2000000"/>
            <a:ext cx="430000" cy="430000"/>
          </a:xfrm>
          <a:prstGeom xmlns:a="http://schemas.openxmlformats.org/drawingml/2006/main" prst="ellipse">
            <a:avLst/>
          </a:prstGeom>
          <a:solidFill xmlns:a="http://schemas.openxmlformats.org/drawingml/2006/main">
            <a:srgbClr val="FBE4D5"/>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47" name="Shape 148">
            <a:extLst xmlns:a="http://schemas.openxmlformats.org/drawingml/2006/main">
              <a:ext uri="{FF2B5EF4-FFF2-40B4-BE49-F238E27FC236}">
                <a16:creationId xmlns:a16="http://schemas.microsoft.com/office/drawing/2014/main" id="{5E94FB33-DD37-43AE-A6E9-528006B257C0}"/>
              </a:ext>
            </a:extLst>
          </p:cNvPr>
          <p:cNvSpPr>
            <a:spLocks xmlns:a="http://schemas.openxmlformats.org/drawingml/2006/main" noGrp="1"/>
          </p:cNvSpPr>
          <p:nvPr/>
        </p:nvSpPr>
        <p:spPr>
          <a:xfrm xmlns:a="http://schemas.openxmlformats.org/drawingml/2006/main">
            <a:off x="1100000" y="2620000"/>
            <a:ext cx="430000" cy="430000"/>
          </a:xfrm>
          <a:prstGeom xmlns:a="http://schemas.openxmlformats.org/drawingml/2006/main" prst="ellipse">
            <a:avLst/>
          </a:prstGeom>
          <a:solidFill xmlns:a="http://schemas.openxmlformats.org/drawingml/2006/main">
            <a:srgbClr val="4472C4"/>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49" name="Shape 150">
            <a:extLst xmlns:a="http://schemas.openxmlformats.org/drawingml/2006/main">
              <a:ext uri="{FF2B5EF4-FFF2-40B4-BE49-F238E27FC236}">
                <a16:creationId xmlns:a16="http://schemas.microsoft.com/office/drawing/2014/main" id="{01BE4F19-E05B-4C74-9E78-2618C08F40F8}"/>
              </a:ext>
            </a:extLst>
          </p:cNvPr>
          <p:cNvSpPr>
            <a:spLocks xmlns:a="http://schemas.openxmlformats.org/drawingml/2006/main" noGrp="1"/>
          </p:cNvSpPr>
          <p:nvPr/>
        </p:nvSpPr>
        <p:spPr>
          <a:xfrm xmlns:a="http://schemas.openxmlformats.org/drawingml/2006/main">
            <a:off x="1820000" y="2620000"/>
            <a:ext cx="430000" cy="430000"/>
          </a:xfrm>
          <a:prstGeom xmlns:a="http://schemas.openxmlformats.org/drawingml/2006/main" prst="ellipse">
            <a:avLst/>
          </a:prstGeom>
          <a:solidFill xmlns:a="http://schemas.openxmlformats.org/drawingml/2006/main">
            <a:srgbClr val="ED7D31"/>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51" name="Shape 152">
            <a:extLst xmlns:a="http://schemas.openxmlformats.org/drawingml/2006/main">
              <a:ext uri="{FF2B5EF4-FFF2-40B4-BE49-F238E27FC236}">
                <a16:creationId xmlns:a16="http://schemas.microsoft.com/office/drawing/2014/main" id="{E0E9A48B-423C-4C13-BD93-41296D5536C0}"/>
              </a:ext>
            </a:extLst>
          </p:cNvPr>
          <p:cNvSpPr>
            <a:spLocks xmlns:a="http://schemas.openxmlformats.org/drawingml/2006/main" noGrp="1"/>
          </p:cNvSpPr>
          <p:nvPr/>
        </p:nvSpPr>
        <p:spPr>
          <a:xfrm xmlns:a="http://schemas.openxmlformats.org/drawingml/2006/main">
            <a:off x="2540000" y="2620000"/>
            <a:ext cx="430000" cy="430000"/>
          </a:xfrm>
          <a:prstGeom xmlns:a="http://schemas.openxmlformats.org/drawingml/2006/main" prst="ellipse">
            <a:avLst/>
          </a:prstGeom>
          <a:solidFill xmlns:a="http://schemas.openxmlformats.org/drawingml/2006/main">
            <a:srgbClr val="ED7D31"/>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53" name="Shape 154">
            <a:extLst xmlns:a="http://schemas.openxmlformats.org/drawingml/2006/main">
              <a:ext uri="{FF2B5EF4-FFF2-40B4-BE49-F238E27FC236}">
                <a16:creationId xmlns:a16="http://schemas.microsoft.com/office/drawing/2014/main" id="{CD3B5D6C-9E27-4AD5-BA2A-E1FA9C7004EC}"/>
              </a:ext>
            </a:extLst>
          </p:cNvPr>
          <p:cNvSpPr>
            <a:spLocks xmlns:a="http://schemas.openxmlformats.org/drawingml/2006/main" noGrp="1"/>
          </p:cNvSpPr>
          <p:nvPr/>
        </p:nvSpPr>
        <p:spPr>
          <a:xfrm xmlns:a="http://schemas.openxmlformats.org/drawingml/2006/main">
            <a:off x="3260000" y="2620000"/>
            <a:ext cx="430000" cy="430000"/>
          </a:xfrm>
          <a:prstGeom xmlns:a="http://schemas.openxmlformats.org/drawingml/2006/main" prst="ellipse">
            <a:avLst/>
          </a:prstGeom>
          <a:solidFill xmlns:a="http://schemas.openxmlformats.org/drawingml/2006/main">
            <a:srgbClr val="FBE4D5"/>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55" name="Shape 156">
            <a:extLst xmlns:a="http://schemas.openxmlformats.org/drawingml/2006/main">
              <a:ext uri="{FF2B5EF4-FFF2-40B4-BE49-F238E27FC236}">
                <a16:creationId xmlns:a16="http://schemas.microsoft.com/office/drawing/2014/main" id="{42E223BD-AEBF-41A7-912A-F93FE1D72D37}"/>
              </a:ext>
            </a:extLst>
          </p:cNvPr>
          <p:cNvSpPr>
            <a:spLocks xmlns:a="http://schemas.openxmlformats.org/drawingml/2006/main" noGrp="1"/>
          </p:cNvSpPr>
          <p:nvPr/>
        </p:nvSpPr>
        <p:spPr>
          <a:xfrm xmlns:a="http://schemas.openxmlformats.org/drawingml/2006/main">
            <a:off x="3980000" y="2620000"/>
            <a:ext cx="430000" cy="430000"/>
          </a:xfrm>
          <a:prstGeom xmlns:a="http://schemas.openxmlformats.org/drawingml/2006/main" prst="ellipse">
            <a:avLst/>
          </a:prstGeom>
          <a:solidFill xmlns:a="http://schemas.openxmlformats.org/drawingml/2006/main">
            <a:srgbClr val="D9E2F3"/>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57" name="Shape 158">
            <a:extLst xmlns:a="http://schemas.openxmlformats.org/drawingml/2006/main">
              <a:ext uri="{FF2B5EF4-FFF2-40B4-BE49-F238E27FC236}">
                <a16:creationId xmlns:a16="http://schemas.microsoft.com/office/drawing/2014/main" id="{42304E6A-58C4-4D4D-84CC-22006ECBD5C8}"/>
              </a:ext>
            </a:extLst>
          </p:cNvPr>
          <p:cNvSpPr>
            <a:spLocks xmlns:a="http://schemas.openxmlformats.org/drawingml/2006/main" noGrp="1"/>
          </p:cNvSpPr>
          <p:nvPr/>
        </p:nvSpPr>
        <p:spPr>
          <a:xfrm xmlns:a="http://schemas.openxmlformats.org/drawingml/2006/main">
            <a:off x="4700000" y="2620000"/>
            <a:ext cx="430000" cy="430000"/>
          </a:xfrm>
          <a:prstGeom xmlns:a="http://schemas.openxmlformats.org/drawingml/2006/main" prst="ellipse">
            <a:avLst/>
          </a:prstGeom>
          <a:solidFill xmlns:a="http://schemas.openxmlformats.org/drawingml/2006/main">
            <a:srgbClr val="4472C4"/>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59" name="Shape 160">
            <a:extLst xmlns:a="http://schemas.openxmlformats.org/drawingml/2006/main">
              <a:ext uri="{FF2B5EF4-FFF2-40B4-BE49-F238E27FC236}">
                <a16:creationId xmlns:a16="http://schemas.microsoft.com/office/drawing/2014/main" id="{480F34B6-784B-403C-B8D7-BCA54947D676}"/>
              </a:ext>
            </a:extLst>
          </p:cNvPr>
          <p:cNvSpPr>
            <a:spLocks xmlns:a="http://schemas.openxmlformats.org/drawingml/2006/main" noGrp="1"/>
          </p:cNvSpPr>
          <p:nvPr/>
        </p:nvSpPr>
        <p:spPr>
          <a:xfrm xmlns:a="http://schemas.openxmlformats.org/drawingml/2006/main">
            <a:off x="1100000" y="3240000"/>
            <a:ext cx="430000" cy="430000"/>
          </a:xfrm>
          <a:prstGeom xmlns:a="http://schemas.openxmlformats.org/drawingml/2006/main" prst="ellipse">
            <a:avLst/>
          </a:prstGeom>
          <a:solidFill xmlns:a="http://schemas.openxmlformats.org/drawingml/2006/main">
            <a:srgbClr val="FBE4D5"/>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61" name="Shape 162">
            <a:extLst xmlns:a="http://schemas.openxmlformats.org/drawingml/2006/main">
              <a:ext uri="{FF2B5EF4-FFF2-40B4-BE49-F238E27FC236}">
                <a16:creationId xmlns:a16="http://schemas.microsoft.com/office/drawing/2014/main" id="{E9EBED6A-FE89-4D4E-ACB0-DF72F6AA7C46}"/>
              </a:ext>
            </a:extLst>
          </p:cNvPr>
          <p:cNvSpPr>
            <a:spLocks xmlns:a="http://schemas.openxmlformats.org/drawingml/2006/main" noGrp="1"/>
          </p:cNvSpPr>
          <p:nvPr/>
        </p:nvSpPr>
        <p:spPr>
          <a:xfrm xmlns:a="http://schemas.openxmlformats.org/drawingml/2006/main">
            <a:off x="1820000" y="3240000"/>
            <a:ext cx="430000" cy="430000"/>
          </a:xfrm>
          <a:prstGeom xmlns:a="http://schemas.openxmlformats.org/drawingml/2006/main" prst="ellipse">
            <a:avLst/>
          </a:prstGeom>
          <a:solidFill xmlns:a="http://schemas.openxmlformats.org/drawingml/2006/main">
            <a:srgbClr val="ED7D31"/>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63" name="Shape 164">
            <a:extLst xmlns:a="http://schemas.openxmlformats.org/drawingml/2006/main">
              <a:ext uri="{FF2B5EF4-FFF2-40B4-BE49-F238E27FC236}">
                <a16:creationId xmlns:a16="http://schemas.microsoft.com/office/drawing/2014/main" id="{7F2B4CCB-4191-48DF-A2CC-852BDA871296}"/>
              </a:ext>
            </a:extLst>
          </p:cNvPr>
          <p:cNvSpPr>
            <a:spLocks xmlns:a="http://schemas.openxmlformats.org/drawingml/2006/main" noGrp="1"/>
          </p:cNvSpPr>
          <p:nvPr/>
        </p:nvSpPr>
        <p:spPr>
          <a:xfrm xmlns:a="http://schemas.openxmlformats.org/drawingml/2006/main">
            <a:off x="2540000" y="3240000"/>
            <a:ext cx="430000" cy="430000"/>
          </a:xfrm>
          <a:prstGeom xmlns:a="http://schemas.openxmlformats.org/drawingml/2006/main" prst="ellipse">
            <a:avLst/>
          </a:prstGeom>
          <a:solidFill xmlns:a="http://schemas.openxmlformats.org/drawingml/2006/main">
            <a:srgbClr val="4472C4"/>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65" name="Shape 166">
            <a:extLst xmlns:a="http://schemas.openxmlformats.org/drawingml/2006/main">
              <a:ext uri="{FF2B5EF4-FFF2-40B4-BE49-F238E27FC236}">
                <a16:creationId xmlns:a16="http://schemas.microsoft.com/office/drawing/2014/main" id="{84257380-125B-4893-8236-14053CB40867}"/>
              </a:ext>
            </a:extLst>
          </p:cNvPr>
          <p:cNvSpPr>
            <a:spLocks xmlns:a="http://schemas.openxmlformats.org/drawingml/2006/main" noGrp="1"/>
          </p:cNvSpPr>
          <p:nvPr/>
        </p:nvSpPr>
        <p:spPr>
          <a:xfrm xmlns:a="http://schemas.openxmlformats.org/drawingml/2006/main">
            <a:off x="3260000" y="3240000"/>
            <a:ext cx="430000" cy="430000"/>
          </a:xfrm>
          <a:prstGeom xmlns:a="http://schemas.openxmlformats.org/drawingml/2006/main" prst="ellipse">
            <a:avLst/>
          </a:prstGeom>
          <a:solidFill xmlns:a="http://schemas.openxmlformats.org/drawingml/2006/main">
            <a:srgbClr val="ED7D31"/>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67" name="Shape 168">
            <a:extLst xmlns:a="http://schemas.openxmlformats.org/drawingml/2006/main">
              <a:ext uri="{FF2B5EF4-FFF2-40B4-BE49-F238E27FC236}">
                <a16:creationId xmlns:a16="http://schemas.microsoft.com/office/drawing/2014/main" id="{651018FF-01D7-4BC2-8337-197121CF180A}"/>
              </a:ext>
            </a:extLst>
          </p:cNvPr>
          <p:cNvSpPr>
            <a:spLocks xmlns:a="http://schemas.openxmlformats.org/drawingml/2006/main" noGrp="1"/>
          </p:cNvSpPr>
          <p:nvPr/>
        </p:nvSpPr>
        <p:spPr>
          <a:xfrm xmlns:a="http://schemas.openxmlformats.org/drawingml/2006/main">
            <a:off x="3980000" y="3240000"/>
            <a:ext cx="430000" cy="430000"/>
          </a:xfrm>
          <a:prstGeom xmlns:a="http://schemas.openxmlformats.org/drawingml/2006/main" prst="ellipse">
            <a:avLst/>
          </a:prstGeom>
          <a:solidFill xmlns:a="http://schemas.openxmlformats.org/drawingml/2006/main">
            <a:srgbClr val="4472C4"/>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69" name="Shape 170">
            <a:extLst xmlns:a="http://schemas.openxmlformats.org/drawingml/2006/main">
              <a:ext uri="{FF2B5EF4-FFF2-40B4-BE49-F238E27FC236}">
                <a16:creationId xmlns:a16="http://schemas.microsoft.com/office/drawing/2014/main" id="{C50805B8-9923-4E2A-B6F2-475AEE7BB533}"/>
              </a:ext>
            </a:extLst>
          </p:cNvPr>
          <p:cNvSpPr>
            <a:spLocks xmlns:a="http://schemas.openxmlformats.org/drawingml/2006/main" noGrp="1"/>
          </p:cNvSpPr>
          <p:nvPr/>
        </p:nvSpPr>
        <p:spPr>
          <a:xfrm xmlns:a="http://schemas.openxmlformats.org/drawingml/2006/main">
            <a:off x="4700000" y="3240000"/>
            <a:ext cx="430000" cy="430000"/>
          </a:xfrm>
          <a:prstGeom xmlns:a="http://schemas.openxmlformats.org/drawingml/2006/main" prst="ellipse">
            <a:avLst/>
          </a:prstGeom>
          <a:solidFill xmlns:a="http://schemas.openxmlformats.org/drawingml/2006/main">
            <a:srgbClr val="ED7D31"/>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71" name="Shape 172">
            <a:extLst xmlns:a="http://schemas.openxmlformats.org/drawingml/2006/main">
              <a:ext uri="{FF2B5EF4-FFF2-40B4-BE49-F238E27FC236}">
                <a16:creationId xmlns:a16="http://schemas.microsoft.com/office/drawing/2014/main" id="{6D740E6D-DAB5-412D-8DCC-AB0491AB8662}"/>
              </a:ext>
            </a:extLst>
          </p:cNvPr>
          <p:cNvSpPr>
            <a:spLocks xmlns:a="http://schemas.openxmlformats.org/drawingml/2006/main" noGrp="1"/>
          </p:cNvSpPr>
          <p:nvPr/>
        </p:nvSpPr>
        <p:spPr>
          <a:xfrm xmlns:a="http://schemas.openxmlformats.org/drawingml/2006/main">
            <a:off x="1100000" y="3860000"/>
            <a:ext cx="430000" cy="430000"/>
          </a:xfrm>
          <a:prstGeom xmlns:a="http://schemas.openxmlformats.org/drawingml/2006/main" prst="ellipse">
            <a:avLst/>
          </a:prstGeom>
          <a:solidFill xmlns:a="http://schemas.openxmlformats.org/drawingml/2006/main">
            <a:srgbClr val="D9E2F3"/>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73" name="Shape 174">
            <a:extLst xmlns:a="http://schemas.openxmlformats.org/drawingml/2006/main">
              <a:ext uri="{FF2B5EF4-FFF2-40B4-BE49-F238E27FC236}">
                <a16:creationId xmlns:a16="http://schemas.microsoft.com/office/drawing/2014/main" id="{0DE21BB6-52C6-4CC7-9454-167F86C0A34D}"/>
              </a:ext>
            </a:extLst>
          </p:cNvPr>
          <p:cNvSpPr>
            <a:spLocks xmlns:a="http://schemas.openxmlformats.org/drawingml/2006/main" noGrp="1"/>
          </p:cNvSpPr>
          <p:nvPr/>
        </p:nvSpPr>
        <p:spPr>
          <a:xfrm xmlns:a="http://schemas.openxmlformats.org/drawingml/2006/main">
            <a:off x="1820000" y="3860000"/>
            <a:ext cx="430000" cy="430000"/>
          </a:xfrm>
          <a:prstGeom xmlns:a="http://schemas.openxmlformats.org/drawingml/2006/main" prst="ellipse">
            <a:avLst/>
          </a:prstGeom>
          <a:solidFill xmlns:a="http://schemas.openxmlformats.org/drawingml/2006/main">
            <a:srgbClr val="4472C4"/>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75" name="Shape 176">
            <a:extLst xmlns:a="http://schemas.openxmlformats.org/drawingml/2006/main">
              <a:ext uri="{FF2B5EF4-FFF2-40B4-BE49-F238E27FC236}">
                <a16:creationId xmlns:a16="http://schemas.microsoft.com/office/drawing/2014/main" id="{DD3DBB1C-DE7E-4C81-A24E-837600AF0D7F}"/>
              </a:ext>
            </a:extLst>
          </p:cNvPr>
          <p:cNvSpPr>
            <a:spLocks xmlns:a="http://schemas.openxmlformats.org/drawingml/2006/main" noGrp="1"/>
          </p:cNvSpPr>
          <p:nvPr/>
        </p:nvSpPr>
        <p:spPr>
          <a:xfrm xmlns:a="http://schemas.openxmlformats.org/drawingml/2006/main">
            <a:off x="2540000" y="3860000"/>
            <a:ext cx="430000" cy="430000"/>
          </a:xfrm>
          <a:prstGeom xmlns:a="http://schemas.openxmlformats.org/drawingml/2006/main" prst="ellipse">
            <a:avLst/>
          </a:prstGeom>
          <a:solidFill xmlns:a="http://schemas.openxmlformats.org/drawingml/2006/main">
            <a:srgbClr val="ED7D31"/>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77" name="Shape 178">
            <a:extLst xmlns:a="http://schemas.openxmlformats.org/drawingml/2006/main">
              <a:ext uri="{FF2B5EF4-FFF2-40B4-BE49-F238E27FC236}">
                <a16:creationId xmlns:a16="http://schemas.microsoft.com/office/drawing/2014/main" id="{FBB54963-66B2-44E4-AC45-B2BC60D8BB4A}"/>
              </a:ext>
            </a:extLst>
          </p:cNvPr>
          <p:cNvSpPr>
            <a:spLocks xmlns:a="http://schemas.openxmlformats.org/drawingml/2006/main" noGrp="1"/>
          </p:cNvSpPr>
          <p:nvPr/>
        </p:nvSpPr>
        <p:spPr>
          <a:xfrm xmlns:a="http://schemas.openxmlformats.org/drawingml/2006/main">
            <a:off x="3260000" y="3860000"/>
            <a:ext cx="430000" cy="430000"/>
          </a:xfrm>
          <a:prstGeom xmlns:a="http://schemas.openxmlformats.org/drawingml/2006/main" prst="ellipse">
            <a:avLst/>
          </a:prstGeom>
          <a:solidFill xmlns:a="http://schemas.openxmlformats.org/drawingml/2006/main">
            <a:srgbClr val="4472C4"/>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79" name="Shape 180">
            <a:extLst xmlns:a="http://schemas.openxmlformats.org/drawingml/2006/main">
              <a:ext uri="{FF2B5EF4-FFF2-40B4-BE49-F238E27FC236}">
                <a16:creationId xmlns:a16="http://schemas.microsoft.com/office/drawing/2014/main" id="{29513C7E-AEA9-4D70-BE3A-54AFC9BE6088}"/>
              </a:ext>
            </a:extLst>
          </p:cNvPr>
          <p:cNvSpPr>
            <a:spLocks xmlns:a="http://schemas.openxmlformats.org/drawingml/2006/main" noGrp="1"/>
          </p:cNvSpPr>
          <p:nvPr/>
        </p:nvSpPr>
        <p:spPr>
          <a:xfrm xmlns:a="http://schemas.openxmlformats.org/drawingml/2006/main">
            <a:off x="3980000" y="3860000"/>
            <a:ext cx="430000" cy="430000"/>
          </a:xfrm>
          <a:prstGeom xmlns:a="http://schemas.openxmlformats.org/drawingml/2006/main" prst="ellipse">
            <a:avLst/>
          </a:prstGeom>
          <a:solidFill xmlns:a="http://schemas.openxmlformats.org/drawingml/2006/main">
            <a:srgbClr val="FBE4D5"/>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81" name="Shape 182">
            <a:extLst xmlns:a="http://schemas.openxmlformats.org/drawingml/2006/main">
              <a:ext uri="{FF2B5EF4-FFF2-40B4-BE49-F238E27FC236}">
                <a16:creationId xmlns:a16="http://schemas.microsoft.com/office/drawing/2014/main" id="{79FD3012-3520-4D83-8C05-88B395FBE118}"/>
              </a:ext>
            </a:extLst>
          </p:cNvPr>
          <p:cNvSpPr>
            <a:spLocks xmlns:a="http://schemas.openxmlformats.org/drawingml/2006/main" noGrp="1"/>
          </p:cNvSpPr>
          <p:nvPr/>
        </p:nvSpPr>
        <p:spPr>
          <a:xfrm xmlns:a="http://schemas.openxmlformats.org/drawingml/2006/main">
            <a:off x="4700000" y="3860000"/>
            <a:ext cx="430000" cy="430000"/>
          </a:xfrm>
          <a:prstGeom xmlns:a="http://schemas.openxmlformats.org/drawingml/2006/main" prst="ellipse">
            <a:avLst/>
          </a:prstGeom>
          <a:solidFill xmlns:a="http://schemas.openxmlformats.org/drawingml/2006/main">
            <a:srgbClr val="FBE4D5"/>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83" name="Shape 184">
            <a:extLst xmlns:a="http://schemas.openxmlformats.org/drawingml/2006/main">
              <a:ext uri="{FF2B5EF4-FFF2-40B4-BE49-F238E27FC236}">
                <a16:creationId xmlns:a16="http://schemas.microsoft.com/office/drawing/2014/main" id="{600ECD6E-3695-46CA-ABEE-9152D764758D}"/>
              </a:ext>
            </a:extLst>
          </p:cNvPr>
          <p:cNvSpPr>
            <a:spLocks xmlns:a="http://schemas.openxmlformats.org/drawingml/2006/main" noGrp="1"/>
          </p:cNvSpPr>
          <p:nvPr/>
        </p:nvSpPr>
        <p:spPr>
          <a:xfrm xmlns:a="http://schemas.openxmlformats.org/drawingml/2006/main">
            <a:off x="1100000" y="4480000"/>
            <a:ext cx="430000" cy="430000"/>
          </a:xfrm>
          <a:prstGeom xmlns:a="http://schemas.openxmlformats.org/drawingml/2006/main" prst="ellipse">
            <a:avLst/>
          </a:prstGeom>
          <a:solidFill xmlns:a="http://schemas.openxmlformats.org/drawingml/2006/main">
            <a:srgbClr val="FBE4D5"/>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85" name="Shape 186">
            <a:extLst xmlns:a="http://schemas.openxmlformats.org/drawingml/2006/main">
              <a:ext uri="{FF2B5EF4-FFF2-40B4-BE49-F238E27FC236}">
                <a16:creationId xmlns:a16="http://schemas.microsoft.com/office/drawing/2014/main" id="{CA8CF6C2-0E64-4ACF-A3AD-CD3549E48D79}"/>
              </a:ext>
            </a:extLst>
          </p:cNvPr>
          <p:cNvSpPr>
            <a:spLocks xmlns:a="http://schemas.openxmlformats.org/drawingml/2006/main" noGrp="1"/>
          </p:cNvSpPr>
          <p:nvPr/>
        </p:nvSpPr>
        <p:spPr>
          <a:xfrm xmlns:a="http://schemas.openxmlformats.org/drawingml/2006/main">
            <a:off x="1820000" y="4480000"/>
            <a:ext cx="430000" cy="430000"/>
          </a:xfrm>
          <a:prstGeom xmlns:a="http://schemas.openxmlformats.org/drawingml/2006/main" prst="ellipse">
            <a:avLst/>
          </a:prstGeom>
          <a:solidFill xmlns:a="http://schemas.openxmlformats.org/drawingml/2006/main">
            <a:srgbClr val="D9E2F3"/>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87" name="Shape 188">
            <a:extLst xmlns:a="http://schemas.openxmlformats.org/drawingml/2006/main">
              <a:ext uri="{FF2B5EF4-FFF2-40B4-BE49-F238E27FC236}">
                <a16:creationId xmlns:a16="http://schemas.microsoft.com/office/drawing/2014/main" id="{1194D41B-054B-449D-8284-04DCB6A58BC4}"/>
              </a:ext>
            </a:extLst>
          </p:cNvPr>
          <p:cNvSpPr>
            <a:spLocks xmlns:a="http://schemas.openxmlformats.org/drawingml/2006/main" noGrp="1"/>
          </p:cNvSpPr>
          <p:nvPr/>
        </p:nvSpPr>
        <p:spPr>
          <a:xfrm xmlns:a="http://schemas.openxmlformats.org/drawingml/2006/main">
            <a:off x="2540000" y="4480000"/>
            <a:ext cx="430000" cy="430000"/>
          </a:xfrm>
          <a:prstGeom xmlns:a="http://schemas.openxmlformats.org/drawingml/2006/main" prst="ellipse">
            <a:avLst/>
          </a:prstGeom>
          <a:solidFill xmlns:a="http://schemas.openxmlformats.org/drawingml/2006/main">
            <a:srgbClr val="4472C4"/>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89" name="Shape 190">
            <a:extLst xmlns:a="http://schemas.openxmlformats.org/drawingml/2006/main">
              <a:ext uri="{FF2B5EF4-FFF2-40B4-BE49-F238E27FC236}">
                <a16:creationId xmlns:a16="http://schemas.microsoft.com/office/drawing/2014/main" id="{DA8A3E06-6939-46E5-867D-5D1085C61DC9}"/>
              </a:ext>
            </a:extLst>
          </p:cNvPr>
          <p:cNvSpPr>
            <a:spLocks xmlns:a="http://schemas.openxmlformats.org/drawingml/2006/main" noGrp="1"/>
          </p:cNvSpPr>
          <p:nvPr/>
        </p:nvSpPr>
        <p:spPr>
          <a:xfrm xmlns:a="http://schemas.openxmlformats.org/drawingml/2006/main">
            <a:off x="3260000" y="4480000"/>
            <a:ext cx="430000" cy="430000"/>
          </a:xfrm>
          <a:prstGeom xmlns:a="http://schemas.openxmlformats.org/drawingml/2006/main" prst="ellipse">
            <a:avLst/>
          </a:prstGeom>
          <a:solidFill xmlns:a="http://schemas.openxmlformats.org/drawingml/2006/main">
            <a:srgbClr val="FBE4D5"/>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91" name="Shape 192">
            <a:extLst xmlns:a="http://schemas.openxmlformats.org/drawingml/2006/main">
              <a:ext uri="{FF2B5EF4-FFF2-40B4-BE49-F238E27FC236}">
                <a16:creationId xmlns:a16="http://schemas.microsoft.com/office/drawing/2014/main" id="{96B1F36B-D7EE-412C-90B4-9E5CAF982101}"/>
              </a:ext>
            </a:extLst>
          </p:cNvPr>
          <p:cNvSpPr>
            <a:spLocks xmlns:a="http://schemas.openxmlformats.org/drawingml/2006/main" noGrp="1"/>
          </p:cNvSpPr>
          <p:nvPr/>
        </p:nvSpPr>
        <p:spPr>
          <a:xfrm xmlns:a="http://schemas.openxmlformats.org/drawingml/2006/main">
            <a:off x="3980000" y="4480000"/>
            <a:ext cx="430000" cy="430000"/>
          </a:xfrm>
          <a:prstGeom xmlns:a="http://schemas.openxmlformats.org/drawingml/2006/main" prst="ellipse">
            <a:avLst/>
          </a:prstGeom>
          <a:solidFill xmlns:a="http://schemas.openxmlformats.org/drawingml/2006/main">
            <a:srgbClr val="D9E2F3"/>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93" name="Shape 194">
            <a:extLst xmlns:a="http://schemas.openxmlformats.org/drawingml/2006/main">
              <a:ext uri="{FF2B5EF4-FFF2-40B4-BE49-F238E27FC236}">
                <a16:creationId xmlns:a16="http://schemas.microsoft.com/office/drawing/2014/main" id="{6208D020-EF1B-4301-A07E-D5DBEADC1774}"/>
              </a:ext>
            </a:extLst>
          </p:cNvPr>
          <p:cNvSpPr>
            <a:spLocks xmlns:a="http://schemas.openxmlformats.org/drawingml/2006/main" noGrp="1"/>
          </p:cNvSpPr>
          <p:nvPr/>
        </p:nvSpPr>
        <p:spPr>
          <a:xfrm xmlns:a="http://schemas.openxmlformats.org/drawingml/2006/main">
            <a:off x="4700000" y="4480000"/>
            <a:ext cx="430000" cy="430000"/>
          </a:xfrm>
          <a:prstGeom xmlns:a="http://schemas.openxmlformats.org/drawingml/2006/main" prst="ellipse">
            <a:avLst/>
          </a:prstGeom>
          <a:solidFill xmlns:a="http://schemas.openxmlformats.org/drawingml/2006/main">
            <a:srgbClr val="4472C4"/>
          </a:solidFill>
          <a:ln xmlns:a="http://schemas.openxmlformats.org/drawingml/2006/main">
            <a:noFill/>
          </a:ln>
        </p:spPr>
        <p:txBody>
          <a:bodyPr xmlns:a="http://schemas.openxmlformats.org/drawingml/2006/main" lIns="91440" rIns="91440" anchor="ctr">
            <a:normAutofit fontScale="92500" lnSpcReduction="20000"/>
          </a:bodyPr>
          <a:lstStyle xmlns:a="http://schemas.openxmlformats.org/drawingml/2006/main"/>
          <a:p xmlns:a="http://schemas.openxmlformats.org/drawingml/2006/main">
            <a:endParaRPr/>
          </a:p>
        </p:txBody>
      </p:sp>
      <p:sp>
        <p:nvSpPr>
          <p:cNvPr id="195" name="TextBox 196">
            <a:extLst xmlns:a="http://schemas.openxmlformats.org/drawingml/2006/main">
              <a:ext uri="{FF2B5EF4-FFF2-40B4-BE49-F238E27FC236}">
                <a16:creationId xmlns:a16="http://schemas.microsoft.com/office/drawing/2014/main" id="{560E6213-9863-4689-83E6-E424ABFEEE5A}"/>
              </a:ext>
            </a:extLst>
          </p:cNvPr>
          <p:cNvSpPr>
            <a:spLocks xmlns:a="http://schemas.openxmlformats.org/drawingml/2006/main" noGrp="1"/>
          </p:cNvSpPr>
          <p:nvPr/>
        </p:nvSpPr>
        <p:spPr>
          <a:xfrm xmlns:a="http://schemas.openxmlformats.org/drawingml/2006/main">
            <a:off x="838200" y="5350000"/>
            <a:ext cx="4700000" cy="400000"/>
          </a:xfrm>
          <a:prstGeom xmlns:a="http://schemas.openxmlformats.org/drawingml/2006/main" prst="rect">
            <a:avLst/>
          </a:prstGeom>
          <a:noFill xmlns:a="http://schemas.openxmlformats.org/drawingml/2006/main"/>
        </p:spPr>
        <p:txBody>
          <a:bodyPr xmlns:a="http://schemas.openxmlformats.org/drawingml/2006/main" wrap="square" anchor="t">
            <a:normAutofit/>
          </a:bodyPr>
          <a:lstStyle xmlns:a="http://schemas.openxmlformats.org/drawingml/2006/main"/>
          <a:p xmlns:a="http://schemas.openxmlformats.org/drawingml/2006/main">
            <a:pPr algn="ctr">
              <a:buNone/>
            </a:pPr>
            <a:r>
              <a:rPr sz="1600">
                <a:solidFill>
                  <a:srgbClr val="A5A5A5"/>
                </a:solidFill>
              </a:rPr>
              <a:t>one tissue slide, covered with spots</a:t>
            </a:r>
          </a:p>
        </p:txBody>
      </p:sp>
      <p:sp>
        <p:nvSpPr>
          <p:cNvPr id="197" name="TextBox 198">
            <a:extLst xmlns:a="http://schemas.openxmlformats.org/drawingml/2006/main">
              <a:ext uri="{FF2B5EF4-FFF2-40B4-BE49-F238E27FC236}">
                <a16:creationId xmlns:a16="http://schemas.microsoft.com/office/drawing/2014/main" id="{9A4C34BA-617C-44A1-ACE9-50E6AFD34630}"/>
              </a:ext>
            </a:extLst>
          </p:cNvPr>
          <p:cNvSpPr>
            <a:spLocks xmlns:a="http://schemas.openxmlformats.org/drawingml/2006/main" noGrp="1"/>
          </p:cNvSpPr>
          <p:nvPr/>
        </p:nvSpPr>
        <p:spPr>
          <a:xfrm xmlns:a="http://schemas.openxmlformats.org/drawingml/2006/main">
            <a:off x="6135880" y="1750000"/>
            <a:ext cx="5217920" cy="3600000"/>
          </a:xfrm>
          <a:prstGeom xmlns:a="http://schemas.openxmlformats.org/drawingml/2006/main" prst="rect">
            <a:avLst/>
          </a:prstGeom>
          <a:noFill xmlns:a="http://schemas.openxmlformats.org/drawingml/2006/main"/>
        </p:spPr>
        <p:txBody>
          <a:bodyPr xmlns:a="http://schemas.openxmlformats.org/drawingml/2006/main" wrap="square">
            <a:normAutofit/>
          </a:bodyPr>
          <a:lstStyle xmlns:a="http://schemas.openxmlformats.org/drawingml/2006/main"/>
          <a:p xmlns:a="http://schemas.openxmlformats.org/drawingml/2006/main">
            <a:pPr marL="285750" indent="-285750">
              <a:lnSpc>
                <a:spcPct val="100000"/>
              </a:lnSpc>
              <a:spcBef>
                <a:spcPts val="600"/>
              </a:spcBef>
              <a:buFont typeface="Arial"/>
              <a:buChar char="•"/>
            </a:pPr>
            <a:r>
              <a:rPr sz="1900">
                <a:solidFill>
                  <a:srgbClr val="000000"/>
                </a:solidFill>
              </a:rPr>
              <a:t>The slide is covered with spots in a fixed grid.</a:t>
            </a:r>
          </a:p>
          <a:p xmlns:a="http://schemas.openxmlformats.org/drawingml/2006/main">
            <a:pPr marL="285750" indent="-285750">
              <a:lnSpc>
                <a:spcPct val="100000"/>
              </a:lnSpc>
              <a:spcBef>
                <a:spcPts val="600"/>
              </a:spcBef>
              <a:buFont typeface="Arial"/>
              <a:buChar char="•"/>
            </a:pPr>
            <a:r>
              <a:rPr sz="1900">
                <a:solidFill>
                  <a:srgbClr val="000000"/>
                </a:solidFill>
              </a:rPr>
              <a:t>Each spot has its own barcode, so we know which counts came from which spot.</a:t>
            </a:r>
          </a:p>
          <a:p xmlns:a="http://schemas.openxmlformats.org/drawingml/2006/main">
            <a:pPr marL="285750" indent="-285750">
              <a:lnSpc>
                <a:spcPct val="100000"/>
              </a:lnSpc>
              <a:spcBef>
                <a:spcPts val="600"/>
              </a:spcBef>
              <a:buFont typeface="Arial"/>
              <a:buChar char="•"/>
            </a:pPr>
            <a:r>
              <a:rPr sz="1900">
                <a:solidFill>
                  <a:srgbClr val="000000"/>
                </a:solidFill>
              </a:rPr>
              <a:t>We also keep the photograph of the tissue, and the x and y of every spot.</a:t>
            </a:r>
          </a:p>
          <a:p xmlns:a="http://schemas.openxmlformats.org/drawingml/2006/main">
            <a:pPr marL="285750" indent="-285750">
              <a:lnSpc>
                <a:spcPct val="100000"/>
              </a:lnSpc>
              <a:spcBef>
                <a:spcPts val="600"/>
              </a:spcBef>
              <a:buFont typeface="Arial"/>
              <a:buChar char="•"/>
            </a:pPr>
            <a:r>
              <a:rPr sz="1900">
                <a:solidFill>
                  <a:srgbClr val="000000"/>
                </a:solidFill>
              </a:rPr>
              <a:t>A spot is not one cell. In Visium one spot holds about 1 to 10 cells.</a:t>
            </a:r>
          </a:p>
        </p:txBody>
      </p:sp>
    </p:spTree>
    <p:extLst>
      <p:ext uri="{BB962C8B-B14F-4D97-AF65-F5344CB8AC3E}">
        <p14:creationId xmlns:p14="http://schemas.microsoft.com/office/powerpoint/2010/main" val="157176613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slide-title">
            <a:extLst xmlns:a="http://schemas.openxmlformats.org/drawingml/2006/main">
              <a:ext uri="{FF2B5EF4-FFF2-40B4-BE49-F238E27FC236}">
                <a16:creationId xmlns:a16="http://schemas.microsoft.com/office/drawing/2014/main" id="{1978BD58-F454-4E25-B2E3-7496FC54C04E}"/>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3225">
                <a:solidFill>
                  <a:srgbClr val="111827"/>
                </a:solidFill>
                <a:latin typeface="Arial"/>
                <a:ea typeface="Arial"/>
                <a:cs typeface="Arial"/>
              </a:defRPr>
            </a:pPr>
            <a:r>
              <a:rPr sz="3225">
                <a:solidFill>
                  <a:srgbClr val="111827"/>
                </a:solidFill>
                <a:latin typeface="Arial"/>
                <a:ea typeface="Arial"/>
                <a:cs typeface="Arial"/>
              </a:rPr>
              <a:t>Spatial QC and SCTransform</a:t>
            </a:r>
          </a:p>
        </p:txBody>
      </p:sp>
      <p:sp>
        <p:nvSpPr>
          <p:cNvPr id="2" name="title-accent">
            <a:extLst xmlns:a="http://schemas.openxmlformats.org/drawingml/2006/main">
              <a:ext uri="{FF2B5EF4-FFF2-40B4-BE49-F238E27FC236}">
                <a16:creationId xmlns:a16="http://schemas.microsoft.com/office/drawing/2014/main" id="{D68FF49F-C29E-4EDE-8953-049735037DFD}"/>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sp>
      <p:sp>
        <p:nvSpPr>
          <p:cNvPr id="3" name="slide-subtitle">
            <a:extLst xmlns:a="http://schemas.openxmlformats.org/drawingml/2006/main">
              <a:ext uri="{FF2B5EF4-FFF2-40B4-BE49-F238E27FC236}">
                <a16:creationId xmlns:a16="http://schemas.microsoft.com/office/drawing/2014/main" id="{45D9A8A5-51C4-4468-B283-F279D21E8BC6}"/>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1425">
                <a:solidFill>
                  <a:srgbClr val="5B6472"/>
                </a:solidFill>
                <a:latin typeface="Arial"/>
                <a:ea typeface="Arial"/>
                <a:cs typeface="Arial"/>
              </a:defRPr>
            </a:pPr>
            <a:r>
              <a:rPr sz="1425">
                <a:solidFill>
                  <a:srgbClr val="5B6472"/>
                </a:solidFill>
                <a:latin typeface="Arial"/>
                <a:ea typeface="Arial"/>
                <a:cs typeface="Arial"/>
              </a:rPr>
              <a:t>Count depth can follow anatomy, so spatial data require different judgment</a:t>
            </a:r>
          </a:p>
        </p:txBody>
      </p:sp>
      <p:sp>
        <p:nvSpPr>
          <p:cNvPr id="4" name="">
            <a:extLst xmlns:a="http://schemas.openxmlformats.org/drawingml/2006/main">
              <a:ext uri="{FF2B5EF4-FFF2-40B4-BE49-F238E27FC236}">
                <a16:creationId xmlns:a16="http://schemas.microsoft.com/office/drawing/2014/main" id="{01CD589F-9659-46F1-90CF-D329DE10D84F}"/>
              </a:ext>
            </a:extLst>
          </p:cNvPr>
          <p:cNvSpPr>
            <a:spLocks xmlns:a="http://schemas.openxmlformats.org/drawingml/2006/main" noGrp="1"/>
          </p:cNvSpPr>
          <p:nvPr/>
        </p:nvSpPr>
        <p:spPr>
          <a:xfrm xmlns:a="http://schemas.openxmlformats.org/drawingml/2006/main">
            <a:off x="857250" y="1571625"/>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2025" b="1">
                <a:solidFill>
                  <a:srgbClr val="4472C4"/>
                </a:solidFill>
                <a:latin typeface="Arial"/>
                <a:ea typeface="Arial"/>
                <a:cs typeface="Arial"/>
              </a:defRPr>
            </a:pPr>
            <a:r>
              <a:rPr sz="2025" b="1">
                <a:solidFill>
                  <a:srgbClr val="4472C4"/>
                </a:solidFill>
                <a:latin typeface="Arial"/>
                <a:ea typeface="Arial"/>
                <a:cs typeface="Arial"/>
              </a:rPr>
              <a:t>Counts across the tissue</a:t>
            </a:r>
          </a:p>
        </p:txBody>
      </p:sp>
      <p:sp>
        <p:nvSpPr>
          <p:cNvPr id="5" name="">
            <a:extLst xmlns:a="http://schemas.openxmlformats.org/drawingml/2006/main">
              <a:ext uri="{FF2B5EF4-FFF2-40B4-BE49-F238E27FC236}">
                <a16:creationId xmlns:a16="http://schemas.microsoft.com/office/drawing/2014/main" id="{11C027ED-3BCD-49AB-BF01-AFCCAF1B90B1}"/>
              </a:ext>
            </a:extLst>
          </p:cNvPr>
          <p:cNvSpPr>
            <a:spLocks xmlns:a="http://schemas.openxmlformats.org/drawingml/2006/main" noGrp="1"/>
          </p:cNvSpPr>
          <p:nvPr/>
        </p:nvSpPr>
        <p:spPr>
          <a:xfrm xmlns:a="http://schemas.openxmlformats.org/drawingml/2006/main">
            <a:off x="1428750" y="2238375"/>
            <a:ext cx="323850" cy="323850"/>
          </a:xfrm>
          <a:prstGeom xmlns:a="http://schemas.openxmlformats.org/drawingml/2006/main" prst="ellipse">
            <a:avLst/>
          </a:prstGeom>
          <a:solidFill xmlns:a="http://schemas.openxmlformats.org/drawingml/2006/main">
            <a:srgbClr val="DCE8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56C6958-236C-4839-9538-EE5263188A7D}"/>
              </a:ext>
            </a:extLst>
          </p:cNvPr>
          <p:cNvSpPr>
            <a:spLocks xmlns:a="http://schemas.openxmlformats.org/drawingml/2006/main" noGrp="1"/>
          </p:cNvSpPr>
          <p:nvPr/>
        </p:nvSpPr>
        <p:spPr>
          <a:xfrm xmlns:a="http://schemas.openxmlformats.org/drawingml/2006/main">
            <a:off x="2019300" y="2238375"/>
            <a:ext cx="323850" cy="323850"/>
          </a:xfrm>
          <a:prstGeom xmlns:a="http://schemas.openxmlformats.org/drawingml/2006/main" prst="ellipse">
            <a:avLst/>
          </a:prstGeom>
          <a:solidFill xmlns:a="http://schemas.openxmlformats.org/drawingml/2006/main">
            <a:srgbClr val="5B9B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3FA3CD5-9AE4-4404-B472-9A81B56E746C}"/>
              </a:ext>
            </a:extLst>
          </p:cNvPr>
          <p:cNvSpPr>
            <a:spLocks xmlns:a="http://schemas.openxmlformats.org/drawingml/2006/main" noGrp="1"/>
          </p:cNvSpPr>
          <p:nvPr/>
        </p:nvSpPr>
        <p:spPr>
          <a:xfrm xmlns:a="http://schemas.openxmlformats.org/drawingml/2006/main">
            <a:off x="2609850" y="2238375"/>
            <a:ext cx="323850" cy="323850"/>
          </a:xfrm>
          <a:prstGeom xmlns:a="http://schemas.openxmlformats.org/drawingml/2006/main" prst="ellipse">
            <a:avLst/>
          </a:prstGeom>
          <a:solidFill xmlns:a="http://schemas.openxmlformats.org/drawingml/2006/main">
            <a:srgbClr val="FCEAD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5AC5851-9A1F-430B-8B78-8057AB657A78}"/>
              </a:ext>
            </a:extLst>
          </p:cNvPr>
          <p:cNvSpPr>
            <a:spLocks xmlns:a="http://schemas.openxmlformats.org/drawingml/2006/main" noGrp="1"/>
          </p:cNvSpPr>
          <p:nvPr/>
        </p:nvSpPr>
        <p:spPr>
          <a:xfrm xmlns:a="http://schemas.openxmlformats.org/drawingml/2006/main">
            <a:off x="3200400" y="2238375"/>
            <a:ext cx="323850" cy="32385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8D9C729-62E7-44C3-90F6-AC84F111B519}"/>
              </a:ext>
            </a:extLst>
          </p:cNvPr>
          <p:cNvSpPr>
            <a:spLocks xmlns:a="http://schemas.openxmlformats.org/drawingml/2006/main" noGrp="1"/>
          </p:cNvSpPr>
          <p:nvPr/>
        </p:nvSpPr>
        <p:spPr>
          <a:xfrm xmlns:a="http://schemas.openxmlformats.org/drawingml/2006/main">
            <a:off x="3790950" y="2238375"/>
            <a:ext cx="323850" cy="323850"/>
          </a:xfrm>
          <a:prstGeom xmlns:a="http://schemas.openxmlformats.org/drawingml/2006/main" prst="ellipse">
            <a:avLst/>
          </a:prstGeom>
          <a:solidFill xmlns:a="http://schemas.openxmlformats.org/drawingml/2006/main">
            <a:srgbClr val="DCE8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B9A41B8-BC27-4907-8B4D-031DABFD8F2D}"/>
              </a:ext>
            </a:extLst>
          </p:cNvPr>
          <p:cNvSpPr>
            <a:spLocks xmlns:a="http://schemas.openxmlformats.org/drawingml/2006/main" noGrp="1"/>
          </p:cNvSpPr>
          <p:nvPr/>
        </p:nvSpPr>
        <p:spPr>
          <a:xfrm xmlns:a="http://schemas.openxmlformats.org/drawingml/2006/main">
            <a:off x="1428750" y="2828925"/>
            <a:ext cx="323850" cy="323850"/>
          </a:xfrm>
          <a:prstGeom xmlns:a="http://schemas.openxmlformats.org/drawingml/2006/main" prst="ellipse">
            <a:avLst/>
          </a:prstGeom>
          <a:solidFill xmlns:a="http://schemas.openxmlformats.org/drawingml/2006/main">
            <a:srgbClr val="4472C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D253E1E-5430-4458-8B66-50DA84D47AFC}"/>
              </a:ext>
            </a:extLst>
          </p:cNvPr>
          <p:cNvSpPr>
            <a:spLocks xmlns:a="http://schemas.openxmlformats.org/drawingml/2006/main" noGrp="1"/>
          </p:cNvSpPr>
          <p:nvPr/>
        </p:nvSpPr>
        <p:spPr>
          <a:xfrm xmlns:a="http://schemas.openxmlformats.org/drawingml/2006/main">
            <a:off x="2019300" y="2828925"/>
            <a:ext cx="323850" cy="323850"/>
          </a:xfrm>
          <a:prstGeom xmlns:a="http://schemas.openxmlformats.org/drawingml/2006/main" prst="ellipse">
            <a:avLst/>
          </a:prstGeom>
          <a:solidFill xmlns:a="http://schemas.openxmlformats.org/drawingml/2006/main">
            <a:srgbClr val="E5F4F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E37ACBC-5B8B-4D2F-B6AC-C42C1D08810F}"/>
              </a:ext>
            </a:extLst>
          </p:cNvPr>
          <p:cNvSpPr>
            <a:spLocks xmlns:a="http://schemas.openxmlformats.org/drawingml/2006/main" noGrp="1"/>
          </p:cNvSpPr>
          <p:nvPr/>
        </p:nvSpPr>
        <p:spPr>
          <a:xfrm xmlns:a="http://schemas.openxmlformats.org/drawingml/2006/main">
            <a:off x="2609850" y="2828925"/>
            <a:ext cx="323850" cy="32385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E43B872-861E-4753-B2EA-2AEF26E5FA7D}"/>
              </a:ext>
            </a:extLst>
          </p:cNvPr>
          <p:cNvSpPr>
            <a:spLocks xmlns:a="http://schemas.openxmlformats.org/drawingml/2006/main" noGrp="1"/>
          </p:cNvSpPr>
          <p:nvPr/>
        </p:nvSpPr>
        <p:spPr>
          <a:xfrm xmlns:a="http://schemas.openxmlformats.org/drawingml/2006/main">
            <a:off x="3200400" y="2828925"/>
            <a:ext cx="323850" cy="323850"/>
          </a:xfrm>
          <a:prstGeom xmlns:a="http://schemas.openxmlformats.org/drawingml/2006/main" prst="ellipse">
            <a:avLst/>
          </a:prstGeom>
          <a:solidFill xmlns:a="http://schemas.openxmlformats.org/drawingml/2006/main">
            <a:srgbClr val="FCEAD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792343D-4126-48AB-BF46-A1914A96E9DD}"/>
              </a:ext>
            </a:extLst>
          </p:cNvPr>
          <p:cNvSpPr>
            <a:spLocks xmlns:a="http://schemas.openxmlformats.org/drawingml/2006/main" noGrp="1"/>
          </p:cNvSpPr>
          <p:nvPr/>
        </p:nvSpPr>
        <p:spPr>
          <a:xfrm xmlns:a="http://schemas.openxmlformats.org/drawingml/2006/main">
            <a:off x="3790950" y="2828925"/>
            <a:ext cx="323850" cy="323850"/>
          </a:xfrm>
          <a:prstGeom xmlns:a="http://schemas.openxmlformats.org/drawingml/2006/main" prst="ellipse">
            <a:avLst/>
          </a:prstGeom>
          <a:solidFill xmlns:a="http://schemas.openxmlformats.org/drawingml/2006/main">
            <a:srgbClr val="5B9BD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BB23D81-8F6A-4C9E-9E60-903075252347}"/>
              </a:ext>
            </a:extLst>
          </p:cNvPr>
          <p:cNvSpPr>
            <a:spLocks xmlns:a="http://schemas.openxmlformats.org/drawingml/2006/main" noGrp="1"/>
          </p:cNvSpPr>
          <p:nvPr/>
        </p:nvSpPr>
        <p:spPr>
          <a:xfrm xmlns:a="http://schemas.openxmlformats.org/drawingml/2006/main">
            <a:off x="1428750" y="3419475"/>
            <a:ext cx="323850" cy="323850"/>
          </a:xfrm>
          <a:prstGeom xmlns:a="http://schemas.openxmlformats.org/drawingml/2006/main" prst="ellipse">
            <a:avLst/>
          </a:prstGeom>
          <a:solidFill xmlns:a="http://schemas.openxmlformats.org/drawingml/2006/main">
            <a:srgbClr val="2E9FA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9580D70-2426-4E8B-B3CF-53F8B64D3023}"/>
              </a:ext>
            </a:extLst>
          </p:cNvPr>
          <p:cNvSpPr>
            <a:spLocks xmlns:a="http://schemas.openxmlformats.org/drawingml/2006/main" noGrp="1"/>
          </p:cNvSpPr>
          <p:nvPr/>
        </p:nvSpPr>
        <p:spPr>
          <a:xfrm xmlns:a="http://schemas.openxmlformats.org/drawingml/2006/main">
            <a:off x="2019300" y="3419475"/>
            <a:ext cx="323850" cy="32385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7D5F837-ABE1-4873-89DC-2265CEB4F3A6}"/>
              </a:ext>
            </a:extLst>
          </p:cNvPr>
          <p:cNvSpPr>
            <a:spLocks xmlns:a="http://schemas.openxmlformats.org/drawingml/2006/main" noGrp="1"/>
          </p:cNvSpPr>
          <p:nvPr/>
        </p:nvSpPr>
        <p:spPr>
          <a:xfrm xmlns:a="http://schemas.openxmlformats.org/drawingml/2006/main">
            <a:off x="2609850" y="3419475"/>
            <a:ext cx="323850" cy="323850"/>
          </a:xfrm>
          <a:prstGeom xmlns:a="http://schemas.openxmlformats.org/drawingml/2006/main" prst="ellipse">
            <a:avLst/>
          </a:prstGeom>
          <a:solidFill xmlns:a="http://schemas.openxmlformats.org/drawingml/2006/main">
            <a:srgbClr val="4472C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D517ED8-CA50-4634-BC4D-B57296E8949E}"/>
              </a:ext>
            </a:extLst>
          </p:cNvPr>
          <p:cNvSpPr>
            <a:spLocks xmlns:a="http://schemas.openxmlformats.org/drawingml/2006/main" noGrp="1"/>
          </p:cNvSpPr>
          <p:nvPr/>
        </p:nvSpPr>
        <p:spPr>
          <a:xfrm xmlns:a="http://schemas.openxmlformats.org/drawingml/2006/main">
            <a:off x="3200400" y="3419475"/>
            <a:ext cx="323850" cy="323850"/>
          </a:xfrm>
          <a:prstGeom xmlns:a="http://schemas.openxmlformats.org/drawingml/2006/main" prst="ellipse">
            <a:avLst/>
          </a:prstGeom>
          <a:solidFill xmlns:a="http://schemas.openxmlformats.org/drawingml/2006/main">
            <a:srgbClr val="5B9BD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5D7DED1-CA69-46F6-8524-97BAFD482DB5}"/>
              </a:ext>
            </a:extLst>
          </p:cNvPr>
          <p:cNvSpPr>
            <a:spLocks xmlns:a="http://schemas.openxmlformats.org/drawingml/2006/main" noGrp="1"/>
          </p:cNvSpPr>
          <p:nvPr/>
        </p:nvSpPr>
        <p:spPr>
          <a:xfrm xmlns:a="http://schemas.openxmlformats.org/drawingml/2006/main">
            <a:off x="3790950" y="3419475"/>
            <a:ext cx="323850" cy="323850"/>
          </a:xfrm>
          <a:prstGeom xmlns:a="http://schemas.openxmlformats.org/drawingml/2006/main" prst="ellipse">
            <a:avLst/>
          </a:prstGeom>
          <a:solidFill xmlns:a="http://schemas.openxmlformats.org/drawingml/2006/main">
            <a:srgbClr val="FCEAD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5486AA0-D33E-4E0C-B57D-A32EBD03CA7A}"/>
              </a:ext>
            </a:extLst>
          </p:cNvPr>
          <p:cNvSpPr>
            <a:spLocks xmlns:a="http://schemas.openxmlformats.org/drawingml/2006/main" noGrp="1"/>
          </p:cNvSpPr>
          <p:nvPr/>
        </p:nvSpPr>
        <p:spPr>
          <a:xfrm xmlns:a="http://schemas.openxmlformats.org/drawingml/2006/main">
            <a:off x="1428750" y="4010025"/>
            <a:ext cx="323850" cy="323850"/>
          </a:xfrm>
          <a:prstGeom xmlns:a="http://schemas.openxmlformats.org/drawingml/2006/main" prst="ellipse">
            <a:avLst/>
          </a:prstGeom>
          <a:solidFill xmlns:a="http://schemas.openxmlformats.org/drawingml/2006/main">
            <a:srgbClr val="E5F4F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19410E9-E415-4FFD-9937-9E859485CAC9}"/>
              </a:ext>
            </a:extLst>
          </p:cNvPr>
          <p:cNvSpPr>
            <a:spLocks xmlns:a="http://schemas.openxmlformats.org/drawingml/2006/main" noGrp="1"/>
          </p:cNvSpPr>
          <p:nvPr/>
        </p:nvSpPr>
        <p:spPr>
          <a:xfrm xmlns:a="http://schemas.openxmlformats.org/drawingml/2006/main">
            <a:off x="2019300" y="4010025"/>
            <a:ext cx="323850" cy="32385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BCACA0B-3688-4674-B4A5-F990BB9DDDD6}"/>
              </a:ext>
            </a:extLst>
          </p:cNvPr>
          <p:cNvSpPr>
            <a:spLocks xmlns:a="http://schemas.openxmlformats.org/drawingml/2006/main" noGrp="1"/>
          </p:cNvSpPr>
          <p:nvPr/>
        </p:nvSpPr>
        <p:spPr>
          <a:xfrm xmlns:a="http://schemas.openxmlformats.org/drawingml/2006/main">
            <a:off x="2609850" y="4010025"/>
            <a:ext cx="323850" cy="323850"/>
          </a:xfrm>
          <a:prstGeom xmlns:a="http://schemas.openxmlformats.org/drawingml/2006/main" prst="ellipse">
            <a:avLst/>
          </a:prstGeom>
          <a:solidFill xmlns:a="http://schemas.openxmlformats.org/drawingml/2006/main">
            <a:srgbClr val="4472C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8822B12-9551-4CCB-8F5E-76C28F4D7932}"/>
              </a:ext>
            </a:extLst>
          </p:cNvPr>
          <p:cNvSpPr>
            <a:spLocks xmlns:a="http://schemas.openxmlformats.org/drawingml/2006/main" noGrp="1"/>
          </p:cNvSpPr>
          <p:nvPr/>
        </p:nvSpPr>
        <p:spPr>
          <a:xfrm xmlns:a="http://schemas.openxmlformats.org/drawingml/2006/main">
            <a:off x="3200400" y="4010025"/>
            <a:ext cx="323850" cy="323850"/>
          </a:xfrm>
          <a:prstGeom xmlns:a="http://schemas.openxmlformats.org/drawingml/2006/main" prst="ellipse">
            <a:avLst/>
          </a:prstGeom>
          <a:solidFill xmlns:a="http://schemas.openxmlformats.org/drawingml/2006/main">
            <a:srgbClr val="5B9BD5"/>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B2DEE70-D75E-4F2A-910D-543302A51341}"/>
              </a:ext>
            </a:extLst>
          </p:cNvPr>
          <p:cNvSpPr>
            <a:spLocks xmlns:a="http://schemas.openxmlformats.org/drawingml/2006/main" noGrp="1"/>
          </p:cNvSpPr>
          <p:nvPr/>
        </p:nvSpPr>
        <p:spPr>
          <a:xfrm xmlns:a="http://schemas.openxmlformats.org/drawingml/2006/main">
            <a:off x="3790950" y="4010025"/>
            <a:ext cx="323850" cy="323850"/>
          </a:xfrm>
          <a:prstGeom xmlns:a="http://schemas.openxmlformats.org/drawingml/2006/main" prst="ellipse">
            <a:avLst/>
          </a:prstGeom>
          <a:solidFill xmlns:a="http://schemas.openxmlformats.org/drawingml/2006/main">
            <a:srgbClr val="FCEADD"/>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BB0A1E3-889B-402A-8388-DF5AD3B48234}"/>
              </a:ext>
            </a:extLst>
          </p:cNvPr>
          <p:cNvSpPr>
            <a:spLocks xmlns:a="http://schemas.openxmlformats.org/drawingml/2006/main" noGrp="1"/>
          </p:cNvSpPr>
          <p:nvPr/>
        </p:nvSpPr>
        <p:spPr>
          <a:xfrm xmlns:a="http://schemas.openxmlformats.org/drawingml/2006/main">
            <a:off x="1428750" y="4600575"/>
            <a:ext cx="323850" cy="323850"/>
          </a:xfrm>
          <a:prstGeom xmlns:a="http://schemas.openxmlformats.org/drawingml/2006/main" prst="ellipse">
            <a:avLst/>
          </a:prstGeom>
          <a:solidFill xmlns:a="http://schemas.openxmlformats.org/drawingml/2006/main">
            <a:srgbClr val="2E9FA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7C1C300-969A-4686-83EF-FC31C30C9AF9}"/>
              </a:ext>
            </a:extLst>
          </p:cNvPr>
          <p:cNvSpPr>
            <a:spLocks xmlns:a="http://schemas.openxmlformats.org/drawingml/2006/main" noGrp="1"/>
          </p:cNvSpPr>
          <p:nvPr/>
        </p:nvSpPr>
        <p:spPr>
          <a:xfrm xmlns:a="http://schemas.openxmlformats.org/drawingml/2006/main">
            <a:off x="2019300" y="4600575"/>
            <a:ext cx="323850" cy="323850"/>
          </a:xfrm>
          <a:prstGeom xmlns:a="http://schemas.openxmlformats.org/drawingml/2006/main" prst="ellipse">
            <a:avLst/>
          </a:prstGeom>
          <a:solidFill xmlns:a="http://schemas.openxmlformats.org/drawingml/2006/main">
            <a:srgbClr val="ED7D31"/>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1CCA112-292B-41E4-B98F-C15F77D79096}"/>
              </a:ext>
            </a:extLst>
          </p:cNvPr>
          <p:cNvSpPr>
            <a:spLocks xmlns:a="http://schemas.openxmlformats.org/drawingml/2006/main" noGrp="1"/>
          </p:cNvSpPr>
          <p:nvPr/>
        </p:nvSpPr>
        <p:spPr>
          <a:xfrm xmlns:a="http://schemas.openxmlformats.org/drawingml/2006/main">
            <a:off x="2609850" y="4600575"/>
            <a:ext cx="323850" cy="323850"/>
          </a:xfrm>
          <a:prstGeom xmlns:a="http://schemas.openxmlformats.org/drawingml/2006/main" prst="ellipse">
            <a:avLst/>
          </a:prstGeom>
          <a:solidFill xmlns:a="http://schemas.openxmlformats.org/drawingml/2006/main">
            <a:srgbClr val="4472C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0A53041-BE33-42FB-A298-88F6CA5656AD}"/>
              </a:ext>
            </a:extLst>
          </p:cNvPr>
          <p:cNvSpPr>
            <a:spLocks xmlns:a="http://schemas.openxmlformats.org/drawingml/2006/main" noGrp="1"/>
          </p:cNvSpPr>
          <p:nvPr/>
        </p:nvSpPr>
        <p:spPr>
          <a:xfrm xmlns:a="http://schemas.openxmlformats.org/drawingml/2006/main">
            <a:off x="3200400" y="4600575"/>
            <a:ext cx="323850" cy="323850"/>
          </a:xfrm>
          <a:prstGeom xmlns:a="http://schemas.openxmlformats.org/drawingml/2006/main" prst="ellipse">
            <a:avLst/>
          </a:prstGeom>
          <a:solidFill xmlns:a="http://schemas.openxmlformats.org/drawingml/2006/main">
            <a:srgbClr val="5B9BD5"/>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71EF4C6-51E7-49C1-BEBD-38711640C426}"/>
              </a:ext>
            </a:extLst>
          </p:cNvPr>
          <p:cNvSpPr>
            <a:spLocks xmlns:a="http://schemas.openxmlformats.org/drawingml/2006/main" noGrp="1"/>
          </p:cNvSpPr>
          <p:nvPr/>
        </p:nvSpPr>
        <p:spPr>
          <a:xfrm xmlns:a="http://schemas.openxmlformats.org/drawingml/2006/main">
            <a:off x="3790950" y="4600575"/>
            <a:ext cx="323850" cy="323850"/>
          </a:xfrm>
          <a:prstGeom xmlns:a="http://schemas.openxmlformats.org/drawingml/2006/main" prst="ellipse">
            <a:avLst/>
          </a:prstGeom>
          <a:solidFill xmlns:a="http://schemas.openxmlformats.org/drawingml/2006/main">
            <a:srgbClr val="FCEADD"/>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A3E388E-1C10-41F7-9AAD-760D3178DE62}"/>
              </a:ext>
            </a:extLst>
          </p:cNvPr>
          <p:cNvSpPr>
            <a:spLocks xmlns:a="http://schemas.openxmlformats.org/drawingml/2006/main" noGrp="1"/>
          </p:cNvSpPr>
          <p:nvPr/>
        </p:nvSpPr>
        <p:spPr>
          <a:xfrm xmlns:a="http://schemas.openxmlformats.org/drawingml/2006/main">
            <a:off x="1047750" y="5429250"/>
            <a:ext cx="3714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575" b="1">
                <a:solidFill>
                  <a:srgbClr val="5B6472"/>
                </a:solidFill>
                <a:latin typeface="Arial"/>
                <a:ea typeface="Arial"/>
                <a:cs typeface="Arial"/>
              </a:defRPr>
            </a:pPr>
            <a:r>
              <a:rPr sz="1575" b="1">
                <a:solidFill>
                  <a:srgbClr val="5B6472"/>
                </a:solidFill>
                <a:latin typeface="Arial"/>
                <a:ea typeface="Arial"/>
                <a:cs typeface="Arial"/>
              </a:rPr>
              <a:t>Low counts may mark sparse anatomy rather than poor data.</a:t>
            </a:r>
          </a:p>
        </p:txBody>
      </p:sp>
      <p:sp>
        <p:nvSpPr>
          <p:cNvPr id="31" name="">
            <a:extLst xmlns:a="http://schemas.openxmlformats.org/drawingml/2006/main">
              <a:ext uri="{FF2B5EF4-FFF2-40B4-BE49-F238E27FC236}">
                <a16:creationId xmlns:a16="http://schemas.microsoft.com/office/drawing/2014/main" id="{1CBC24CA-5684-4BAE-9EA8-7D984A19E90C}"/>
              </a:ext>
            </a:extLst>
          </p:cNvPr>
          <p:cNvSpPr>
            <a:spLocks xmlns:a="http://schemas.openxmlformats.org/drawingml/2006/main" noGrp="1"/>
          </p:cNvSpPr>
          <p:nvPr/>
        </p:nvSpPr>
        <p:spPr>
          <a:xfrm xmlns:a="http://schemas.openxmlformats.org/drawingml/2006/main">
            <a:off x="5905500" y="1666875"/>
            <a:ext cx="0" cy="3905250"/>
          </a:xfrm>
          <a:prstGeom xmlns:a="http://schemas.openxmlformats.org/drawingml/2006/main" prst="line">
            <a:avLst/>
          </a:prstGeom>
          <a:noFill xmlns:a="http://schemas.openxmlformats.org/drawingml/2006/main"/>
          <a:ln xmlns:a="http://schemas.openxmlformats.org/drawingml/2006/main" w="19050">
            <a:solidFill>
              <a:srgbClr val="D5D9E0"/>
            </a:solidFill>
            <a:prstDash val="solid"/>
          </a:ln>
        </p:spPr>
      </p:sp>
      <p:sp>
        <p:nvSpPr>
          <p:cNvPr id="32" name="">
            <a:extLst xmlns:a="http://schemas.openxmlformats.org/drawingml/2006/main">
              <a:ext uri="{FF2B5EF4-FFF2-40B4-BE49-F238E27FC236}">
                <a16:creationId xmlns:a16="http://schemas.microsoft.com/office/drawing/2014/main" id="{033396D3-0B88-4535-8D31-64DFABD0ED23}"/>
              </a:ext>
            </a:extLst>
          </p:cNvPr>
          <p:cNvSpPr>
            <a:spLocks xmlns:a="http://schemas.openxmlformats.org/drawingml/2006/main" noGrp="1"/>
          </p:cNvSpPr>
          <p:nvPr/>
        </p:nvSpPr>
        <p:spPr>
          <a:xfrm xmlns:a="http://schemas.openxmlformats.org/drawingml/2006/main">
            <a:off x="6953250" y="1762125"/>
            <a:ext cx="352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2550" b="1">
                <a:solidFill>
                  <a:srgbClr val="ED7D31"/>
                </a:solidFill>
                <a:latin typeface="Arial"/>
                <a:ea typeface="Arial"/>
                <a:cs typeface="Arial"/>
              </a:defRPr>
            </a:pPr>
            <a:r>
              <a:rPr sz="2550" b="1">
                <a:solidFill>
                  <a:srgbClr val="ED7D31"/>
                </a:solidFill>
                <a:latin typeface="Arial"/>
                <a:ea typeface="Arial"/>
                <a:cs typeface="Arial"/>
              </a:rPr>
              <a:t>SCTransform</a:t>
            </a:r>
          </a:p>
        </p:txBody>
      </p:sp>
      <p:sp>
        <p:nvSpPr>
          <p:cNvPr id="33" name="">
            <a:extLst xmlns:a="http://schemas.openxmlformats.org/drawingml/2006/main">
              <a:ext uri="{FF2B5EF4-FFF2-40B4-BE49-F238E27FC236}">
                <a16:creationId xmlns:a16="http://schemas.microsoft.com/office/drawing/2014/main" id="{D912D8DD-FBA2-4E15-BB48-74A01B78AFF5}"/>
              </a:ext>
            </a:extLst>
          </p:cNvPr>
          <p:cNvSpPr>
            <a:spLocks xmlns:a="http://schemas.openxmlformats.org/drawingml/2006/main" noGrp="1"/>
          </p:cNvSpPr>
          <p:nvPr/>
        </p:nvSpPr>
        <p:spPr>
          <a:xfrm xmlns:a="http://schemas.openxmlformats.org/drawingml/2006/main">
            <a:off x="7000875" y="2619375"/>
            <a:ext cx="3429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defRPr sz="1650">
                <a:solidFill>
                  <a:srgbClr val="1F2937"/>
                </a:solidFill>
                <a:latin typeface="Arial"/>
                <a:ea typeface="Arial"/>
                <a:cs typeface="Arial"/>
              </a:defRPr>
            </a:pPr>
            <a:r>
              <a:rPr sz="1650">
                <a:solidFill>
                  <a:srgbClr val="1F2937"/>
                </a:solidFill>
                <a:latin typeface="Arial"/>
                <a:ea typeface="Arial"/>
                <a:cs typeface="Arial"/>
              </a:rPr>
              <a:t>Models gene counts with a regularized negative binomial model</a:t>
            </a:r>
          </a:p>
        </p:txBody>
      </p:sp>
      <p:sp>
        <p:nvSpPr>
          <p:cNvPr id="34" name="">
            <a:extLst xmlns:a="http://schemas.openxmlformats.org/drawingml/2006/main">
              <a:ext uri="{FF2B5EF4-FFF2-40B4-BE49-F238E27FC236}">
                <a16:creationId xmlns:a16="http://schemas.microsoft.com/office/drawing/2014/main" id="{87D5D60D-79C8-4061-9051-CEE21ACD8FF4}"/>
              </a:ext>
            </a:extLst>
          </p:cNvPr>
          <p:cNvSpPr>
            <a:spLocks xmlns:a="http://schemas.openxmlformats.org/drawingml/2006/main" noGrp="1"/>
          </p:cNvSpPr>
          <p:nvPr/>
        </p:nvSpPr>
        <p:spPr>
          <a:xfrm xmlns:a="http://schemas.openxmlformats.org/drawingml/2006/main">
            <a:off x="8429625" y="3619500"/>
            <a:ext cx="552450" cy="266700"/>
          </a:xfrm>
          <a:prstGeom xmlns:a="http://schemas.openxmlformats.org/drawingml/2006/main" prst="rightArrow">
            <a:avLst/>
          </a:prstGeom>
          <a:solidFill xmlns:a="http://schemas.openxmlformats.org/drawingml/2006/main">
            <a:srgbClr val="ED7D31"/>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04C083E7-BDEA-4972-A3FA-ABE67BA00A36}"/>
              </a:ext>
            </a:extLst>
          </p:cNvPr>
          <p:cNvSpPr>
            <a:spLocks xmlns:a="http://schemas.openxmlformats.org/drawingml/2006/main" noGrp="1"/>
          </p:cNvSpPr>
          <p:nvPr/>
        </p:nvSpPr>
        <p:spPr>
          <a:xfrm xmlns:a="http://schemas.openxmlformats.org/drawingml/2006/main">
            <a:off x="7239000" y="4238625"/>
            <a:ext cx="2952750" cy="1047750"/>
          </a:xfrm>
          <a:prstGeom xmlns:a="http://schemas.openxmlformats.org/drawingml/2006/main" prst="roundRect">
            <a:avLst>
              <a:gd name="adj" fmla="val 14545"/>
            </a:avLst>
          </a:prstGeom>
          <a:solidFill xmlns:a="http://schemas.openxmlformats.org/drawingml/2006/main">
            <a:srgbClr val="FCEADD"/>
          </a:solidFill>
          <a:ln xmlns:a="http://schemas.openxmlformats.org/drawingml/2006/main" w="11430">
            <a:solidFill>
              <a:srgbClr val="ED7D31"/>
            </a:solidFill>
            <a:prstDash val="solid"/>
          </a:ln>
        </p:spPr>
      </p:sp>
      <p:sp>
        <p:nvSpPr>
          <p:cNvPr id="36" name="">
            <a:extLst xmlns:a="http://schemas.openxmlformats.org/drawingml/2006/main">
              <a:ext uri="{FF2B5EF4-FFF2-40B4-BE49-F238E27FC236}">
                <a16:creationId xmlns:a16="http://schemas.microsoft.com/office/drawing/2014/main" id="{A2303160-BE8B-4826-977B-DB775FD8C4CA}"/>
              </a:ext>
            </a:extLst>
          </p:cNvPr>
          <p:cNvSpPr>
            <a:spLocks xmlns:a="http://schemas.openxmlformats.org/drawingml/2006/main" noGrp="1"/>
          </p:cNvSpPr>
          <p:nvPr/>
        </p:nvSpPr>
        <p:spPr>
          <a:xfrm xmlns:a="http://schemas.openxmlformats.org/drawingml/2006/main">
            <a:off x="7620000" y="4429125"/>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2025" b="1">
                <a:solidFill>
                  <a:srgbClr val="ED7D31"/>
                </a:solidFill>
                <a:latin typeface="Arial"/>
                <a:ea typeface="Arial"/>
                <a:cs typeface="Arial"/>
              </a:defRPr>
            </a:pPr>
            <a:r>
              <a:rPr sz="2025" b="1">
                <a:solidFill>
                  <a:srgbClr val="ED7D31"/>
                </a:solidFill>
                <a:latin typeface="Arial"/>
                <a:ea typeface="Arial"/>
                <a:cs typeface="Arial"/>
              </a:rPr>
              <a:t>SCT assay</a:t>
            </a:r>
          </a:p>
        </p:txBody>
      </p:sp>
      <p:sp>
        <p:nvSpPr>
          <p:cNvPr id="37" name="">
            <a:extLst xmlns:a="http://schemas.openxmlformats.org/drawingml/2006/main">
              <a:ext uri="{FF2B5EF4-FFF2-40B4-BE49-F238E27FC236}">
                <a16:creationId xmlns:a16="http://schemas.microsoft.com/office/drawing/2014/main" id="{C610B92C-B997-464B-B7F9-D2A6188E4415}"/>
              </a:ext>
            </a:extLst>
          </p:cNvPr>
          <p:cNvSpPr>
            <a:spLocks xmlns:a="http://schemas.openxmlformats.org/drawingml/2006/main" noGrp="1"/>
          </p:cNvSpPr>
          <p:nvPr/>
        </p:nvSpPr>
        <p:spPr>
          <a:xfrm xmlns:a="http://schemas.openxmlformats.org/drawingml/2006/main">
            <a:off x="7620000" y="48577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350">
                <a:solidFill>
                  <a:srgbClr val="5B6472"/>
                </a:solidFill>
                <a:latin typeface="Arial"/>
                <a:ea typeface="Arial"/>
                <a:cs typeface="Arial"/>
              </a:defRPr>
            </a:pPr>
            <a:r>
              <a:rPr sz="1350">
                <a:solidFill>
                  <a:srgbClr val="5B6472"/>
                </a:solidFill>
                <a:latin typeface="Arial"/>
                <a:ea typeface="Arial"/>
                <a:cs typeface="Arial"/>
              </a:rPr>
              <a:t>normalized values</a:t>
            </a:r>
          </a:p>
        </p:txBody>
      </p:sp>
      <p:sp>
        <p:nvSpPr>
          <p:cNvPr id="38" name="">
            <a:extLst xmlns:a="http://schemas.openxmlformats.org/drawingml/2006/main">
              <a:ext uri="{FF2B5EF4-FFF2-40B4-BE49-F238E27FC236}">
                <a16:creationId xmlns:a16="http://schemas.microsoft.com/office/drawing/2014/main" id="{0AF739EA-853F-414D-A9F6-AA62B89F9121}"/>
              </a:ext>
            </a:extLst>
          </p:cNvPr>
          <p:cNvSpPr>
            <a:spLocks xmlns:a="http://schemas.openxmlformats.org/drawingml/2006/main" noGrp="1"/>
          </p:cNvSpPr>
          <p:nvPr/>
        </p:nvSpPr>
        <p:spPr>
          <a:xfrm xmlns:a="http://schemas.openxmlformats.org/drawingml/2006/main">
            <a:off x="6762750" y="56197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1575" b="1">
                <a:solidFill>
                  <a:srgbClr val="1F2937"/>
                </a:solidFill>
                <a:latin typeface="Arial"/>
                <a:ea typeface="Arial"/>
                <a:cs typeface="Arial"/>
              </a:defRPr>
            </a:pPr>
            <a:r>
              <a:rPr sz="1575" b="1">
                <a:solidFill>
                  <a:srgbClr val="1F2937"/>
                </a:solidFill>
                <a:latin typeface="Arial"/>
                <a:ea typeface="Arial"/>
                <a:cs typeface="Arial"/>
              </a:rPr>
              <a:t>Raw counts remain in the Spatial assay.</a:t>
            </a:r>
          </a:p>
        </p:txBody>
      </p:sp>
    </p:spTree>
    <p:extLst>
      <p:ext uri="{BB962C8B-B14F-4D97-AF65-F5344CB8AC3E}">
        <p14:creationId xmlns:p14="http://schemas.microsoft.com/office/powerpoint/2010/main" val="361677734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E1C3982A-4C25-4832-83DE-E9A26FB6C951}"/>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a:bodyPr>
          <a:lstStyle xmlns:a="http://schemas.openxmlformats.org/drawingml/2006/main"/>
          <a:p xmlns:a="http://schemas.openxmlformats.org/drawingml/2006/main">
            <a:pPr>
              <a:buNone/>
              <a:defRPr sz="3225" b="0">
                <a:solidFill>
                  <a:srgbClr val="111827"/>
                </a:solidFill>
                <a:latin typeface="Arial"/>
                <a:ea typeface="Arial"/>
                <a:cs typeface="Arial"/>
              </a:defRPr>
            </a:pPr>
            <a:r>
              <a:rPr sz="3225" b="0">
                <a:solidFill>
                  <a:srgbClr val="111827"/>
                </a:solidFill>
                <a:latin typeface="Arial"/>
                <a:ea typeface="Arial"/>
                <a:cs typeface="Arial"/>
              </a:rPr>
              <a:t>What stays the same, and what spatial data add</a:t>
            </a:r>
          </a:p>
        </p:txBody>
      </p:sp>
      <p:sp>
        <p:nvSpPr>
          <p:cNvPr id="2" name="title-accent">
            <a:extLst xmlns:a="http://schemas.openxmlformats.org/drawingml/2006/main">
              <a:ext uri="{FF2B5EF4-FFF2-40B4-BE49-F238E27FC236}">
                <a16:creationId xmlns:a16="http://schemas.microsoft.com/office/drawing/2014/main" id="{9D3BC512-C6B9-4645-8E11-203531999CA3}"/>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traight Connector 2">
            <a:extLst xmlns:a="http://schemas.openxmlformats.org/drawingml/2006/main">
              <a:ext uri="{FF2B5EF4-FFF2-40B4-BE49-F238E27FC236}">
                <a16:creationId xmlns:a16="http://schemas.microsoft.com/office/drawing/2014/main" id="{4357ED70-E20F-4BA7-980D-3D67F71A5F96}"/>
              </a:ext>
            </a:extLst>
          </p:cNvPr>
          <p:cNvSpPr>
            <a:spLocks xmlns:a="http://schemas.openxmlformats.org/drawingml/2006/main" noGrp="1"/>
          </p:cNvSpPr>
          <p:nvPr/>
        </p:nvSpPr>
        <p:spPr>
          <a:xfrm xmlns:a="http://schemas.openxmlformats.org/drawingml/2006/main">
            <a:off x="6096000" y="1476375"/>
            <a:ext cx="0" cy="3810000"/>
          </a:xfrm>
          <a:prstGeom xmlns:a="http://schemas.openxmlformats.org/drawingml/2006/main" prst="line">
            <a:avLst/>
          </a:prstGeom>
          <a:noFill xmlns:a="http://schemas.openxmlformats.org/drawingml/2006/main"/>
          <a:ln xmlns:a="http://schemas.openxmlformats.org/drawingml/2006/main" w="19050">
            <a:solidFill>
              <a:srgbClr val="D5D9E0"/>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3DBF1A8E-682A-4C33-98E0-7E9BF8D09033}"/>
              </a:ext>
            </a:extLst>
          </p:cNvPr>
          <p:cNvSpPr>
            <a:spLocks xmlns:a="http://schemas.openxmlformats.org/drawingml/2006/main" noGrp="1"/>
          </p:cNvSpPr>
          <p:nvPr/>
        </p:nvSpPr>
        <p:spPr>
          <a:xfrm xmlns:a="http://schemas.openxmlformats.org/drawingml/2006/main">
            <a:off x="857250" y="150495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gn="ctr">
              <a:buNone/>
              <a:defRPr sz="2175" b="1">
                <a:solidFill>
                  <a:srgbClr val="4472C4"/>
                </a:solidFill>
                <a:latin typeface="Arial"/>
                <a:ea typeface="Arial"/>
                <a:cs typeface="Arial"/>
              </a:defRPr>
            </a:pPr>
            <a:r>
              <a:rPr sz="2175" b="1">
                <a:solidFill>
                  <a:srgbClr val="4472C4"/>
                </a:solidFill>
                <a:latin typeface="Arial"/>
                <a:ea typeface="Arial"/>
                <a:cs typeface="Arial"/>
              </a:rPr>
              <a:t>Same analysis backbone</a:t>
            </a:r>
          </a:p>
        </p:txBody>
      </p:sp>
      <p:sp>
        <p:nvSpPr>
          <p:cNvPr id="5" name="same-analysis-list">
            <a:extLst xmlns:a="http://schemas.openxmlformats.org/drawingml/2006/main">
              <a:ext uri="{FF2B5EF4-FFF2-40B4-BE49-F238E27FC236}">
                <a16:creationId xmlns:a16="http://schemas.microsoft.com/office/drawing/2014/main" id="{01949A6F-68FD-40B9-B15B-F0AA22FC9398}"/>
              </a:ext>
            </a:extLst>
          </p:cNvPr>
          <p:cNvSpPr>
            <a:spLocks xmlns:a="http://schemas.openxmlformats.org/drawingml/2006/main" noGrp="1"/>
          </p:cNvSpPr>
          <p:nvPr/>
        </p:nvSpPr>
        <p:spPr>
          <a:xfrm xmlns:a="http://schemas.openxmlformats.org/drawingml/2006/main">
            <a:off x="1238250" y="2247900"/>
            <a:ext cx="4095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marL="254000" indent="-139700">
              <a:spcAft>
                <a:spcPts val="900"/>
              </a:spcAft>
              <a:buChar char="•"/>
              <a:defRPr sz="1800">
                <a:solidFill>
                  <a:srgbClr val="1F2937"/>
                </a:solidFill>
                <a:latin typeface="Arial"/>
                <a:ea typeface="Arial"/>
                <a:cs typeface="Arial"/>
              </a:defRPr>
            </a:pPr>
            <a:r>
              <a:t>Quality control and normalisation</a:t>
            </a:r>
          </a:p>
          <a:p xmlns:a="http://schemas.openxmlformats.org/drawingml/2006/main">
            <a:pPr marL="254000" indent="-139700">
              <a:spcAft>
                <a:spcPts val="900"/>
              </a:spcAft>
              <a:buChar char="•"/>
              <a:defRPr sz="1800">
                <a:solidFill>
                  <a:srgbClr val="1F2937"/>
                </a:solidFill>
                <a:latin typeface="Arial"/>
                <a:ea typeface="Arial"/>
                <a:cs typeface="Arial"/>
              </a:defRPr>
            </a:pPr>
            <a:r>
              <a:t>Variable genes and PCA</a:t>
            </a:r>
          </a:p>
          <a:p xmlns:a="http://schemas.openxmlformats.org/drawingml/2006/main">
            <a:pPr marL="254000" indent="-139700">
              <a:spcAft>
                <a:spcPts val="900"/>
              </a:spcAft>
              <a:buChar char="•"/>
              <a:defRPr sz="1800">
                <a:solidFill>
                  <a:srgbClr val="1F2937"/>
                </a:solidFill>
                <a:latin typeface="Arial"/>
                <a:ea typeface="Arial"/>
                <a:cs typeface="Arial"/>
              </a:defRPr>
            </a:pPr>
            <a:r>
              <a:t>Clustering and marker genes</a:t>
            </a:r>
          </a:p>
        </p:txBody>
      </p:sp>
      <p:sp>
        <p:nvSpPr>
          <p:cNvPr id="6" name="Rectangle 5">
            <a:extLst xmlns:a="http://schemas.openxmlformats.org/drawingml/2006/main">
              <a:ext uri="{FF2B5EF4-FFF2-40B4-BE49-F238E27FC236}">
                <a16:creationId xmlns:a16="http://schemas.microsoft.com/office/drawing/2014/main" id="{4012D46C-676E-4D34-A3A5-7195D82A4688}"/>
              </a:ext>
            </a:extLst>
          </p:cNvPr>
          <p:cNvSpPr>
            <a:spLocks xmlns:a="http://schemas.openxmlformats.org/drawingml/2006/main" noGrp="1"/>
          </p:cNvSpPr>
          <p:nvPr/>
        </p:nvSpPr>
        <p:spPr>
          <a:xfrm xmlns:a="http://schemas.openxmlformats.org/drawingml/2006/main">
            <a:off x="6572250" y="150495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algn="ctr">
              <a:buNone/>
              <a:defRPr sz="2175" b="1">
                <a:solidFill>
                  <a:srgbClr val="ED7D31"/>
                </a:solidFill>
                <a:latin typeface="Arial"/>
                <a:ea typeface="Arial"/>
                <a:cs typeface="Arial"/>
              </a:defRPr>
            </a:pPr>
            <a:r>
              <a:rPr sz="2175" b="1">
                <a:solidFill>
                  <a:srgbClr val="ED7D31"/>
                </a:solidFill>
                <a:latin typeface="Arial"/>
                <a:ea typeface="Arial"/>
                <a:cs typeface="Arial"/>
              </a:rPr>
              <a:t>Additional spatial information</a:t>
            </a:r>
          </a:p>
        </p:txBody>
      </p:sp>
      <p:sp>
        <p:nvSpPr>
          <p:cNvPr id="7" name="new-spatial-list">
            <a:extLst xmlns:a="http://schemas.openxmlformats.org/drawingml/2006/main">
              <a:ext uri="{FF2B5EF4-FFF2-40B4-BE49-F238E27FC236}">
                <a16:creationId xmlns:a16="http://schemas.microsoft.com/office/drawing/2014/main" id="{4EAD1899-1F37-4A6A-9836-2600C23C98DE}"/>
              </a:ext>
            </a:extLst>
          </p:cNvPr>
          <p:cNvSpPr>
            <a:spLocks xmlns:a="http://schemas.openxmlformats.org/drawingml/2006/main" noGrp="1"/>
          </p:cNvSpPr>
          <p:nvPr/>
        </p:nvSpPr>
        <p:spPr>
          <a:xfrm xmlns:a="http://schemas.openxmlformats.org/drawingml/2006/main">
            <a:off x="6953250" y="2247900"/>
            <a:ext cx="409575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a:bodyPr>
          <a:lstStyle xmlns:a="http://schemas.openxmlformats.org/drawingml/2006/main"/>
          <a:p xmlns:a="http://schemas.openxmlformats.org/drawingml/2006/main">
            <a:pPr marL="254000" indent="-139700">
              <a:spcAft>
                <a:spcPts val="900"/>
              </a:spcAft>
              <a:buChar char="•"/>
              <a:defRPr sz="1800">
                <a:solidFill>
                  <a:srgbClr val="1F2937"/>
                </a:solidFill>
                <a:latin typeface="Arial"/>
                <a:ea typeface="Arial"/>
                <a:cs typeface="Arial"/>
              </a:defRPr>
            </a:pPr>
            <a:r>
              <a:t>An image of the tissue</a:t>
            </a:r>
          </a:p>
          <a:p xmlns:a="http://schemas.openxmlformats.org/drawingml/2006/main">
            <a:pPr marL="254000" indent="-139700">
              <a:spcAft>
                <a:spcPts val="900"/>
              </a:spcAft>
              <a:buChar char="•"/>
              <a:defRPr sz="1800">
                <a:solidFill>
                  <a:srgbClr val="1F2937"/>
                </a:solidFill>
                <a:latin typeface="Arial"/>
                <a:ea typeface="Arial"/>
                <a:cs typeface="Arial"/>
              </a:defRPr>
            </a:pPr>
            <a:r>
              <a:t>An x and y coordinate for every spot</a:t>
            </a:r>
          </a:p>
          <a:p xmlns:a="http://schemas.openxmlformats.org/drawingml/2006/main">
            <a:pPr marL="254000" indent="-139700">
              <a:spcAft>
                <a:spcPts val="900"/>
              </a:spcAft>
              <a:buChar char="•"/>
              <a:defRPr sz="1800">
                <a:solidFill>
                  <a:srgbClr val="1F2937"/>
                </a:solidFill>
                <a:latin typeface="Arial"/>
                <a:ea typeface="Arial"/>
                <a:cs typeface="Arial"/>
              </a:defRPr>
            </a:pPr>
            <a:r>
              <a:t>Expression plots overlaid on the tissue</a:t>
            </a:r>
          </a:p>
        </p:txBody>
      </p:sp>
      <p:sp>
        <p:nvSpPr>
          <p:cNvPr id="8" name="Rectangle: Rounded Corners 7">
            <a:extLst xmlns:a="http://schemas.openxmlformats.org/drawingml/2006/main">
              <a:ext uri="{FF2B5EF4-FFF2-40B4-BE49-F238E27FC236}">
                <a16:creationId xmlns:a16="http://schemas.microsoft.com/office/drawing/2014/main" id="{75AC27B7-7984-41F8-8AB1-8803ECD2CA21}"/>
              </a:ext>
            </a:extLst>
          </p:cNvPr>
          <p:cNvSpPr>
            <a:spLocks xmlns:a="http://schemas.openxmlformats.org/drawingml/2006/main" noGrp="1"/>
          </p:cNvSpPr>
          <p:nvPr/>
        </p:nvSpPr>
        <p:spPr>
          <a:xfrm xmlns:a="http://schemas.openxmlformats.org/drawingml/2006/main">
            <a:off x="1143000" y="5524500"/>
            <a:ext cx="9906000" cy="742950"/>
          </a:xfrm>
          <a:prstGeom xmlns:a="http://schemas.openxmlformats.org/drawingml/2006/main" prst="roundRect">
            <a:avLst>
              <a:gd name="adj" fmla="val 23077"/>
            </a:avLst>
          </a:prstGeom>
          <a:solidFill xmlns:a="http://schemas.openxmlformats.org/drawingml/2006/main">
            <a:srgbClr val="EAF0FA"/>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662E3ADA-7725-4B06-9E0A-72B6826920C0}"/>
              </a:ext>
            </a:extLst>
          </p:cNvPr>
          <p:cNvSpPr>
            <a:spLocks xmlns:a="http://schemas.openxmlformats.org/drawingml/2006/main" noGrp="1"/>
          </p:cNvSpPr>
          <p:nvPr/>
        </p:nvSpPr>
        <p:spPr>
          <a:xfrm xmlns:a="http://schemas.openxmlformats.org/drawingml/2006/main">
            <a:off x="1428750" y="5648325"/>
            <a:ext cx="933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99585"/>
          </a:bodyPr>
          <a:lstStyle xmlns:a="http://schemas.openxmlformats.org/drawingml/2006/main"/>
          <a:p xmlns:a="http://schemas.openxmlformats.org/drawingml/2006/main">
            <a:pPr algn="ctr">
              <a:buNone/>
              <a:defRPr sz="1725" b="1">
                <a:solidFill>
                  <a:srgbClr val="4472C4"/>
                </a:solidFill>
                <a:latin typeface="Arial"/>
                <a:ea typeface="Arial"/>
                <a:cs typeface="Arial"/>
              </a:defRPr>
            </a:pPr>
            <a:r>
              <a:rPr sz="1725" b="1">
                <a:solidFill>
                  <a:srgbClr val="4472C4"/>
                </a:solidFill>
                <a:latin typeface="Arial"/>
                <a:ea typeface="Arial"/>
                <a:cs typeface="Arial"/>
              </a:rPr>
              <a:t>The Seurat object now carries both the expression matrix and a table of spot coordinates.</a:t>
            </a:r>
          </a:p>
        </p:txBody>
      </p:sp>
    </p:spTree>
    <p:extLst>
      <p:ext uri="{BB962C8B-B14F-4D97-AF65-F5344CB8AC3E}">
        <p14:creationId xmlns:p14="http://schemas.microsoft.com/office/powerpoint/2010/main" val="181366784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title">
            <a:extLst xmlns:a="http://schemas.openxmlformats.org/drawingml/2006/main">
              <a:ext uri="{FF2B5EF4-FFF2-40B4-BE49-F238E27FC236}">
                <a16:creationId xmlns:a16="http://schemas.microsoft.com/office/drawing/2014/main" id="{28B8AA57-61CA-4B0E-9C04-32DD87F57205}"/>
              </a:ext>
            </a:extLst>
          </p:cNvPr>
          <p:cNvSpPr>
            <a:spLocks xmlns:a="http://schemas.openxmlformats.org/drawingml/2006/main" noGrp="1"/>
          </p:cNvSpPr>
          <p:nvPr/>
        </p:nvSpPr>
        <p:spPr>
          <a:xfrm xmlns:a="http://schemas.openxmlformats.org/drawingml/2006/main">
            <a:off x="666750" y="304800"/>
            <a:ext cx="1081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buNone/>
              <a:defRPr sz="3225">
                <a:solidFill>
                  <a:srgbClr val="111827"/>
                </a:solidFill>
                <a:latin typeface="Arial"/>
                <a:ea typeface="Arial"/>
                <a:cs typeface="Arial"/>
              </a:defRPr>
            </a:pPr>
            <a:r>
              <a:rPr sz="3225">
                <a:solidFill>
                  <a:srgbClr val="111827"/>
                </a:solidFill>
                <a:latin typeface="Arial"/>
                <a:ea typeface="Arial"/>
                <a:cs typeface="Arial"/>
              </a:rPr>
              <a:t>Questions, then hands-on</a:t>
            </a:r>
          </a:p>
        </p:txBody>
      </p:sp>
      <p:sp>
        <p:nvSpPr>
          <p:cNvPr id="2" name="title-accent">
            <a:extLst xmlns:a="http://schemas.openxmlformats.org/drawingml/2006/main">
              <a:ext uri="{FF2B5EF4-FFF2-40B4-BE49-F238E27FC236}">
                <a16:creationId xmlns:a16="http://schemas.microsoft.com/office/drawing/2014/main" id="{73C58739-2FCB-43F0-BB53-B2B17650D3E9}"/>
              </a:ext>
            </a:extLst>
          </p:cNvPr>
          <p:cNvSpPr>
            <a:spLocks xmlns:a="http://schemas.openxmlformats.org/drawingml/2006/main" noGrp="1"/>
          </p:cNvSpPr>
          <p:nvPr/>
        </p:nvSpPr>
        <p:spPr>
          <a:xfrm xmlns:a="http://schemas.openxmlformats.org/drawingml/2006/main">
            <a:off x="666750" y="1009650"/>
            <a:ext cx="857250" cy="0"/>
          </a:xfrm>
          <a:prstGeom xmlns:a="http://schemas.openxmlformats.org/drawingml/2006/main" prst="line">
            <a:avLst/>
          </a:prstGeom>
          <a:noFill xmlns:a="http://schemas.openxmlformats.org/drawingml/2006/main"/>
          <a:ln xmlns:a="http://schemas.openxmlformats.org/drawingml/2006/main" w="47625">
            <a:solidFill>
              <a:srgbClr val="ED7D31"/>
            </a:solidFill>
            <a:prstDash val="solid"/>
          </a:ln>
        </p:spPr>
      </p:sp>
      <p:sp>
        <p:nvSpPr>
          <p:cNvPr id="3" name="slide-subtitle">
            <a:extLst xmlns:a="http://schemas.openxmlformats.org/drawingml/2006/main">
              <a:ext uri="{FF2B5EF4-FFF2-40B4-BE49-F238E27FC236}">
                <a16:creationId xmlns:a16="http://schemas.microsoft.com/office/drawing/2014/main" id="{071533EC-7D3D-451A-8B6A-88220F2A8B9E}"/>
              </a:ext>
            </a:extLst>
          </p:cNvPr>
          <p:cNvSpPr>
            <a:spLocks xmlns:a="http://schemas.openxmlformats.org/drawingml/2006/main" noGrp="1"/>
          </p:cNvSpPr>
          <p:nvPr/>
        </p:nvSpPr>
        <p:spPr>
          <a:xfrm xmlns:a="http://schemas.openxmlformats.org/drawingml/2006/main">
            <a:off x="1676400" y="895350"/>
            <a:ext cx="966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buNone/>
              <a:defRPr sz="1425">
                <a:solidFill>
                  <a:srgbClr val="5B6472"/>
                </a:solidFill>
                <a:latin typeface="Arial"/>
                <a:ea typeface="Arial"/>
                <a:cs typeface="Arial"/>
              </a:defRPr>
            </a:pPr>
            <a:r>
              <a:rPr sz="1425">
                <a:solidFill>
                  <a:srgbClr val="5B6472"/>
                </a:solidFill>
                <a:latin typeface="Arial"/>
                <a:ea typeface="Arial"/>
                <a:cs typeface="Arial"/>
              </a:rPr>
              <a:t>The final ten minutes are reserved for discussion</a:t>
            </a:r>
          </a:p>
        </p:txBody>
      </p:sp>
      <p:sp>
        <p:nvSpPr>
          <p:cNvPr id="4" name="">
            <a:extLst xmlns:a="http://schemas.openxmlformats.org/drawingml/2006/main">
              <a:ext uri="{FF2B5EF4-FFF2-40B4-BE49-F238E27FC236}">
                <a16:creationId xmlns:a16="http://schemas.microsoft.com/office/drawing/2014/main" id="{7289A0C8-6B87-4FE8-893A-2109DB8D8D1A}"/>
              </a:ext>
            </a:extLst>
          </p:cNvPr>
          <p:cNvSpPr>
            <a:spLocks xmlns:a="http://schemas.openxmlformats.org/drawingml/2006/main" noGrp="1"/>
          </p:cNvSpPr>
          <p:nvPr/>
        </p:nvSpPr>
        <p:spPr>
          <a:xfrm xmlns:a="http://schemas.openxmlformats.org/drawingml/2006/main">
            <a:off x="1000125" y="1676400"/>
            <a:ext cx="2190750" cy="2190750"/>
          </a:xfrm>
          <a:prstGeom xmlns:a="http://schemas.openxmlformats.org/drawingml/2006/main" prst="ellipse">
            <a:avLst/>
          </a:prstGeom>
          <a:solidFill xmlns:a="http://schemas.openxmlformats.org/drawingml/2006/main">
            <a:srgbClr val="ED7D31"/>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3600" b="1">
                <a:solidFill>
                  <a:srgbClr val="FFFFFF"/>
                </a:solidFill>
                <a:latin typeface="Arial"/>
                <a:ea typeface="Arial"/>
                <a:cs typeface="Arial"/>
              </a:defRPr>
            </a:pPr>
            <a:r>
              <a:rPr sz="3600" b="1">
                <a:solidFill>
                  <a:srgbClr val="FFFFFF"/>
                </a:solidFill>
                <a:latin typeface="Arial"/>
                <a:ea typeface="Arial"/>
                <a:cs typeface="Arial"/>
              </a:rPr>
              <a:t>10</a:t>
            </a:r>
          </a:p>
          <a:p xmlns:a="http://schemas.openxmlformats.org/drawingml/2006/main">
            <a:pPr algn="ctr">
              <a:buNone/>
              <a:defRPr sz="3600" b="1">
                <a:solidFill>
                  <a:srgbClr val="FFFFFF"/>
                </a:solidFill>
                <a:latin typeface="Arial"/>
                <a:ea typeface="Arial"/>
                <a:cs typeface="Arial"/>
              </a:defRPr>
            </a:pPr>
            <a:r>
              <a:rPr sz="3600" b="1">
                <a:solidFill>
                  <a:srgbClr val="FFFFFF"/>
                </a:solidFill>
                <a:latin typeface="Arial"/>
                <a:ea typeface="Arial"/>
                <a:cs typeface="Arial"/>
              </a:rPr>
              <a:t>min</a:t>
            </a:r>
          </a:p>
        </p:txBody>
      </p:sp>
      <p:sp>
        <p:nvSpPr>
          <p:cNvPr id="5" name="">
            <a:extLst xmlns:a="http://schemas.openxmlformats.org/drawingml/2006/main">
              <a:ext uri="{FF2B5EF4-FFF2-40B4-BE49-F238E27FC236}">
                <a16:creationId xmlns:a16="http://schemas.microsoft.com/office/drawing/2014/main" id="{EF731BF5-B324-4358-BE76-10D8C666798F}"/>
              </a:ext>
            </a:extLst>
          </p:cNvPr>
          <p:cNvSpPr>
            <a:spLocks xmlns:a="http://schemas.openxmlformats.org/drawingml/2006/main" noGrp="1"/>
          </p:cNvSpPr>
          <p:nvPr/>
        </p:nvSpPr>
        <p:spPr>
          <a:xfrm xmlns:a="http://schemas.openxmlformats.org/drawingml/2006/main">
            <a:off x="3857625" y="1809750"/>
            <a:ext cx="666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buNone/>
              <a:defRPr sz="3600" b="1">
                <a:solidFill>
                  <a:srgbClr val="1F2937"/>
                </a:solidFill>
                <a:latin typeface="Arial"/>
                <a:ea typeface="Arial"/>
                <a:cs typeface="Arial"/>
              </a:defRPr>
            </a:pPr>
            <a:r>
              <a:rPr sz="3600" b="1">
                <a:solidFill>
                  <a:srgbClr val="1F2937"/>
                </a:solidFill>
                <a:latin typeface="Arial"/>
                <a:ea typeface="Arial"/>
                <a:cs typeface="Arial"/>
              </a:rPr>
              <a:t>Questions</a:t>
            </a:r>
          </a:p>
        </p:txBody>
      </p:sp>
      <p:sp>
        <p:nvSpPr>
          <p:cNvPr id="6" name="">
            <a:extLst xmlns:a="http://schemas.openxmlformats.org/drawingml/2006/main">
              <a:ext uri="{FF2B5EF4-FFF2-40B4-BE49-F238E27FC236}">
                <a16:creationId xmlns:a16="http://schemas.microsoft.com/office/drawing/2014/main" id="{AAF94FC5-185E-447C-B92A-712B9FA11BD3}"/>
              </a:ext>
            </a:extLst>
          </p:cNvPr>
          <p:cNvSpPr>
            <a:spLocks xmlns:a="http://schemas.openxmlformats.org/drawingml/2006/main" noGrp="1"/>
          </p:cNvSpPr>
          <p:nvPr/>
        </p:nvSpPr>
        <p:spPr>
          <a:xfrm xmlns:a="http://schemas.openxmlformats.org/drawingml/2006/main">
            <a:off x="3905250" y="2667000"/>
            <a:ext cx="666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buNone/>
              <a:defRPr sz="2025">
                <a:solidFill>
                  <a:srgbClr val="5B6472"/>
                </a:solidFill>
                <a:latin typeface="Arial"/>
                <a:ea typeface="Arial"/>
                <a:cs typeface="Arial"/>
              </a:defRPr>
            </a:pPr>
            <a:r>
              <a:rPr sz="2025">
                <a:solidFill>
                  <a:srgbClr val="5B6472"/>
                </a:solidFill>
                <a:latin typeface="Arial"/>
                <a:ea typeface="Arial"/>
                <a:cs typeface="Arial"/>
              </a:rPr>
              <a:t>What would you like to revisit before we open the notebooks?</a:t>
            </a:r>
          </a:p>
        </p:txBody>
      </p:sp>
      <p:sp>
        <p:nvSpPr>
          <p:cNvPr id="7" name="">
            <a:extLst xmlns:a="http://schemas.openxmlformats.org/drawingml/2006/main">
              <a:ext uri="{FF2B5EF4-FFF2-40B4-BE49-F238E27FC236}">
                <a16:creationId xmlns:a16="http://schemas.microsoft.com/office/drawing/2014/main" id="{8EB815EF-2A0C-4782-A97E-6B4B37D99699}"/>
              </a:ext>
            </a:extLst>
          </p:cNvPr>
          <p:cNvSpPr>
            <a:spLocks xmlns:a="http://schemas.openxmlformats.org/drawingml/2006/main" noGrp="1"/>
          </p:cNvSpPr>
          <p:nvPr/>
        </p:nvSpPr>
        <p:spPr>
          <a:xfrm xmlns:a="http://schemas.openxmlformats.org/drawingml/2006/main">
            <a:off x="723900" y="440055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buNone/>
              <a:defRPr sz="1650" b="1">
                <a:solidFill>
                  <a:srgbClr val="4472C4"/>
                </a:solidFill>
                <a:latin typeface="Arial"/>
                <a:ea typeface="Arial"/>
                <a:cs typeface="Arial"/>
              </a:defRPr>
            </a:pPr>
            <a:r>
              <a:rPr sz="1650" b="1">
                <a:solidFill>
                  <a:srgbClr val="4472C4"/>
                </a:solidFill>
                <a:latin typeface="Arial"/>
                <a:ea typeface="Arial"/>
                <a:cs typeface="Arial"/>
              </a:rPr>
              <a:t>Hands-on sequence</a:t>
            </a:r>
          </a:p>
        </p:txBody>
      </p:sp>
      <p:sp>
        <p:nvSpPr>
          <p:cNvPr id="8" name="">
            <a:extLst xmlns:a="http://schemas.openxmlformats.org/drawingml/2006/main">
              <a:ext uri="{FF2B5EF4-FFF2-40B4-BE49-F238E27FC236}">
                <a16:creationId xmlns:a16="http://schemas.microsoft.com/office/drawing/2014/main" id="{DD453256-8D3A-4E72-9AD4-B58514B2560D}"/>
              </a:ext>
            </a:extLst>
          </p:cNvPr>
          <p:cNvSpPr>
            <a:spLocks xmlns:a="http://schemas.openxmlformats.org/drawingml/2006/main" noGrp="1"/>
          </p:cNvSpPr>
          <p:nvPr/>
        </p:nvSpPr>
        <p:spPr>
          <a:xfrm xmlns:a="http://schemas.openxmlformats.org/drawingml/2006/main">
            <a:off x="723900" y="4857750"/>
            <a:ext cx="2476500" cy="685800"/>
          </a:xfrm>
          <a:prstGeom xmlns:a="http://schemas.openxmlformats.org/drawingml/2006/main" prst="roundRect">
            <a:avLst>
              <a:gd name="adj" fmla="val 19444"/>
            </a:avLst>
          </a:prstGeom>
          <a:solidFill xmlns:a="http://schemas.openxmlformats.org/drawingml/2006/main">
            <a:srgbClr val="EAF0FA"/>
          </a:solidFill>
          <a:ln xmlns:a="http://schemas.openxmlformats.org/drawingml/2006/main" w="9525">
            <a:solidFill>
              <a:srgbClr val="4472C4"/>
            </a:solidFill>
            <a:prstDash val="solid"/>
          </a:ln>
        </p:spPr>
      </p:sp>
      <p:sp>
        <p:nvSpPr>
          <p:cNvPr id="9" name="">
            <a:extLst xmlns:a="http://schemas.openxmlformats.org/drawingml/2006/main">
              <a:ext uri="{FF2B5EF4-FFF2-40B4-BE49-F238E27FC236}">
                <a16:creationId xmlns:a16="http://schemas.microsoft.com/office/drawing/2014/main" id="{CC422B66-BFD6-4EBD-868A-2096C97F22E2}"/>
              </a:ext>
            </a:extLst>
          </p:cNvPr>
          <p:cNvSpPr>
            <a:spLocks xmlns:a="http://schemas.openxmlformats.org/drawingml/2006/main" noGrp="1"/>
          </p:cNvSpPr>
          <p:nvPr/>
        </p:nvSpPr>
        <p:spPr>
          <a:xfrm xmlns:a="http://schemas.openxmlformats.org/drawingml/2006/main">
            <a:off x="866775" y="4991100"/>
            <a:ext cx="419100" cy="419100"/>
          </a:xfrm>
          <a:prstGeom xmlns:a="http://schemas.openxmlformats.org/drawingml/2006/main" prst="ellipse">
            <a:avLst/>
          </a:prstGeom>
          <a:solidFill xmlns:a="http://schemas.openxmlformats.org/drawingml/2006/main">
            <a:srgbClr val="4472C4"/>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4AC95032-6DB1-4FF6-AB8E-72C612860A07}"/>
              </a:ext>
            </a:extLst>
          </p:cNvPr>
          <p:cNvSpPr>
            <a:spLocks xmlns:a="http://schemas.openxmlformats.org/drawingml/2006/main" noGrp="1"/>
          </p:cNvSpPr>
          <p:nvPr/>
        </p:nvSpPr>
        <p:spPr>
          <a:xfrm xmlns:a="http://schemas.openxmlformats.org/drawingml/2006/main">
            <a:off x="1371600" y="4953000"/>
            <a:ext cx="1695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500" b="1">
                <a:solidFill>
                  <a:srgbClr val="1F2937"/>
                </a:solidFill>
                <a:latin typeface="Arial"/>
                <a:ea typeface="Arial"/>
                <a:cs typeface="Arial"/>
              </a:defRPr>
            </a:pPr>
            <a:r>
              <a:rPr sz="1500" b="1">
                <a:solidFill>
                  <a:srgbClr val="1F2937"/>
                </a:solidFill>
                <a:latin typeface="Arial"/>
                <a:ea typeface="Arial"/>
                <a:cs typeface="Arial"/>
              </a:rPr>
              <a:t>Seurat object</a:t>
            </a:r>
          </a:p>
        </p:txBody>
      </p:sp>
      <p:sp>
        <p:nvSpPr>
          <p:cNvPr id="11" name="">
            <a:extLst xmlns:a="http://schemas.openxmlformats.org/drawingml/2006/main">
              <a:ext uri="{FF2B5EF4-FFF2-40B4-BE49-F238E27FC236}">
                <a16:creationId xmlns:a16="http://schemas.microsoft.com/office/drawing/2014/main" id="{F80AA8DC-D152-466D-98ED-822D32281FDC}"/>
              </a:ext>
            </a:extLst>
          </p:cNvPr>
          <p:cNvSpPr>
            <a:spLocks xmlns:a="http://schemas.openxmlformats.org/drawingml/2006/main" noGrp="1"/>
          </p:cNvSpPr>
          <p:nvPr/>
        </p:nvSpPr>
        <p:spPr>
          <a:xfrm xmlns:a="http://schemas.openxmlformats.org/drawingml/2006/main">
            <a:off x="3505200" y="4857750"/>
            <a:ext cx="2476500" cy="685800"/>
          </a:xfrm>
          <a:prstGeom xmlns:a="http://schemas.openxmlformats.org/drawingml/2006/main" prst="roundRect">
            <a:avLst>
              <a:gd name="adj" fmla="val 19444"/>
            </a:avLst>
          </a:prstGeom>
          <a:solidFill xmlns:a="http://schemas.openxmlformats.org/drawingml/2006/main">
            <a:srgbClr val="E5F4F3"/>
          </a:solidFill>
          <a:ln xmlns:a="http://schemas.openxmlformats.org/drawingml/2006/main" w="9525">
            <a:solidFill>
              <a:srgbClr val="2E9FA3"/>
            </a:solidFill>
            <a:prstDash val="solid"/>
          </a:ln>
        </p:spPr>
      </p:sp>
      <p:sp>
        <p:nvSpPr>
          <p:cNvPr id="12" name="">
            <a:extLst xmlns:a="http://schemas.openxmlformats.org/drawingml/2006/main">
              <a:ext uri="{FF2B5EF4-FFF2-40B4-BE49-F238E27FC236}">
                <a16:creationId xmlns:a16="http://schemas.microsoft.com/office/drawing/2014/main" id="{61F92F08-B466-4A34-88BD-153ECDFAC4A5}"/>
              </a:ext>
            </a:extLst>
          </p:cNvPr>
          <p:cNvSpPr>
            <a:spLocks xmlns:a="http://schemas.openxmlformats.org/drawingml/2006/main" noGrp="1"/>
          </p:cNvSpPr>
          <p:nvPr/>
        </p:nvSpPr>
        <p:spPr>
          <a:xfrm xmlns:a="http://schemas.openxmlformats.org/drawingml/2006/main">
            <a:off x="3648075" y="4991100"/>
            <a:ext cx="419100" cy="419100"/>
          </a:xfrm>
          <a:prstGeom xmlns:a="http://schemas.openxmlformats.org/drawingml/2006/main" prst="ellipse">
            <a:avLst/>
          </a:prstGeom>
          <a:solidFill xmlns:a="http://schemas.openxmlformats.org/drawingml/2006/main">
            <a:srgbClr val="2E9FA3"/>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9BAAE143-C1B2-4D76-BB65-F6635A23C253}"/>
              </a:ext>
            </a:extLst>
          </p:cNvPr>
          <p:cNvSpPr>
            <a:spLocks xmlns:a="http://schemas.openxmlformats.org/drawingml/2006/main" noGrp="1"/>
          </p:cNvSpPr>
          <p:nvPr/>
        </p:nvSpPr>
        <p:spPr>
          <a:xfrm xmlns:a="http://schemas.openxmlformats.org/drawingml/2006/main">
            <a:off x="4152900" y="4953000"/>
            <a:ext cx="1695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500" b="1">
                <a:solidFill>
                  <a:srgbClr val="1F2937"/>
                </a:solidFill>
                <a:latin typeface="Arial"/>
                <a:ea typeface="Arial"/>
                <a:cs typeface="Arial"/>
              </a:defRPr>
            </a:pPr>
            <a:r>
              <a:rPr sz="1500" b="1">
                <a:solidFill>
                  <a:srgbClr val="1F2937"/>
                </a:solidFill>
                <a:latin typeface="Arial"/>
                <a:ea typeface="Arial"/>
                <a:cs typeface="Arial"/>
              </a:rPr>
              <a:t>QC and clustering</a:t>
            </a:r>
          </a:p>
        </p:txBody>
      </p:sp>
      <p:sp>
        <p:nvSpPr>
          <p:cNvPr id="14" name="">
            <a:extLst xmlns:a="http://schemas.openxmlformats.org/drawingml/2006/main">
              <a:ext uri="{FF2B5EF4-FFF2-40B4-BE49-F238E27FC236}">
                <a16:creationId xmlns:a16="http://schemas.microsoft.com/office/drawing/2014/main" id="{028D2A7F-D617-4AB4-BA4B-EFB6F3235B2B}"/>
              </a:ext>
            </a:extLst>
          </p:cNvPr>
          <p:cNvSpPr>
            <a:spLocks xmlns:a="http://schemas.openxmlformats.org/drawingml/2006/main" noGrp="1"/>
          </p:cNvSpPr>
          <p:nvPr/>
        </p:nvSpPr>
        <p:spPr>
          <a:xfrm xmlns:a="http://schemas.openxmlformats.org/drawingml/2006/main">
            <a:off x="6286500" y="4857750"/>
            <a:ext cx="2476500" cy="685800"/>
          </a:xfrm>
          <a:prstGeom xmlns:a="http://schemas.openxmlformats.org/drawingml/2006/main" prst="roundRect">
            <a:avLst>
              <a:gd name="adj" fmla="val 19444"/>
            </a:avLst>
          </a:prstGeom>
          <a:solidFill xmlns:a="http://schemas.openxmlformats.org/drawingml/2006/main">
            <a:srgbClr val="FCEADD"/>
          </a:solidFill>
          <a:ln xmlns:a="http://schemas.openxmlformats.org/drawingml/2006/main" w="9525">
            <a:solidFill>
              <a:srgbClr val="ED7D31"/>
            </a:solidFill>
            <a:prstDash val="solid"/>
          </a:ln>
        </p:spPr>
      </p:sp>
      <p:sp>
        <p:nvSpPr>
          <p:cNvPr id="15" name="">
            <a:extLst xmlns:a="http://schemas.openxmlformats.org/drawingml/2006/main">
              <a:ext uri="{FF2B5EF4-FFF2-40B4-BE49-F238E27FC236}">
                <a16:creationId xmlns:a16="http://schemas.microsoft.com/office/drawing/2014/main" id="{E5CBCE00-D33A-4373-AE76-41A572584CEC}"/>
              </a:ext>
            </a:extLst>
          </p:cNvPr>
          <p:cNvSpPr>
            <a:spLocks xmlns:a="http://schemas.openxmlformats.org/drawingml/2006/main" noGrp="1"/>
          </p:cNvSpPr>
          <p:nvPr/>
        </p:nvSpPr>
        <p:spPr>
          <a:xfrm xmlns:a="http://schemas.openxmlformats.org/drawingml/2006/main">
            <a:off x="6429375" y="4991100"/>
            <a:ext cx="419100" cy="419100"/>
          </a:xfrm>
          <a:prstGeom xmlns:a="http://schemas.openxmlformats.org/drawingml/2006/main" prst="ellipse">
            <a:avLst/>
          </a:prstGeom>
          <a:solidFill xmlns:a="http://schemas.openxmlformats.org/drawingml/2006/main">
            <a:srgbClr val="ED7D31"/>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964D05FF-33B1-43E5-A313-420B67E52D05}"/>
              </a:ext>
            </a:extLst>
          </p:cNvPr>
          <p:cNvSpPr>
            <a:spLocks xmlns:a="http://schemas.openxmlformats.org/drawingml/2006/main" noGrp="1"/>
          </p:cNvSpPr>
          <p:nvPr/>
        </p:nvSpPr>
        <p:spPr>
          <a:xfrm xmlns:a="http://schemas.openxmlformats.org/drawingml/2006/main">
            <a:off x="6934200" y="4953000"/>
            <a:ext cx="1695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500" b="1">
                <a:solidFill>
                  <a:srgbClr val="1F2937"/>
                </a:solidFill>
                <a:latin typeface="Arial"/>
                <a:ea typeface="Arial"/>
                <a:cs typeface="Arial"/>
              </a:defRPr>
            </a:pPr>
            <a:r>
              <a:rPr sz="1500" b="1">
                <a:solidFill>
                  <a:srgbClr val="1F2937"/>
                </a:solidFill>
                <a:latin typeface="Arial"/>
                <a:ea typeface="Arial"/>
                <a:cs typeface="Arial"/>
              </a:rPr>
              <a:t>Integration</a:t>
            </a:r>
          </a:p>
        </p:txBody>
      </p:sp>
      <p:sp>
        <p:nvSpPr>
          <p:cNvPr id="17" name="">
            <a:extLst xmlns:a="http://schemas.openxmlformats.org/drawingml/2006/main">
              <a:ext uri="{FF2B5EF4-FFF2-40B4-BE49-F238E27FC236}">
                <a16:creationId xmlns:a16="http://schemas.microsoft.com/office/drawing/2014/main" id="{411412CF-BBE3-4AB3-978B-7880ADBC3650}"/>
              </a:ext>
            </a:extLst>
          </p:cNvPr>
          <p:cNvSpPr>
            <a:spLocks xmlns:a="http://schemas.openxmlformats.org/drawingml/2006/main" noGrp="1"/>
          </p:cNvSpPr>
          <p:nvPr/>
        </p:nvSpPr>
        <p:spPr>
          <a:xfrm xmlns:a="http://schemas.openxmlformats.org/drawingml/2006/main">
            <a:off x="9067800" y="4857750"/>
            <a:ext cx="2476500" cy="685800"/>
          </a:xfrm>
          <a:prstGeom xmlns:a="http://schemas.openxmlformats.org/drawingml/2006/main" prst="roundRect">
            <a:avLst>
              <a:gd name="adj" fmla="val 19444"/>
            </a:avLst>
          </a:prstGeom>
          <a:solidFill xmlns:a="http://schemas.openxmlformats.org/drawingml/2006/main">
            <a:srgbClr val="F0EBF7"/>
          </a:solidFill>
          <a:ln xmlns:a="http://schemas.openxmlformats.org/drawingml/2006/main" w="9525">
            <a:solidFill>
              <a:srgbClr val="7551A8"/>
            </a:solidFill>
            <a:prstDash val="solid"/>
          </a:ln>
        </p:spPr>
      </p:sp>
      <p:sp>
        <p:nvSpPr>
          <p:cNvPr id="18" name="">
            <a:extLst xmlns:a="http://schemas.openxmlformats.org/drawingml/2006/main">
              <a:ext uri="{FF2B5EF4-FFF2-40B4-BE49-F238E27FC236}">
                <a16:creationId xmlns:a16="http://schemas.microsoft.com/office/drawing/2014/main" id="{2FE2825D-D1BE-44C9-A830-41604D9D9A1C}"/>
              </a:ext>
            </a:extLst>
          </p:cNvPr>
          <p:cNvSpPr>
            <a:spLocks xmlns:a="http://schemas.openxmlformats.org/drawingml/2006/main" noGrp="1"/>
          </p:cNvSpPr>
          <p:nvPr/>
        </p:nvSpPr>
        <p:spPr>
          <a:xfrm xmlns:a="http://schemas.openxmlformats.org/drawingml/2006/main">
            <a:off x="9210675" y="4991100"/>
            <a:ext cx="419100" cy="419100"/>
          </a:xfrm>
          <a:prstGeom xmlns:a="http://schemas.openxmlformats.org/drawingml/2006/main" prst="ellipse">
            <a:avLst/>
          </a:prstGeom>
          <a:solidFill xmlns:a="http://schemas.openxmlformats.org/drawingml/2006/main">
            <a:srgbClr val="7551A8"/>
          </a:solidFill>
          <a:ln xmlns:a="http://schemas.openxmlformats.org/drawingml/2006/main" w="0">
            <a:noFill/>
          </a:ln>
        </p:spPr>
        <p:txBody>
          <a:bodyPr xmlns:a="http://schemas.openxmlformats.org/drawingml/2006/main" lIns="9525" tIns="0" rIns="9525" bIns="0" anchor="ctr">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19" name="">
            <a:extLst xmlns:a="http://schemas.openxmlformats.org/drawingml/2006/main">
              <a:ext uri="{FF2B5EF4-FFF2-40B4-BE49-F238E27FC236}">
                <a16:creationId xmlns:a16="http://schemas.microsoft.com/office/drawing/2014/main" id="{024C66E8-1C7E-4A40-8B87-62DFE6842D3E}"/>
              </a:ext>
            </a:extLst>
          </p:cNvPr>
          <p:cNvSpPr>
            <a:spLocks xmlns:a="http://schemas.openxmlformats.org/drawingml/2006/main" noGrp="1"/>
          </p:cNvSpPr>
          <p:nvPr/>
        </p:nvSpPr>
        <p:spPr>
          <a:xfrm xmlns:a="http://schemas.openxmlformats.org/drawingml/2006/main">
            <a:off x="9715500" y="4953000"/>
            <a:ext cx="16954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lgn="ctr">
              <a:buNone/>
              <a:defRPr sz="1500" b="1">
                <a:solidFill>
                  <a:srgbClr val="1F2937"/>
                </a:solidFill>
                <a:latin typeface="Arial"/>
                <a:ea typeface="Arial"/>
                <a:cs typeface="Arial"/>
              </a:defRPr>
            </a:pPr>
            <a:r>
              <a:rPr sz="1500" b="1">
                <a:solidFill>
                  <a:srgbClr val="1F2937"/>
                </a:solidFill>
                <a:latin typeface="Arial"/>
                <a:ea typeface="Arial"/>
                <a:cs typeface="Arial"/>
              </a:rPr>
              <a:t>Spatial analysis</a:t>
            </a:r>
          </a:p>
        </p:txBody>
      </p:sp>
      <p:sp>
        <p:nvSpPr>
          <p:cNvPr id="20" name="github-link">
            <a:extLst xmlns:a="http://schemas.openxmlformats.org/drawingml/2006/main">
              <a:ext uri="{FF2B5EF4-FFF2-40B4-BE49-F238E27FC236}">
                <a16:creationId xmlns:a16="http://schemas.microsoft.com/office/drawing/2014/main" id="{5E6A48E2-F7A9-42A4-B984-F0A7BB3DA595}"/>
              </a:ext>
            </a:extLst>
          </p:cNvPr>
          <p:cNvSpPr>
            <a:spLocks xmlns:a="http://schemas.openxmlformats.org/drawingml/2006/main" noGrp="1"/>
          </p:cNvSpPr>
          <p:nvPr/>
        </p:nvSpPr>
        <p:spPr>
          <a:xfrm xmlns:a="http://schemas.openxmlformats.org/drawingml/2006/main">
            <a:off x="1905000" y="5876925"/>
            <a:ext cx="8382000" cy="533400"/>
          </a:xfrm>
          <a:prstGeom xmlns:a="http://schemas.openxmlformats.org/drawingml/2006/main" prst="roundRect">
            <a:avLst>
              <a:gd name="adj" fmla="val 25000"/>
            </a:avLst>
          </a:prstGeom>
          <a:solidFill xmlns:a="http://schemas.openxmlformats.org/drawingml/2006/main">
            <a:srgbClr val="EAF0FA"/>
          </a:solidFill>
          <a:ln xmlns:a="http://schemas.openxmlformats.org/drawingml/2006/main" w="11430">
            <a:solidFill>
              <a:srgbClr val="4472C4"/>
            </a:solidFill>
            <a:prstDash val="solid"/>
          </a:ln>
        </p:spPr>
        <p:txBody>
          <a:bodyPr xmlns:a="http://schemas.openxmlformats.org/drawingml/2006/main" lIns="76200" tIns="0" rIns="76200" bIns="0" anchor="ctr">
            <a:noAutofit/>
          </a:bodyPr>
          <a:lstStyle xmlns:a="http://schemas.openxmlformats.org/drawingml/2006/main"/>
          <a:p xmlns:a="http://schemas.openxmlformats.org/drawingml/2006/main">
            <a:pPr algn="ctr">
              <a:buNone/>
              <a:defRPr sz="1725" b="1">
                <a:solidFill>
                  <a:srgbClr val="4472C4"/>
                </a:solidFill>
                <a:latin typeface="Arial"/>
                <a:ea typeface="Arial"/>
                <a:cs typeface="Arial"/>
              </a:defRPr>
            </a:pPr>
            <a:r>
              <a:rPr sz="1725" b="1">
                <a:solidFill>
                  <a:srgbClr val="4472C4"/>
                </a:solidFill>
                <a:latin typeface="Arial"/>
                <a:ea typeface="Arial"/>
                <a:cs typeface="Arial"/>
                <a:hlinkClick xmlns:r="http://schemas.openxmlformats.org/officeDocument/2006/relationships" r:id="R4bb3187bf07140be"/>
              </a:rPr>
              <a:t>github.com/MartinLoza/CIAD_workshop_sc</a:t>
            </a:r>
          </a:p>
        </p:txBody>
      </p:sp>
    </p:spTree>
    <p:extLst>
      <p:ext uri="{BB962C8B-B14F-4D97-AF65-F5344CB8AC3E}">
        <p14:creationId xmlns:p14="http://schemas.microsoft.com/office/powerpoint/2010/main" val="166873693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8E18DD7-EFDF-4A6A-B012-9852CD81AF2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ED7D3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443C76-AFA6-488F-8139-93F4A934F848}"/>
              </a:ext>
            </a:extLst>
          </p:cNvPr>
          <p:cNvSpPr>
            <a:spLocks xmlns:a="http://schemas.openxmlformats.org/drawingml/2006/main" noGrp="1"/>
          </p:cNvSpPr>
          <p:nvPr/>
        </p:nvSpPr>
        <p:spPr>
          <a:xfrm xmlns:a="http://schemas.openxmlformats.org/drawingml/2006/main">
            <a:off x="685800" y="6477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defRPr sz="1275" b="1">
                <a:solidFill>
                  <a:srgbClr val="4472C4"/>
                </a:solidFill>
                <a:latin typeface="Arial"/>
                <a:ea typeface="Arial"/>
                <a:cs typeface="Arial"/>
              </a:defRPr>
            </a:pPr>
            <a:r>
              <a:rPr sz="1275" b="1">
                <a:solidFill>
                  <a:srgbClr val="4472C4"/>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A4FA455C-4E16-43FD-A507-99BBACFC4C6A}"/>
              </a:ext>
            </a:extLst>
          </p:cNvPr>
          <p:cNvSpPr>
            <a:spLocks xmlns:a="http://schemas.openxmlformats.org/drawingml/2006/main" noGrp="1"/>
          </p:cNvSpPr>
          <p:nvPr/>
        </p:nvSpPr>
        <p:spPr>
          <a:xfrm xmlns:a="http://schemas.openxmlformats.org/drawingml/2006/main">
            <a:off x="666750" y="1104900"/>
            <a:ext cx="6191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chor="ctr">
            <a:normAutofit fontScale="100000"/>
          </a:bodyPr>
          <a:lstStyle xmlns:a="http://schemas.openxmlformats.org/drawingml/2006/main"/>
          <a:p xmlns:a="http://schemas.openxmlformats.org/drawingml/2006/main">
            <a:pPr>
              <a:defRPr sz="3675">
                <a:solidFill>
                  <a:srgbClr val="111827"/>
                </a:solidFill>
                <a:latin typeface="Arial"/>
                <a:ea typeface="Arial"/>
                <a:cs typeface="Arial"/>
              </a:defRPr>
            </a:pPr>
            <a:r>
              <a:rPr sz="3675">
                <a:solidFill>
                  <a:srgbClr val="111827"/>
                </a:solidFill>
                <a:latin typeface="Arial"/>
                <a:ea typeface="Arial"/>
                <a:cs typeface="Arial"/>
              </a:rPr>
              <a:t>Extra reference</a:t>
            </a:r>
          </a:p>
        </p:txBody>
      </p:sp>
      <p:sp>
        <p:nvSpPr>
          <p:cNvPr id="4" name="">
            <a:extLst xmlns:a="http://schemas.openxmlformats.org/drawingml/2006/main">
              <a:ext uri="{FF2B5EF4-FFF2-40B4-BE49-F238E27FC236}">
                <a16:creationId xmlns:a16="http://schemas.microsoft.com/office/drawing/2014/main" id="{5AEC8CE6-9B6C-4406-85C9-645CC5A69B94}"/>
              </a:ext>
            </a:extLst>
          </p:cNvPr>
          <p:cNvSpPr>
            <a:spLocks xmlns:a="http://schemas.openxmlformats.org/drawingml/2006/main" noGrp="1"/>
          </p:cNvSpPr>
          <p:nvPr/>
        </p:nvSpPr>
        <p:spPr>
          <a:xfrm xmlns:a="http://schemas.openxmlformats.org/drawingml/2006/main">
            <a:off x="695325" y="2571750"/>
            <a:ext cx="5715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nSpc>
                <a:spcPct val="108000"/>
              </a:lnSpc>
              <a:buNone/>
              <a:defRPr sz="1875">
                <a:solidFill>
                  <a:srgbClr val="5B6472"/>
                </a:solidFill>
                <a:latin typeface="Arial"/>
                <a:ea typeface="Arial"/>
                <a:cs typeface="Arial"/>
              </a:defRPr>
            </a:pPr>
            <a:r>
              <a:rPr sz="1875">
                <a:solidFill>
                  <a:srgbClr val="5B6472"/>
                </a:solidFill>
                <a:latin typeface="Arial"/>
                <a:ea typeface="Arial"/>
                <a:cs typeface="Arial"/>
              </a:rPr>
              <a:t>Use the remaining slide only if questions arise about how Seurat displays expression distributions.</a:t>
            </a:r>
          </a:p>
        </p:txBody>
      </p:sp>
      <p:sp>
        <p:nvSpPr>
          <p:cNvPr id="5" name="">
            <a:extLst xmlns:a="http://schemas.openxmlformats.org/drawingml/2006/main">
              <a:ext uri="{FF2B5EF4-FFF2-40B4-BE49-F238E27FC236}">
                <a16:creationId xmlns:a16="http://schemas.microsoft.com/office/drawing/2014/main" id="{928C3256-E3FE-4A83-A743-C88F26792898}"/>
              </a:ext>
            </a:extLst>
          </p:cNvPr>
          <p:cNvSpPr>
            <a:spLocks xmlns:a="http://schemas.openxmlformats.org/drawingml/2006/main" noGrp="1"/>
          </p:cNvSpPr>
          <p:nvPr/>
        </p:nvSpPr>
        <p:spPr>
          <a:xfrm xmlns:a="http://schemas.openxmlformats.org/drawingml/2006/main">
            <a:off x="7239000" y="1952625"/>
            <a:ext cx="3429000" cy="2286000"/>
          </a:xfrm>
          <a:prstGeom xmlns:a="http://schemas.openxmlformats.org/drawingml/2006/main" prst="roundRect">
            <a:avLst>
              <a:gd name="adj" fmla="val 10000"/>
            </a:avLst>
          </a:prstGeom>
          <a:solidFill xmlns:a="http://schemas.openxmlformats.org/drawingml/2006/main">
            <a:srgbClr val="F0EBF7"/>
          </a:solidFill>
          <a:ln xmlns:a="http://schemas.openxmlformats.org/drawingml/2006/main" w="13335">
            <a:solidFill>
              <a:srgbClr val="7551A8"/>
            </a:solidFill>
            <a:prstDash val="solid"/>
          </a:ln>
        </p:spPr>
      </p:sp>
      <p:sp>
        <p:nvSpPr>
          <p:cNvPr id="6" name="">
            <a:extLst xmlns:a="http://schemas.openxmlformats.org/drawingml/2006/main">
              <a:ext uri="{FF2B5EF4-FFF2-40B4-BE49-F238E27FC236}">
                <a16:creationId xmlns:a16="http://schemas.microsoft.com/office/drawing/2014/main" id="{A8C1ADC0-B0F5-4092-AC86-2063BCF82522}"/>
              </a:ext>
            </a:extLst>
          </p:cNvPr>
          <p:cNvSpPr>
            <a:spLocks xmlns:a="http://schemas.openxmlformats.org/drawingml/2006/main" noGrp="1"/>
          </p:cNvSpPr>
          <p:nvPr/>
        </p:nvSpPr>
        <p:spPr>
          <a:xfrm xmlns:a="http://schemas.openxmlformats.org/drawingml/2006/main" rot="10800000">
            <a:off x="7810500" y="2381250"/>
            <a:ext cx="857250" cy="1333500"/>
          </a:xfrm>
          <a:prstGeom xmlns:a="http://schemas.openxmlformats.org/drawingml/2006/main" prst="teardrop">
            <a:avLst/>
          </a:prstGeom>
          <a:solidFill xmlns:a="http://schemas.openxmlformats.org/drawingml/2006/main">
            <a:srgbClr val="5B9BD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F0D2538-B1B7-4B14-997F-B8E3F96C40AB}"/>
              </a:ext>
            </a:extLst>
          </p:cNvPr>
          <p:cNvSpPr>
            <a:spLocks xmlns:a="http://schemas.openxmlformats.org/drawingml/2006/main" noGrp="1"/>
          </p:cNvSpPr>
          <p:nvPr/>
        </p:nvSpPr>
        <p:spPr>
          <a:xfrm xmlns:a="http://schemas.openxmlformats.org/drawingml/2006/main">
            <a:off x="9048750" y="2381250"/>
            <a:ext cx="857250" cy="1333500"/>
          </a:xfrm>
          <a:prstGeom xmlns:a="http://schemas.openxmlformats.org/drawingml/2006/main" prst="teardrop">
            <a:avLst/>
          </a:prstGeom>
          <a:solidFill xmlns:a="http://schemas.openxmlformats.org/drawingml/2006/main">
            <a:srgbClr val="ED7D31"/>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7D05D02-34AE-42A5-8080-6EA0DF3B9490}"/>
              </a:ext>
            </a:extLst>
          </p:cNvPr>
          <p:cNvSpPr>
            <a:spLocks xmlns:a="http://schemas.openxmlformats.org/drawingml/2006/main" noGrp="1"/>
          </p:cNvSpPr>
          <p:nvPr/>
        </p:nvSpPr>
        <p:spPr>
          <a:xfrm xmlns:a="http://schemas.openxmlformats.org/drawingml/2006/main">
            <a:off x="7477125" y="442912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8575" tIns="19050" rIns="28575" bIns="19050">
            <a:normAutofit fontScale="100000"/>
          </a:bodyPr>
          <a:lstStyle xmlns:a="http://schemas.openxmlformats.org/drawingml/2006/main"/>
          <a:p xmlns:a="http://schemas.openxmlformats.org/drawingml/2006/main">
            <a:pPr algn="ctr">
              <a:defRPr sz="2025" b="1">
                <a:solidFill>
                  <a:srgbClr val="7551A8"/>
                </a:solidFill>
                <a:latin typeface="Arial"/>
                <a:ea typeface="Arial"/>
                <a:cs typeface="Arial"/>
              </a:defRPr>
            </a:pPr>
            <a:r>
              <a:rPr sz="2025" b="1">
                <a:solidFill>
                  <a:srgbClr val="7551A8"/>
                </a:solidFill>
                <a:latin typeface="Arial"/>
                <a:ea typeface="Arial"/>
                <a:cs typeface="Arial"/>
              </a:rPr>
              <a:t>Violin plots</a:t>
            </a:r>
          </a:p>
        </p:txBody>
      </p:sp>
    </p:spTree>
    <p:extLst>
      <p:ext uri="{BB962C8B-B14F-4D97-AF65-F5344CB8AC3E}">
        <p14:creationId xmlns:p14="http://schemas.microsoft.com/office/powerpoint/2010/main" val="3162512506"/>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4" name="Title 1">
            <a:extLst xmlns:a="http://schemas.openxmlformats.org/drawingml/2006/main">
              <a:ext uri="{FF2B5EF4-FFF2-40B4-BE49-F238E27FC236}">
                <a16:creationId xmlns:a16="http://schemas.microsoft.com/office/drawing/2014/main" id="{B6B9318F-72C9-4504-A691-5F5417435CCB}"/>
              </a:ext>
            </a:extLst>
          </p:cNvPr>
          <p:cNvSpPr>
            <a:spLocks xmlns:a="http://schemas.openxmlformats.org/drawingml/2006/main" noGrp="1"/>
          </p:cNvSpPr>
          <p:nvPr/>
        </p:nvSpPr>
        <p:spPr>
          <a:xfrm xmlns:a="http://schemas.openxmlformats.org/drawingml/2006/main">
            <a:off x="990600" y="99377"/>
            <a:ext cx="10515600" cy="1325563"/>
          </a:xfrm>
          <a:prstGeom xmlns:a="http://schemas.openxmlformats.org/drawingml/2006/main" prst="rect">
            <a:avLst/>
          </a:prstGeom>
        </p:spPr>
        <p:txBody>
          <a:bodyPr xmlns:a="http://schemas.openxmlformats.org/drawingml/2006/main" vert="horz" lIns="91440" tIns="45720" rIns="91440" bIns="45720" anchor="ctr">
            <a:normAutofit fontScale="100000"/>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t>Appendix: violin plots</a:t>
            </a:r>
          </a:p>
        </p:txBody>
      </p:sp>
      <p:sp>
        <p:nvSpPr>
          <p:cNvPr id="54" name="TextBox 53">
            <a:extLst xmlns:a="http://schemas.openxmlformats.org/drawingml/2006/main">
              <a:ext uri="{FF2B5EF4-FFF2-40B4-BE49-F238E27FC236}">
                <a16:creationId xmlns:a16="http://schemas.microsoft.com/office/drawing/2014/main" id="{A5F178E0-5F91-4AA5-98BA-A08414474D25}"/>
              </a:ext>
            </a:extLst>
          </p:cNvPr>
          <p:cNvSpPr>
            <a:spLocks xmlns:a="http://schemas.openxmlformats.org/drawingml/2006/main" noGrp="1"/>
          </p:cNvSpPr>
          <p:nvPr/>
        </p:nvSpPr>
        <p:spPr>
          <a:xfrm xmlns:a="http://schemas.openxmlformats.org/drawingml/2006/main">
            <a:off x="2437742" y="4884852"/>
            <a:ext cx="1436402"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Condition 1</a:t>
            </a:r>
          </a:p>
        </p:txBody>
      </p:sp>
      <p:sp>
        <p:nvSpPr>
          <p:cNvPr id="55" name="TextBox 54">
            <a:extLst xmlns:a="http://schemas.openxmlformats.org/drawingml/2006/main">
              <a:ext uri="{FF2B5EF4-FFF2-40B4-BE49-F238E27FC236}">
                <a16:creationId xmlns:a16="http://schemas.microsoft.com/office/drawing/2014/main" id="{2686ED91-1958-4859-9521-D6B8BBF70973}"/>
              </a:ext>
            </a:extLst>
          </p:cNvPr>
          <p:cNvSpPr>
            <a:spLocks xmlns:a="http://schemas.openxmlformats.org/drawingml/2006/main" noGrp="1"/>
          </p:cNvSpPr>
          <p:nvPr/>
        </p:nvSpPr>
        <p:spPr>
          <a:xfrm xmlns:a="http://schemas.openxmlformats.org/drawingml/2006/main">
            <a:off x="3657321" y="4902069"/>
            <a:ext cx="1301236"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Condition 2</a:t>
            </a:r>
          </a:p>
        </p:txBody>
      </p:sp>
      <p:cxnSp>
        <p:nvCxnSpPr>
          <p:cNvPr id="105" name="Straight Arrow Connector 56"/>
          <p:cNvCxnSpPr/>
          <p:nvPr/>
        </p:nvCxnSpPr>
        <p:spPr>
          <a:xfrm xmlns:a="http://schemas.openxmlformats.org/drawingml/2006/main" flipV="1">
            <a:off x="2285454" y="2554097"/>
            <a:ext cx="8251" cy="2096566"/>
          </a:xfrm>
          <a:prstGeom xmlns:a="http://schemas.openxmlformats.org/drawingml/2006/main" prst="straightConnector1">
            <a:avLst/>
          </a:prstGeom>
          <a:ln xmlns:a="http://schemas.openxmlformats.org/drawingml/2006/main" w="38100">
            <a:solidFill>
              <a:schemeClr val="tx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60" name="TextBox 59">
            <a:extLst xmlns:a="http://schemas.openxmlformats.org/drawingml/2006/main">
              <a:ext uri="{FF2B5EF4-FFF2-40B4-BE49-F238E27FC236}">
                <a16:creationId xmlns:a16="http://schemas.microsoft.com/office/drawing/2014/main" id="{97D18068-2AD8-4B6F-94D5-0E9EB6FB488F}"/>
              </a:ext>
            </a:extLst>
          </p:cNvPr>
          <p:cNvSpPr>
            <a:spLocks xmlns:a="http://schemas.openxmlformats.org/drawingml/2006/main" noGrp="1"/>
          </p:cNvSpPr>
          <p:nvPr/>
        </p:nvSpPr>
        <p:spPr>
          <a:xfrm xmlns:a="http://schemas.openxmlformats.org/drawingml/2006/main">
            <a:off x="1919795" y="2181410"/>
            <a:ext cx="902509"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Gene1</a:t>
            </a:r>
          </a:p>
        </p:txBody>
      </p:sp>
      <p:cxnSp>
        <p:nvCxnSpPr>
          <p:cNvPr id="107" name="Straight Arrow Connector 60"/>
          <p:cNvCxnSpPr/>
          <p:nvPr/>
        </p:nvCxnSpPr>
        <p:spPr>
          <a:xfrm xmlns:a="http://schemas.openxmlformats.org/drawingml/2006/main">
            <a:off x="2270750" y="4650663"/>
            <a:ext cx="2615569" cy="17417"/>
          </a:xfrm>
          <a:prstGeom xmlns:a="http://schemas.openxmlformats.org/drawingml/2006/main" prst="straightConnector1">
            <a:avLst/>
          </a:prstGeom>
          <a:ln xmlns:a="http://schemas.openxmlformats.org/drawingml/2006/main" w="38100">
            <a:solidFill>
              <a:schemeClr val="tx1"/>
            </a:solidFill>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63" name="Straight Connector 62">
            <a:extLst xmlns:a="http://schemas.openxmlformats.org/drawingml/2006/main">
              <a:ext uri="{FF2B5EF4-FFF2-40B4-BE49-F238E27FC236}">
                <a16:creationId xmlns:a16="http://schemas.microsoft.com/office/drawing/2014/main" id="{93A9B854-C5DF-4399-A838-F120F6553ECE}"/>
              </a:ext>
            </a:extLst>
          </p:cNvPr>
          <p:cNvSpPr>
            <a:spLocks xmlns:a="http://schemas.openxmlformats.org/drawingml/2006/main" noGrp="1"/>
          </p:cNvSpPr>
          <p:nvPr/>
        </p:nvSpPr>
        <p:spPr>
          <a:xfrm xmlns:a="http://schemas.openxmlformats.org/drawingml/2006/main">
            <a:off x="3221779" y="4531069"/>
            <a:ext cx="1512" cy="270226"/>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64" name="Straight Connector 63">
            <a:extLst xmlns:a="http://schemas.openxmlformats.org/drawingml/2006/main">
              <a:ext uri="{FF2B5EF4-FFF2-40B4-BE49-F238E27FC236}">
                <a16:creationId xmlns:a16="http://schemas.microsoft.com/office/drawing/2014/main" id="{D2D7DAB1-75B9-4296-91AC-EDC074194E94}"/>
              </a:ext>
            </a:extLst>
          </p:cNvPr>
          <p:cNvSpPr>
            <a:spLocks xmlns:a="http://schemas.openxmlformats.org/drawingml/2006/main" noGrp="1"/>
          </p:cNvSpPr>
          <p:nvPr/>
        </p:nvSpPr>
        <p:spPr>
          <a:xfrm xmlns:a="http://schemas.openxmlformats.org/drawingml/2006/main">
            <a:off x="4194417" y="4515550"/>
            <a:ext cx="1512" cy="270226"/>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65" name="Straight Connector 64">
            <a:extLst xmlns:a="http://schemas.openxmlformats.org/drawingml/2006/main">
              <a:ext uri="{FF2B5EF4-FFF2-40B4-BE49-F238E27FC236}">
                <a16:creationId xmlns:a16="http://schemas.microsoft.com/office/drawing/2014/main" id="{4E34AB8E-1636-46A6-A138-BFE70D16CB85}"/>
              </a:ext>
            </a:extLst>
          </p:cNvPr>
          <p:cNvSpPr>
            <a:spLocks xmlns:a="http://schemas.openxmlformats.org/drawingml/2006/main" noGrp="1"/>
          </p:cNvSpPr>
          <p:nvPr/>
        </p:nvSpPr>
        <p:spPr>
          <a:xfrm xmlns:a="http://schemas.openxmlformats.org/drawingml/2006/main" flipH="1">
            <a:off x="2069833" y="4302469"/>
            <a:ext cx="367908" cy="0"/>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66" name="Straight Connector 65">
            <a:extLst xmlns:a="http://schemas.openxmlformats.org/drawingml/2006/main">
              <a:ext uri="{FF2B5EF4-FFF2-40B4-BE49-F238E27FC236}">
                <a16:creationId xmlns:a16="http://schemas.microsoft.com/office/drawing/2014/main" id="{87BB250B-199F-412D-A5AF-60EF34286788}"/>
              </a:ext>
            </a:extLst>
          </p:cNvPr>
          <p:cNvSpPr>
            <a:spLocks xmlns:a="http://schemas.openxmlformats.org/drawingml/2006/main" noGrp="1"/>
          </p:cNvSpPr>
          <p:nvPr/>
        </p:nvSpPr>
        <p:spPr>
          <a:xfrm xmlns:a="http://schemas.openxmlformats.org/drawingml/2006/main" flipH="1">
            <a:off x="2055544" y="3916706"/>
            <a:ext cx="367908" cy="0"/>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67" name="Straight Connector 66">
            <a:extLst xmlns:a="http://schemas.openxmlformats.org/drawingml/2006/main">
              <a:ext uri="{FF2B5EF4-FFF2-40B4-BE49-F238E27FC236}">
                <a16:creationId xmlns:a16="http://schemas.microsoft.com/office/drawing/2014/main" id="{01837F9C-F12F-4797-9FFA-D1D9D094B8EC}"/>
              </a:ext>
            </a:extLst>
          </p:cNvPr>
          <p:cNvSpPr>
            <a:spLocks xmlns:a="http://schemas.openxmlformats.org/drawingml/2006/main" noGrp="1"/>
          </p:cNvSpPr>
          <p:nvPr/>
        </p:nvSpPr>
        <p:spPr>
          <a:xfrm xmlns:a="http://schemas.openxmlformats.org/drawingml/2006/main" flipH="1">
            <a:off x="2049889" y="3542134"/>
            <a:ext cx="367908" cy="0"/>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68" name="Straight Connector 67">
            <a:extLst xmlns:a="http://schemas.openxmlformats.org/drawingml/2006/main">
              <a:ext uri="{FF2B5EF4-FFF2-40B4-BE49-F238E27FC236}">
                <a16:creationId xmlns:a16="http://schemas.microsoft.com/office/drawing/2014/main" id="{3DA72E9C-9657-4ECA-BA82-00598662FA03}"/>
              </a:ext>
            </a:extLst>
          </p:cNvPr>
          <p:cNvSpPr>
            <a:spLocks xmlns:a="http://schemas.openxmlformats.org/drawingml/2006/main" noGrp="1"/>
          </p:cNvSpPr>
          <p:nvPr/>
        </p:nvSpPr>
        <p:spPr>
          <a:xfrm xmlns:a="http://schemas.openxmlformats.org/drawingml/2006/main" flipH="1">
            <a:off x="2039896" y="3146469"/>
            <a:ext cx="367908" cy="0"/>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69" name="Straight Connector 68">
            <a:extLst xmlns:a="http://schemas.openxmlformats.org/drawingml/2006/main">
              <a:ext uri="{FF2B5EF4-FFF2-40B4-BE49-F238E27FC236}">
                <a16:creationId xmlns:a16="http://schemas.microsoft.com/office/drawing/2014/main" id="{D9F63951-7A62-4661-AA9D-E6731988FB6B}"/>
              </a:ext>
            </a:extLst>
          </p:cNvPr>
          <p:cNvSpPr>
            <a:spLocks xmlns:a="http://schemas.openxmlformats.org/drawingml/2006/main" noGrp="1"/>
          </p:cNvSpPr>
          <p:nvPr/>
        </p:nvSpPr>
        <p:spPr>
          <a:xfrm xmlns:a="http://schemas.openxmlformats.org/drawingml/2006/main" flipH="1">
            <a:off x="2039896" y="2793338"/>
            <a:ext cx="367908" cy="0"/>
          </a:xfrm>
          <a:prstGeom xmlns:a="http://schemas.openxmlformats.org/drawingml/2006/main" prst="line">
            <a:avLst/>
          </a:prstGeom>
          <a:ln xmlns:a="http://schemas.openxmlformats.org/drawingml/2006/main" w="1270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70" name="TextBox 69">
            <a:extLst xmlns:a="http://schemas.openxmlformats.org/drawingml/2006/main">
              <a:ext uri="{FF2B5EF4-FFF2-40B4-BE49-F238E27FC236}">
                <a16:creationId xmlns:a16="http://schemas.microsoft.com/office/drawing/2014/main" id="{C75C851B-3D38-48F6-AE30-68A2370E902E}"/>
              </a:ext>
            </a:extLst>
          </p:cNvPr>
          <p:cNvSpPr>
            <a:spLocks xmlns:a="http://schemas.openxmlformats.org/drawingml/2006/main" noGrp="1"/>
          </p:cNvSpPr>
          <p:nvPr/>
        </p:nvSpPr>
        <p:spPr>
          <a:xfrm xmlns:a="http://schemas.openxmlformats.org/drawingml/2006/main">
            <a:off x="1823462" y="4117803"/>
            <a:ext cx="25842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1</a:t>
            </a:r>
          </a:p>
        </p:txBody>
      </p:sp>
      <p:sp>
        <p:nvSpPr>
          <p:cNvPr id="71" name="TextBox 70">
            <a:extLst xmlns:a="http://schemas.openxmlformats.org/drawingml/2006/main">
              <a:ext uri="{FF2B5EF4-FFF2-40B4-BE49-F238E27FC236}">
                <a16:creationId xmlns:a16="http://schemas.microsoft.com/office/drawing/2014/main" id="{B19B072D-9EBD-407E-9444-D23521F22E75}"/>
              </a:ext>
            </a:extLst>
          </p:cNvPr>
          <p:cNvSpPr>
            <a:spLocks xmlns:a="http://schemas.openxmlformats.org/drawingml/2006/main" noGrp="1"/>
          </p:cNvSpPr>
          <p:nvPr/>
        </p:nvSpPr>
        <p:spPr>
          <a:xfrm xmlns:a="http://schemas.openxmlformats.org/drawingml/2006/main">
            <a:off x="1805265" y="3722138"/>
            <a:ext cx="25842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2</a:t>
            </a:r>
          </a:p>
        </p:txBody>
      </p:sp>
      <p:sp>
        <p:nvSpPr>
          <p:cNvPr id="72" name="TextBox 71">
            <a:extLst xmlns:a="http://schemas.openxmlformats.org/drawingml/2006/main">
              <a:ext uri="{FF2B5EF4-FFF2-40B4-BE49-F238E27FC236}">
                <a16:creationId xmlns:a16="http://schemas.microsoft.com/office/drawing/2014/main" id="{E67CC461-6FEF-4914-ACF8-6517607F76A8}"/>
              </a:ext>
            </a:extLst>
          </p:cNvPr>
          <p:cNvSpPr>
            <a:spLocks xmlns:a="http://schemas.openxmlformats.org/drawingml/2006/main" noGrp="1"/>
          </p:cNvSpPr>
          <p:nvPr/>
        </p:nvSpPr>
        <p:spPr>
          <a:xfrm xmlns:a="http://schemas.openxmlformats.org/drawingml/2006/main">
            <a:off x="1809145" y="3369173"/>
            <a:ext cx="25842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3</a:t>
            </a:r>
          </a:p>
        </p:txBody>
      </p:sp>
      <p:sp>
        <p:nvSpPr>
          <p:cNvPr id="73" name="TextBox 72">
            <a:extLst xmlns:a="http://schemas.openxmlformats.org/drawingml/2006/main">
              <a:ext uri="{FF2B5EF4-FFF2-40B4-BE49-F238E27FC236}">
                <a16:creationId xmlns:a16="http://schemas.microsoft.com/office/drawing/2014/main" id="{05BB5401-FE75-420D-882E-664708DE3CCD}"/>
              </a:ext>
            </a:extLst>
          </p:cNvPr>
          <p:cNvSpPr>
            <a:spLocks xmlns:a="http://schemas.openxmlformats.org/drawingml/2006/main" noGrp="1"/>
          </p:cNvSpPr>
          <p:nvPr/>
        </p:nvSpPr>
        <p:spPr>
          <a:xfrm xmlns:a="http://schemas.openxmlformats.org/drawingml/2006/main">
            <a:off x="1790583" y="2970053"/>
            <a:ext cx="25842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4</a:t>
            </a:r>
          </a:p>
        </p:txBody>
      </p:sp>
      <p:sp>
        <p:nvSpPr>
          <p:cNvPr id="74" name="TextBox 73">
            <a:extLst xmlns:a="http://schemas.openxmlformats.org/drawingml/2006/main">
              <a:ext uri="{FF2B5EF4-FFF2-40B4-BE49-F238E27FC236}">
                <a16:creationId xmlns:a16="http://schemas.microsoft.com/office/drawing/2014/main" id="{A6F4B779-81D9-4DF2-A856-49A53C03CE7B}"/>
              </a:ext>
            </a:extLst>
          </p:cNvPr>
          <p:cNvSpPr>
            <a:spLocks xmlns:a="http://schemas.openxmlformats.org/drawingml/2006/main" noGrp="1"/>
          </p:cNvSpPr>
          <p:nvPr/>
        </p:nvSpPr>
        <p:spPr>
          <a:xfrm xmlns:a="http://schemas.openxmlformats.org/drawingml/2006/main">
            <a:off x="1801000" y="2594011"/>
            <a:ext cx="258424"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5</a:t>
            </a:r>
          </a:p>
        </p:txBody>
      </p:sp>
      <p:sp>
        <p:nvSpPr>
          <p:cNvPr id="76" name="Freeform: Shape 75">
            <a:extLst xmlns:a="http://schemas.openxmlformats.org/drawingml/2006/main">
              <a:ext uri="{FF2B5EF4-FFF2-40B4-BE49-F238E27FC236}">
                <a16:creationId xmlns:a16="http://schemas.microsoft.com/office/drawing/2014/main" id="{72A50522-4015-4D3B-BE97-C5C7C94027CF}"/>
              </a:ext>
            </a:extLst>
          </p:cNvPr>
          <p:cNvSpPr>
            <a:spLocks xmlns:a="http://schemas.openxmlformats.org/drawingml/2006/main" noGrp="1"/>
          </p:cNvSpPr>
          <p:nvPr/>
        </p:nvSpPr>
        <p:spPr>
          <a:xfrm xmlns:a="http://schemas.openxmlformats.org/drawingml/2006/main" rot="16200000">
            <a:off x="2051415" y="3079631"/>
            <a:ext cx="1959722" cy="379466"/>
          </a:xfrm>
          <a:custGeom xmlns:a="http://schemas.openxmlformats.org/drawingml/2006/main">
            <a:gdLst>
              <a:gd name="connsiteX0" fmla="*/ 43077 w 5510427"/>
              <a:gd name="connsiteY0" fmla="*/ 1038423 h 1066998"/>
              <a:gd name="connsiteX1" fmla="*/ 43077 w 5510427"/>
              <a:gd name="connsiteY1" fmla="*/ 743148 h 1066998"/>
              <a:gd name="connsiteX2" fmla="*/ 490752 w 5510427"/>
              <a:gd name="connsiteY2" fmla="*/ 390723 h 1066998"/>
              <a:gd name="connsiteX3" fmla="*/ 957477 w 5510427"/>
              <a:gd name="connsiteY3" fmla="*/ 198 h 1066998"/>
              <a:gd name="connsiteX4" fmla="*/ 1500402 w 5510427"/>
              <a:gd name="connsiteY4" fmla="*/ 343098 h 1066998"/>
              <a:gd name="connsiteX5" fmla="*/ 1957602 w 5510427"/>
              <a:gd name="connsiteY5" fmla="*/ 714573 h 1066998"/>
              <a:gd name="connsiteX6" fmla="*/ 2395752 w 5510427"/>
              <a:gd name="connsiteY6" fmla="*/ 733623 h 1066998"/>
              <a:gd name="connsiteX7" fmla="*/ 4662702 w 5510427"/>
              <a:gd name="connsiteY7" fmla="*/ 714573 h 1066998"/>
              <a:gd name="connsiteX8" fmla="*/ 5510427 w 5510427"/>
              <a:gd name="connsiteY8" fmla="*/ 1066998 h 1066998"/>
            </a:gdLst>
            <a:rect l="l" t="t" r="r" b="b"/>
            <a:pathLst>
              <a:path w="5510427" h="1066998">
                <a:moveTo>
                  <a:pt x="43077" y="1038423"/>
                </a:moveTo>
                <a:cubicBezTo>
                  <a:pt x="5771" y="944760"/>
                  <a:pt x="-31535" y="851098"/>
                  <a:pt x="43077" y="743148"/>
                </a:cubicBezTo>
                <a:cubicBezTo>
                  <a:pt x="117689" y="635198"/>
                  <a:pt x="338352" y="514548"/>
                  <a:pt x="490752" y="390723"/>
                </a:cubicBezTo>
                <a:cubicBezTo>
                  <a:pt x="643152" y="266898"/>
                  <a:pt x="789202" y="8135"/>
                  <a:pt x="957477" y="198"/>
                </a:cubicBezTo>
                <a:cubicBezTo>
                  <a:pt x="1125752" y="-7739"/>
                  <a:pt x="1333715" y="224036"/>
                  <a:pt x="1500402" y="343098"/>
                </a:cubicBezTo>
                <a:cubicBezTo>
                  <a:pt x="1667089" y="462160"/>
                  <a:pt x="1808377" y="649486"/>
                  <a:pt x="1957602" y="714573"/>
                </a:cubicBezTo>
                <a:cubicBezTo>
                  <a:pt x="2106827" y="779660"/>
                  <a:pt x="2395752" y="733623"/>
                  <a:pt x="2395752" y="733623"/>
                </a:cubicBezTo>
                <a:cubicBezTo>
                  <a:pt x="2846602" y="733623"/>
                  <a:pt x="4143590" y="659011"/>
                  <a:pt x="4662702" y="714573"/>
                </a:cubicBezTo>
                <a:cubicBezTo>
                  <a:pt x="5181814" y="770135"/>
                  <a:pt x="5346120" y="918566"/>
                  <a:pt x="5510427" y="1066998"/>
                </a:cubicBezTo>
              </a:path>
            </a:pathLst>
          </a:custGeom>
          <a:solidFill xmlns:a="http://schemas.openxmlformats.org/drawingml/2006/main">
            <a:schemeClr val="accent1">
              <a:alpha val="68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7" name="Freeform: Shape 76">
            <a:extLst xmlns:a="http://schemas.openxmlformats.org/drawingml/2006/main">
              <a:ext uri="{FF2B5EF4-FFF2-40B4-BE49-F238E27FC236}">
                <a16:creationId xmlns:a16="http://schemas.microsoft.com/office/drawing/2014/main" id="{A444F9E8-973D-468A-9B79-FEFE4DC0B4AE}"/>
              </a:ext>
            </a:extLst>
          </p:cNvPr>
          <p:cNvSpPr>
            <a:spLocks xmlns:a="http://schemas.openxmlformats.org/drawingml/2006/main" noGrp="1"/>
          </p:cNvSpPr>
          <p:nvPr/>
        </p:nvSpPr>
        <p:spPr>
          <a:xfrm xmlns:a="http://schemas.openxmlformats.org/drawingml/2006/main" rot="5400000">
            <a:off x="2402343" y="3099437"/>
            <a:ext cx="1969740" cy="348661"/>
          </a:xfrm>
          <a:custGeom xmlns:a="http://schemas.openxmlformats.org/drawingml/2006/main">
            <a:gdLst>
              <a:gd name="connsiteX0" fmla="*/ 43077 w 5510427"/>
              <a:gd name="connsiteY0" fmla="*/ 1038423 h 1066998"/>
              <a:gd name="connsiteX1" fmla="*/ 43077 w 5510427"/>
              <a:gd name="connsiteY1" fmla="*/ 743148 h 1066998"/>
              <a:gd name="connsiteX2" fmla="*/ 490752 w 5510427"/>
              <a:gd name="connsiteY2" fmla="*/ 390723 h 1066998"/>
              <a:gd name="connsiteX3" fmla="*/ 957477 w 5510427"/>
              <a:gd name="connsiteY3" fmla="*/ 198 h 1066998"/>
              <a:gd name="connsiteX4" fmla="*/ 1500402 w 5510427"/>
              <a:gd name="connsiteY4" fmla="*/ 343098 h 1066998"/>
              <a:gd name="connsiteX5" fmla="*/ 1957602 w 5510427"/>
              <a:gd name="connsiteY5" fmla="*/ 714573 h 1066998"/>
              <a:gd name="connsiteX6" fmla="*/ 2395752 w 5510427"/>
              <a:gd name="connsiteY6" fmla="*/ 733623 h 1066998"/>
              <a:gd name="connsiteX7" fmla="*/ 4662702 w 5510427"/>
              <a:gd name="connsiteY7" fmla="*/ 714573 h 1066998"/>
              <a:gd name="connsiteX8" fmla="*/ 5510427 w 5510427"/>
              <a:gd name="connsiteY8" fmla="*/ 1066998 h 1066998"/>
            </a:gdLst>
            <a:rect l="l" t="t" r="r" b="b"/>
            <a:pathLst>
              <a:path w="5510427" h="1066998">
                <a:moveTo>
                  <a:pt x="43077" y="1038423"/>
                </a:moveTo>
                <a:cubicBezTo>
                  <a:pt x="5771" y="944760"/>
                  <a:pt x="-31535" y="851098"/>
                  <a:pt x="43077" y="743148"/>
                </a:cubicBezTo>
                <a:cubicBezTo>
                  <a:pt x="117689" y="635198"/>
                  <a:pt x="338352" y="514548"/>
                  <a:pt x="490752" y="390723"/>
                </a:cubicBezTo>
                <a:cubicBezTo>
                  <a:pt x="643152" y="266898"/>
                  <a:pt x="789202" y="8135"/>
                  <a:pt x="957477" y="198"/>
                </a:cubicBezTo>
                <a:cubicBezTo>
                  <a:pt x="1125752" y="-7739"/>
                  <a:pt x="1333715" y="224036"/>
                  <a:pt x="1500402" y="343098"/>
                </a:cubicBezTo>
                <a:cubicBezTo>
                  <a:pt x="1667089" y="462160"/>
                  <a:pt x="1808377" y="649486"/>
                  <a:pt x="1957602" y="714573"/>
                </a:cubicBezTo>
                <a:cubicBezTo>
                  <a:pt x="2106827" y="779660"/>
                  <a:pt x="2395752" y="733623"/>
                  <a:pt x="2395752" y="733623"/>
                </a:cubicBezTo>
                <a:cubicBezTo>
                  <a:pt x="2846602" y="733623"/>
                  <a:pt x="4143590" y="659011"/>
                  <a:pt x="4662702" y="714573"/>
                </a:cubicBezTo>
                <a:cubicBezTo>
                  <a:pt x="5181814" y="770135"/>
                  <a:pt x="5346120" y="918566"/>
                  <a:pt x="5510427" y="1066998"/>
                </a:cubicBezTo>
              </a:path>
            </a:pathLst>
          </a:custGeom>
          <a:solidFill xmlns:a="http://schemas.openxmlformats.org/drawingml/2006/main">
            <a:schemeClr val="accent1">
              <a:alpha val="68000"/>
            </a:schemeClr>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8" name="Straight Connector 77">
            <a:extLst xmlns:a="http://schemas.openxmlformats.org/drawingml/2006/main">
              <a:ext uri="{FF2B5EF4-FFF2-40B4-BE49-F238E27FC236}">
                <a16:creationId xmlns:a16="http://schemas.microsoft.com/office/drawing/2014/main" id="{3448F1BF-6C42-4811-BCED-87F6A01DF7DC}"/>
              </a:ext>
            </a:extLst>
          </p:cNvPr>
          <p:cNvSpPr>
            <a:spLocks xmlns:a="http://schemas.openxmlformats.org/drawingml/2006/main" noGrp="1"/>
          </p:cNvSpPr>
          <p:nvPr/>
        </p:nvSpPr>
        <p:spPr>
          <a:xfrm xmlns:a="http://schemas.openxmlformats.org/drawingml/2006/main" rot="16200000">
            <a:off x="3212882" y="3462366"/>
            <a:ext cx="0" cy="888876"/>
          </a:xfrm>
          <a:prstGeom xmlns:a="http://schemas.openxmlformats.org/drawingml/2006/main" prst="line">
            <a:avLst/>
          </a:prstGeom>
          <a:ln xmlns:a="http://schemas.openxmlformats.org/drawingml/2006/main" w="38100">
            <a:solidFill>
              <a:schemeClr val="bg1"/>
            </a:solidFill>
            <a:prstDash val="sysDot"/>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80" name="Freeform: Shape 79">
            <a:extLst xmlns:a="http://schemas.openxmlformats.org/drawingml/2006/main">
              <a:ext uri="{FF2B5EF4-FFF2-40B4-BE49-F238E27FC236}">
                <a16:creationId xmlns:a16="http://schemas.microsoft.com/office/drawing/2014/main" id="{5E736C6E-983A-41C5-9B18-494FD321B593}"/>
              </a:ext>
            </a:extLst>
          </p:cNvPr>
          <p:cNvSpPr>
            <a:spLocks xmlns:a="http://schemas.openxmlformats.org/drawingml/2006/main" noGrp="1"/>
          </p:cNvSpPr>
          <p:nvPr/>
        </p:nvSpPr>
        <p:spPr>
          <a:xfrm xmlns:a="http://schemas.openxmlformats.org/drawingml/2006/main">
            <a:off x="3865424" y="2419112"/>
            <a:ext cx="352534" cy="1466850"/>
          </a:xfrm>
          <a:custGeom xmlns:a="http://schemas.openxmlformats.org/drawingml/2006/main">
            <a:gdLst>
              <a:gd name="connsiteX0" fmla="*/ 352534 w 352534"/>
              <a:gd name="connsiteY0" fmla="*/ 1466850 h 1466850"/>
              <a:gd name="connsiteX1" fmla="*/ 109 w 352534"/>
              <a:gd name="connsiteY1" fmla="*/ 1000125 h 1466850"/>
              <a:gd name="connsiteX2" fmla="*/ 314434 w 352534"/>
              <a:gd name="connsiteY2" fmla="*/ 0 h 1466850"/>
            </a:gdLst>
            <a:rect l="l" t="t" r="r" b="b"/>
            <a:pathLst>
              <a:path w="352534" h="1466850">
                <a:moveTo>
                  <a:pt x="352534" y="1466850"/>
                </a:moveTo>
                <a:cubicBezTo>
                  <a:pt x="179496" y="1355725"/>
                  <a:pt x="6459" y="1244600"/>
                  <a:pt x="109" y="1000125"/>
                </a:cubicBezTo>
                <a:cubicBezTo>
                  <a:pt x="-6241" y="755650"/>
                  <a:pt x="265221" y="152400"/>
                  <a:pt x="314434" y="0"/>
                </a:cubicBezTo>
              </a:path>
            </a:pathLst>
          </a:custGeom>
          <a:solidFill xmlns:a="http://schemas.openxmlformats.org/drawingml/2006/main">
            <a:schemeClr val="accent2"/>
          </a:solidFill>
          <a:ln xmlns:a="http://schemas.openxmlformats.org/drawingml/2006/main">
            <a:solidFill>
              <a:schemeClr val="accent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1" name="Freeform: Shape 80">
            <a:extLst xmlns:a="http://schemas.openxmlformats.org/drawingml/2006/main">
              <a:ext uri="{FF2B5EF4-FFF2-40B4-BE49-F238E27FC236}">
                <a16:creationId xmlns:a16="http://schemas.microsoft.com/office/drawing/2014/main" id="{6F11B1DC-6B3E-455B-B1FE-A491AA52AE0D}"/>
              </a:ext>
            </a:extLst>
          </p:cNvPr>
          <p:cNvSpPr>
            <a:spLocks xmlns:a="http://schemas.openxmlformats.org/drawingml/2006/main" noGrp="1"/>
          </p:cNvSpPr>
          <p:nvPr/>
        </p:nvSpPr>
        <p:spPr>
          <a:xfrm xmlns:a="http://schemas.openxmlformats.org/drawingml/2006/main">
            <a:off x="4186288" y="2406976"/>
            <a:ext cx="352534" cy="1466850"/>
          </a:xfrm>
          <a:custGeom xmlns:a="http://schemas.openxmlformats.org/drawingml/2006/main">
            <a:gdLst>
              <a:gd name="connsiteX0" fmla="*/ 352534 w 352534"/>
              <a:gd name="connsiteY0" fmla="*/ 1466850 h 1466850"/>
              <a:gd name="connsiteX1" fmla="*/ 109 w 352534"/>
              <a:gd name="connsiteY1" fmla="*/ 1000125 h 1466850"/>
              <a:gd name="connsiteX2" fmla="*/ 314434 w 352534"/>
              <a:gd name="connsiteY2" fmla="*/ 0 h 1466850"/>
            </a:gdLst>
            <a:rect l="l" t="t" r="r" b="b"/>
            <a:pathLst>
              <a:path w="352534" h="1466850">
                <a:moveTo>
                  <a:pt x="352534" y="1466850"/>
                </a:moveTo>
                <a:cubicBezTo>
                  <a:pt x="179496" y="1355725"/>
                  <a:pt x="6459" y="1244600"/>
                  <a:pt x="109" y="1000125"/>
                </a:cubicBezTo>
                <a:cubicBezTo>
                  <a:pt x="-6241" y="755650"/>
                  <a:pt x="265221" y="152400"/>
                  <a:pt x="314434" y="0"/>
                </a:cubicBezTo>
              </a:path>
            </a:pathLst>
          </a:custGeom>
          <a:solidFill xmlns:a="http://schemas.openxmlformats.org/drawingml/2006/main">
            <a:schemeClr val="accent2"/>
          </a:solidFill>
          <a:ln xmlns:a="http://schemas.openxmlformats.org/drawingml/2006/main">
            <a:solidFill>
              <a:schemeClr val="accent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2" name="Straight Connector 81">
            <a:extLst xmlns:a="http://schemas.openxmlformats.org/drawingml/2006/main">
              <a:ext uri="{FF2B5EF4-FFF2-40B4-BE49-F238E27FC236}">
                <a16:creationId xmlns:a16="http://schemas.microsoft.com/office/drawing/2014/main" id="{48CFC366-8ECC-4EAF-8B27-12E3CCF93153}"/>
              </a:ext>
            </a:extLst>
          </p:cNvPr>
          <p:cNvSpPr>
            <a:spLocks xmlns:a="http://schemas.openxmlformats.org/drawingml/2006/main" noGrp="1"/>
          </p:cNvSpPr>
          <p:nvPr/>
        </p:nvSpPr>
        <p:spPr>
          <a:xfrm xmlns:a="http://schemas.openxmlformats.org/drawingml/2006/main" rot="16200000">
            <a:off x="4194417" y="2924735"/>
            <a:ext cx="0" cy="888876"/>
          </a:xfrm>
          <a:prstGeom xmlns:a="http://schemas.openxmlformats.org/drawingml/2006/main" prst="line">
            <a:avLst/>
          </a:prstGeom>
          <a:ln xmlns:a="http://schemas.openxmlformats.org/drawingml/2006/main" w="38100">
            <a:solidFill>
              <a:schemeClr val="bg1"/>
            </a:solidFill>
            <a:prstDash val="sysDot"/>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txBody>
          <a:bodyPr xmlns:a="http://schemas.openxmlformats.org/drawingml/2006/main"/>
          <a:lstStyle xmlns:a="http://schemas.openxmlformats.org/drawingml/2006/main"/>
          <a:p xmlns:a="http://schemas.openxmlformats.org/drawingml/2006/main">
            <a:endParaRPr/>
          </a:p>
        </p:txBody>
      </p:sp>
      <p:sp>
        <p:nvSpPr>
          <p:cNvPr id="83" name="TextBox 82">
            <a:extLst xmlns:a="http://schemas.openxmlformats.org/drawingml/2006/main">
              <a:ext uri="{FF2B5EF4-FFF2-40B4-BE49-F238E27FC236}">
                <a16:creationId xmlns:a16="http://schemas.microsoft.com/office/drawing/2014/main" id="{C8979E71-CAD7-492E-A672-2E61BFB11692}"/>
              </a:ext>
            </a:extLst>
          </p:cNvPr>
          <p:cNvSpPr>
            <a:spLocks xmlns:a="http://schemas.openxmlformats.org/drawingml/2006/main" noGrp="1"/>
          </p:cNvSpPr>
          <p:nvPr/>
        </p:nvSpPr>
        <p:spPr>
          <a:xfrm xmlns:a="http://schemas.openxmlformats.org/drawingml/2006/main">
            <a:off x="5823031" y="2238326"/>
            <a:ext cx="5683169" cy="3017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285750" indent="-285750">
              <a:buFont typeface="Arial"/>
              <a:buChar char="•"/>
            </a:pPr>
            <a:r>
              <a:rPr sz="2400">
                <a:latin typeface="Arial"/>
                <a:ea typeface="Arial"/>
                <a:cs typeface="Arial"/>
              </a:rPr>
              <a:t>Compares one gene across clusters or cell types</a:t>
            </a:r>
          </a:p>
          <a:p xmlns:a="http://schemas.openxmlformats.org/drawingml/2006/main">
            <a:pPr marL="285750" indent="-285750">
              <a:buFont typeface="Arial"/>
              <a:buChar char="•"/>
            </a:pPr>
            <a:endParaRPr sz="2400">
              <a:latin typeface="Arial"/>
              <a:ea typeface="Arial"/>
              <a:cs typeface="Arial"/>
            </a:endParaRPr>
          </a:p>
          <a:p xmlns:a="http://schemas.openxmlformats.org/drawingml/2006/main">
            <a:pPr marL="285750" indent="-285750">
              <a:buFont typeface="Arial"/>
              <a:buChar char="•"/>
            </a:pPr>
            <a:r>
              <a:rPr sz="2400">
                <a:latin typeface="Arial"/>
                <a:ea typeface="Arial"/>
                <a:cs typeface="Arial"/>
              </a:rPr>
              <a:t>Width shows where many cells have similar values</a:t>
            </a:r>
          </a:p>
          <a:p xmlns:a="http://schemas.openxmlformats.org/drawingml/2006/main">
            <a:pPr marL="285750" indent="-285750">
              <a:buFont typeface="Arial"/>
              <a:buChar char="•"/>
            </a:pPr>
            <a:endParaRPr sz="2400">
              <a:latin typeface="Arial"/>
              <a:ea typeface="Arial"/>
              <a:cs typeface="Arial"/>
            </a:endParaRPr>
          </a:p>
          <a:p xmlns:a="http://schemas.openxmlformats.org/drawingml/2006/main">
            <a:pPr marL="285750" indent="-285750">
              <a:buFont typeface="Arial"/>
              <a:buChar char="•"/>
            </a:pPr>
            <a:r>
              <a:rPr sz="2400">
                <a:latin typeface="Arial"/>
                <a:ea typeface="Arial"/>
                <a:cs typeface="Arial"/>
              </a:rPr>
              <a:t>Zeros and long expression tails remain visible</a:t>
            </a:r>
            <a:r>
              <a:rPr sz="2400">
                <a:latin typeface="Arial"/>
                <a:ea typeface="Arial"/>
                <a:cs typeface="Arial"/>
              </a:rPr>
              <a:t>  </a:t>
            </a:r>
          </a:p>
        </p:txBody>
      </p:sp>
    </p:spTree>
    <p:extLst>
      <p:ext uri="{BB962C8B-B14F-4D97-AF65-F5344CB8AC3E}">
        <p14:creationId xmlns:p14="http://schemas.microsoft.com/office/powerpoint/2010/main" val="1673349584"/>
      </p:ext>
    </p:extLst>
  </p:cSld>
</p:sld>
</file>

<file path=ppt/theme/theme1.xml><?xml version="1.0" encoding="utf-8"?>
<a:theme xmlns:a="http://schemas.openxmlformats.org/drawingml/2006/main" name="Yello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2026-09-19T23:31:29.4970000Z</dcterms:created>
  <dcterms:modified xsi:type="dcterms:W3CDTF">2026-09-19T23:31:29.4970000Z</dcterms:modified>
</coreProperties>
</file>